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71" r:id="rId2"/>
    <p:sldId id="303" r:id="rId3"/>
    <p:sldId id="454" r:id="rId4"/>
    <p:sldId id="457" r:id="rId5"/>
    <p:sldId id="351" r:id="rId6"/>
    <p:sldId id="340" r:id="rId7"/>
    <p:sldId id="458" r:id="rId8"/>
    <p:sldId id="352" r:id="rId9"/>
    <p:sldId id="459" r:id="rId10"/>
    <p:sldId id="353" r:id="rId11"/>
    <p:sldId id="464" r:id="rId12"/>
    <p:sldId id="463" r:id="rId13"/>
    <p:sldId id="462" r:id="rId14"/>
    <p:sldId id="465" r:id="rId15"/>
    <p:sldId id="365" r:id="rId16"/>
    <p:sldId id="368" r:id="rId17"/>
    <p:sldId id="366" r:id="rId18"/>
    <p:sldId id="460" r:id="rId19"/>
    <p:sldId id="355" r:id="rId20"/>
    <p:sldId id="466" r:id="rId21"/>
    <p:sldId id="431" r:id="rId22"/>
    <p:sldId id="304" r:id="rId23"/>
  </p:sldIdLst>
  <p:sldSz cx="9144000" cy="5143500" type="screen16x9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>
          <p15:clr>
            <a:srgbClr val="A4A3A4"/>
          </p15:clr>
        </p15:guide>
        <p15:guide id="2" orient="horz" pos="3140">
          <p15:clr>
            <a:srgbClr val="A4A3A4"/>
          </p15:clr>
        </p15:guide>
        <p15:guide id="3" orient="horz" pos="3026">
          <p15:clr>
            <a:srgbClr val="A4A3A4"/>
          </p15:clr>
        </p15:guide>
        <p15:guide id="4" orient="horz" pos="667">
          <p15:clr>
            <a:srgbClr val="A4A3A4"/>
          </p15:clr>
        </p15:guide>
        <p15:guide id="5" orient="horz" pos="1847">
          <p15:clr>
            <a:srgbClr val="A4A3A4"/>
          </p15:clr>
        </p15:guide>
        <p15:guide id="6" orient="horz" pos="1960">
          <p15:clr>
            <a:srgbClr val="A4A3A4"/>
          </p15:clr>
        </p15:guide>
        <p15:guide id="7" pos="113">
          <p15:clr>
            <a:srgbClr val="A4A3A4"/>
          </p15:clr>
        </p15:guide>
        <p15:guide id="8" pos="226">
          <p15:clr>
            <a:srgbClr val="A4A3A4"/>
          </p15:clr>
        </p15:guide>
        <p15:guide id="9" pos="4558">
          <p15:clr>
            <a:srgbClr val="A4A3A4"/>
          </p15:clr>
        </p15:guide>
        <p15:guide id="10" pos="2450">
          <p15:clr>
            <a:srgbClr val="A4A3A4"/>
          </p15:clr>
        </p15:guide>
        <p15:guide id="11" pos="3561">
          <p15:clr>
            <a:srgbClr val="A4A3A4"/>
          </p15:clr>
        </p15:guide>
        <p15:guide id="12" pos="4672">
          <p15:clr>
            <a:srgbClr val="A4A3A4"/>
          </p15:clr>
        </p15:guide>
        <p15:guide id="13" pos="2336">
          <p15:clr>
            <a:srgbClr val="A4A3A4"/>
          </p15:clr>
        </p15:guide>
        <p15:guide id="14" pos="1225">
          <p15:clr>
            <a:srgbClr val="A4A3A4"/>
          </p15:clr>
        </p15:guide>
        <p15:guide id="15" pos="3447">
          <p15:clr>
            <a:srgbClr val="A4A3A4"/>
          </p15:clr>
        </p15:guide>
        <p15:guide id="16" pos="1339">
          <p15:clr>
            <a:srgbClr val="A4A3A4"/>
          </p15:clr>
        </p15:guide>
        <p15:guide id="17" pos="5646">
          <p15:clr>
            <a:srgbClr val="A4A3A4"/>
          </p15:clr>
        </p15:guide>
        <p15:guide id="18" pos="564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676">
          <p15:clr>
            <a:srgbClr val="A4A3A4"/>
          </p15:clr>
        </p15:guide>
        <p15:guide id="2" orient="horz" pos="2540">
          <p15:clr>
            <a:srgbClr val="A4A3A4"/>
          </p15:clr>
        </p15:guide>
        <p15:guide id="3" orient="horz" pos="2812">
          <p15:clr>
            <a:srgbClr val="A4A3A4"/>
          </p15:clr>
        </p15:guide>
        <p15:guide id="4" orient="horz" pos="431">
          <p15:clr>
            <a:srgbClr val="A4A3A4"/>
          </p15:clr>
        </p15:guide>
        <p15:guide id="5" orient="horz" pos="5284">
          <p15:clr>
            <a:srgbClr val="A4A3A4"/>
          </p15:clr>
        </p15:guide>
        <p15:guide id="6" orient="horz" pos="567">
          <p15:clr>
            <a:srgbClr val="A4A3A4"/>
          </p15:clr>
        </p15:guide>
        <p15:guide id="7" pos="550">
          <p15:clr>
            <a:srgbClr val="A4A3A4"/>
          </p15:clr>
        </p15:guide>
        <p15:guide id="8" pos="40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B050"/>
    <a:srgbClr val="B1063A"/>
    <a:srgbClr val="92D050"/>
    <a:srgbClr val="FB80A6"/>
    <a:srgbClr val="F6A800"/>
    <a:srgbClr val="0070C0"/>
    <a:srgbClr val="FFFF00"/>
    <a:srgbClr val="FBFCFC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6"/>
    <p:restoredTop sz="86180"/>
  </p:normalViewPr>
  <p:slideViewPr>
    <p:cSldViewPr snapToGrid="0" snapToObjects="1" showGuides="1">
      <p:cViewPr varScale="1">
        <p:scale>
          <a:sx n="205" d="100"/>
          <a:sy n="205" d="100"/>
        </p:scale>
        <p:origin x="600" y="192"/>
      </p:cViewPr>
      <p:guideLst>
        <p:guide orient="horz" pos="781"/>
        <p:guide orient="horz" pos="3140"/>
        <p:guide orient="horz" pos="3026"/>
        <p:guide orient="horz" pos="667"/>
        <p:guide orient="horz" pos="1847"/>
        <p:guide orient="horz" pos="1960"/>
        <p:guide pos="113"/>
        <p:guide pos="226"/>
        <p:guide pos="4558"/>
        <p:guide pos="2450"/>
        <p:guide pos="3561"/>
        <p:guide pos="4672"/>
        <p:guide pos="2336"/>
        <p:guide pos="1225"/>
        <p:guide pos="3447"/>
        <p:guide pos="1339"/>
        <p:guide pos="5646"/>
        <p:guide pos="56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3" d="100"/>
          <a:sy n="63" d="100"/>
        </p:scale>
        <p:origin x="-3115" y="-67"/>
      </p:cViewPr>
      <p:guideLst>
        <p:guide orient="horz" pos="2676"/>
        <p:guide orient="horz" pos="2540"/>
        <p:guide orient="horz" pos="2812"/>
        <p:guide orient="horz" pos="431"/>
        <p:guide orient="horz" pos="5284"/>
        <p:guide orient="horz" pos="567"/>
        <p:guide pos="550"/>
        <p:guide pos="40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2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3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grpSp>
        <p:nvGrpSpPr>
          <p:cNvPr id="14" name="Group 13"/>
          <p:cNvGrpSpPr/>
          <p:nvPr/>
        </p:nvGrpSpPr>
        <p:grpSpPr bwMode="gray"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15" name="Group 14"/>
            <p:cNvGrpSpPr/>
            <p:nvPr/>
          </p:nvGrpSpPr>
          <p:grpSpPr bwMode="gray"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29" name="Straight Connector 2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Group 15"/>
            <p:cNvGrpSpPr/>
            <p:nvPr/>
          </p:nvGrpSpPr>
          <p:grpSpPr bwMode="gray"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23" name="Straight Connector 22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 16"/>
            <p:cNvGrpSpPr/>
            <p:nvPr/>
          </p:nvGrpSpPr>
          <p:grpSpPr bwMode="gray"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21" name="Straight Connector 20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7"/>
            <p:cNvGrpSpPr/>
            <p:nvPr/>
          </p:nvGrpSpPr>
          <p:grpSpPr bwMode="gray"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19" name="Straight Connector 18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96152874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gray">
          <a:xfrm rot="-120000">
            <a:off x="711348" y="773280"/>
            <a:ext cx="5828291" cy="337943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gray">
          <a:xfrm>
            <a:off x="875935" y="467544"/>
            <a:ext cx="5577000" cy="20549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gray">
          <a:xfrm>
            <a:off x="3465005" y="8372413"/>
            <a:ext cx="878396" cy="29201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fld id="{AA592FF2-A4BD-4E98-AC76-A10007E04C10}" type="datetimeFigureOut">
              <a:rPr lang="en-US" smtClean="0"/>
              <a:pPr/>
              <a:t>10/30/25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875936" y="885346"/>
            <a:ext cx="5577000" cy="3137062"/>
          </a:xfrm>
          <a:prstGeom prst="rect">
            <a:avLst/>
          </a:prstGeom>
          <a:noFill/>
          <a:ln w="12700">
            <a:noFill/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873125" y="4448113"/>
            <a:ext cx="3470275" cy="3923741"/>
          </a:xfrm>
          <a:prstGeom prst="rect">
            <a:avLst/>
          </a:prstGeom>
        </p:spPr>
        <p:txBody>
          <a:bodyPr vert="horz" lIns="0" tIns="0" rIns="9144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gray">
          <a:xfrm>
            <a:off x="875935" y="8371854"/>
            <a:ext cx="2589069" cy="29256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gray">
          <a:xfrm>
            <a:off x="4509120" y="8371854"/>
            <a:ext cx="1944067" cy="288033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000"/>
            </a:lvl1pPr>
          </a:lstStyle>
          <a:p>
            <a:r>
              <a:rPr lang="en-US" dirty="0"/>
              <a:t>Chart </a:t>
            </a:r>
            <a:fld id="{4CBF50E3-ED67-46F2-ABFC-A36EE1082CF7}" type="slidenum">
              <a:rPr lang="en-US" b="1" smtClean="0"/>
              <a:pPr/>
              <a:t>‹#›</a:t>
            </a:fld>
            <a:endParaRPr lang="en-US" b="1" dirty="0"/>
          </a:p>
        </p:txBody>
      </p:sp>
      <p:cxnSp>
        <p:nvCxnSpPr>
          <p:cNvPr id="11" name="Straight Connector 10"/>
          <p:cNvCxnSpPr/>
          <p:nvPr/>
        </p:nvCxnSpPr>
        <p:spPr bwMode="gray">
          <a:xfrm>
            <a:off x="4509121" y="493858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 bwMode="gray">
          <a:xfrm>
            <a:off x="4509121" y="542904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gray">
          <a:xfrm>
            <a:off x="4509121" y="5919517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 bwMode="gray">
          <a:xfrm>
            <a:off x="4509121" y="6409985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 bwMode="gray">
          <a:xfrm>
            <a:off x="4509121" y="6900453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 bwMode="gray">
          <a:xfrm>
            <a:off x="4509121" y="7390921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 bwMode="gray">
          <a:xfrm>
            <a:off x="4509121" y="7881389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 bwMode="gray">
          <a:xfrm>
            <a:off x="4509121" y="8371854"/>
            <a:ext cx="1943816" cy="0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 bwMode="gray">
          <a:xfrm>
            <a:off x="0" y="885346"/>
            <a:ext cx="45719" cy="3146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 bwMode="gray">
          <a:xfrm>
            <a:off x="0" y="4032250"/>
            <a:ext cx="45719" cy="4356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71"/>
          <p:cNvGrpSpPr/>
          <p:nvPr/>
        </p:nvGrpSpPr>
        <p:grpSpPr>
          <a:xfrm>
            <a:off x="-118387" y="-84708"/>
            <a:ext cx="7075771" cy="9350590"/>
            <a:chOff x="-118387" y="-84708"/>
            <a:chExt cx="7075771" cy="9350590"/>
          </a:xfrm>
        </p:grpSpPr>
        <p:grpSp>
          <p:nvGrpSpPr>
            <p:cNvPr id="57" name="Group 56"/>
            <p:cNvGrpSpPr/>
            <p:nvPr/>
          </p:nvGrpSpPr>
          <p:grpSpPr>
            <a:xfrm>
              <a:off x="-118387" y="679134"/>
              <a:ext cx="72000" cy="7699656"/>
              <a:chOff x="-141537" y="679134"/>
              <a:chExt cx="108000" cy="7699656"/>
            </a:xfrm>
          </p:grpSpPr>
          <p:cxnSp>
            <p:nvCxnSpPr>
              <p:cNvPr id="50" name="Straight Connector 49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Group 57"/>
            <p:cNvGrpSpPr/>
            <p:nvPr/>
          </p:nvGrpSpPr>
          <p:grpSpPr>
            <a:xfrm>
              <a:off x="6885384" y="679134"/>
              <a:ext cx="72000" cy="7699656"/>
              <a:chOff x="-141537" y="679134"/>
              <a:chExt cx="108000" cy="7699656"/>
            </a:xfrm>
          </p:grpSpPr>
          <p:cxnSp>
            <p:nvCxnSpPr>
              <p:cNvPr id="59" name="Straight Connector 58"/>
              <p:cNvCxnSpPr/>
              <p:nvPr/>
            </p:nvCxnSpPr>
            <p:spPr bwMode="gray">
              <a:xfrm>
                <a:off x="-141537" y="679134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 bwMode="gray">
              <a:xfrm>
                <a:off x="-141537" y="8985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 bwMode="gray">
              <a:xfrm>
                <a:off x="-141537" y="4025838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gray">
              <a:xfrm>
                <a:off x="-141537" y="42513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 bwMode="gray">
              <a:xfrm>
                <a:off x="-141537" y="4456687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gray">
              <a:xfrm>
                <a:off x="-141537" y="8378790"/>
                <a:ext cx="108000" cy="0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Group 67"/>
            <p:cNvGrpSpPr/>
            <p:nvPr/>
          </p:nvGrpSpPr>
          <p:grpSpPr>
            <a:xfrm>
              <a:off x="867029" y="-84708"/>
              <a:ext cx="5583936" cy="72516"/>
              <a:chOff x="867029" y="-84708"/>
              <a:chExt cx="5583936" cy="72516"/>
            </a:xfrm>
          </p:grpSpPr>
          <p:cxnSp>
            <p:nvCxnSpPr>
              <p:cNvPr id="66" name="Straight Connector 65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9" name="Group 68"/>
            <p:cNvGrpSpPr/>
            <p:nvPr/>
          </p:nvGrpSpPr>
          <p:grpSpPr>
            <a:xfrm>
              <a:off x="867029" y="9193366"/>
              <a:ext cx="5583936" cy="72516"/>
              <a:chOff x="867029" y="-84708"/>
              <a:chExt cx="5583936" cy="72516"/>
            </a:xfrm>
          </p:grpSpPr>
          <p:cxnSp>
            <p:nvCxnSpPr>
              <p:cNvPr id="70" name="Straight Connector 69"/>
              <p:cNvCxnSpPr/>
              <p:nvPr/>
            </p:nvCxnSpPr>
            <p:spPr bwMode="gray">
              <a:xfrm>
                <a:off x="867029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gray">
              <a:xfrm>
                <a:off x="6450965" y="-84708"/>
                <a:ext cx="0" cy="72516"/>
              </a:xfrm>
              <a:prstGeom prst="line">
                <a:avLst/>
              </a:prstGeom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9254716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indent="0" algn="l" defTabSz="914400" rtl="0" eaLnBrk="1" latinLnBrk="0" hangingPunct="1">
      <a:spcBef>
        <a:spcPts val="200"/>
      </a:spcBef>
      <a:spcAft>
        <a:spcPts val="200"/>
      </a:spcAft>
      <a:defRPr sz="1050" kern="1200">
        <a:solidFill>
          <a:schemeClr val="tx1"/>
        </a:solidFill>
        <a:latin typeface="+mn-lt"/>
        <a:ea typeface="+mn-ea"/>
        <a:cs typeface="+mn-cs"/>
      </a:defRPr>
    </a:lvl1pPr>
    <a:lvl2pPr marL="171450" indent="-17145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■"/>
      <a:defRPr sz="1050" kern="1200">
        <a:solidFill>
          <a:schemeClr val="tx1"/>
        </a:solidFill>
        <a:latin typeface="+mn-lt"/>
        <a:ea typeface="+mn-ea"/>
        <a:cs typeface="+mn-cs"/>
      </a:defRPr>
    </a:lvl2pPr>
    <a:lvl3pPr marL="360363" indent="-17938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□"/>
      <a:defRPr sz="1050" kern="1200">
        <a:solidFill>
          <a:schemeClr val="tx1"/>
        </a:solidFill>
        <a:latin typeface="+mn-lt"/>
        <a:ea typeface="+mn-ea"/>
        <a:cs typeface="+mn-cs"/>
      </a:defRPr>
    </a:lvl3pPr>
    <a:lvl4pPr marL="541338" indent="-180975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Char char="–"/>
      <a:defRPr sz="1050" kern="1200">
        <a:solidFill>
          <a:schemeClr val="tx1"/>
        </a:solidFill>
        <a:latin typeface="+mn-lt"/>
        <a:ea typeface="+mn-ea"/>
        <a:cs typeface="+mn-cs"/>
      </a:defRPr>
    </a:lvl4pPr>
    <a:lvl5pPr marL="266700" indent="-26670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rabicPeriod"/>
      <a:defRPr sz="1050" kern="1200">
        <a:solidFill>
          <a:schemeClr val="tx1"/>
        </a:solidFill>
        <a:latin typeface="+mn-lt"/>
        <a:ea typeface="+mn-ea"/>
        <a:cs typeface="+mn-cs"/>
      </a:defRPr>
    </a:lvl5pPr>
    <a:lvl6pPr marL="449263" indent="-185738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+mj-lt"/>
      <a:buAutoNum type="alphaLcParenR"/>
      <a:defRPr sz="105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spcBef>
        <a:spcPts val="200"/>
      </a:spcBef>
      <a:spcAft>
        <a:spcPts val="200"/>
      </a:spcAft>
      <a:buClr>
        <a:schemeClr val="accent1"/>
      </a:buClr>
      <a:buSzPct val="80000"/>
      <a:buFont typeface="Arial" panose="020B0604020202020204" pitchFamily="34" charset="0"/>
      <a:buNone/>
      <a:defRPr sz="1400" kern="1200" cap="all" baseline="0">
        <a:solidFill>
          <a:schemeClr val="accent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spcBef>
        <a:spcPts val="200"/>
      </a:spcBef>
      <a:spcAft>
        <a:spcPts val="200"/>
      </a:spcAft>
      <a:defRPr sz="1400" b="0" kern="1200" cap="all" baseline="0">
        <a:solidFill>
          <a:schemeClr val="accent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5456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63770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20727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05B7-9671-5A99-C8A7-D03EF7DEC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5F16F19C-5CDA-83B9-BBE7-CED6AEC5A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A241DB88-5078-A459-C290-54F7FAF26041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C946BE18-329A-C118-D3E8-B3768B81B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135636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76300" y="885825"/>
            <a:ext cx="5576888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78643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E31C-36B6-3524-02D6-74B0DB59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15163934-579A-54B2-C9AA-6B664BE4D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DB49AF72-CC7E-E6CE-34CC-4DD83187D6E7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C3BF99-E62A-5B6E-C550-2ABF7BDC4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18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01284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Image Placeholder 7"/>
          <p:cNvSpPr>
            <a:spLocks noGrp="1" noRot="1" noChangeAspect="1"/>
          </p:cNvSpPr>
          <p:nvPr>
            <p:ph type="sldImg"/>
          </p:nvPr>
        </p:nvSpPr>
        <p:spPr bwMode="gray">
          <a:xfrm>
            <a:off x="876300" y="885825"/>
            <a:ext cx="5576888" cy="3136900"/>
          </a:xfrm>
        </p:spPr>
      </p:sp>
      <p:sp>
        <p:nvSpPr>
          <p:cNvPr id="9" name="Notes Placeholder 8"/>
          <p:cNvSpPr>
            <a:spLocks noGrp="1"/>
          </p:cNvSpPr>
          <p:nvPr>
            <p:ph type="body" idx="1"/>
          </p:nvPr>
        </p:nvSpPr>
        <p:spPr bwMode="gray"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Chart </a:t>
            </a:r>
            <a:fld id="{4CBF50E3-ED67-46F2-ABFC-A36EE1082CF7}" type="slidenum">
              <a:rPr lang="en-US" b="1" smtClean="0"/>
              <a:pPr/>
              <a:t>21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2058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4E7ADB-7DF0-CA7D-D844-49687372DED4}"/>
              </a:ext>
            </a:extLst>
          </p:cNvPr>
          <p:cNvSpPr/>
          <p:nvPr userDrawn="1"/>
        </p:nvSpPr>
        <p:spPr bwMode="gray">
          <a:xfrm>
            <a:off x="1588595" y="3610713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3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en-US" dirty="0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3" y="2926794"/>
            <a:ext cx="8421689" cy="103163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3" y="3958431"/>
            <a:ext cx="8421689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149792829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9B42E9-6004-B682-9BB2-B6781818F1BD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9" y="3604262"/>
            <a:ext cx="8601075" cy="1380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015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1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231430064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AC0A0F-D572-A6E0-387E-345D272423FA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2932113"/>
            <a:ext cx="8601075" cy="20526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2"/>
            <a:ext cx="8605838" cy="3744913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6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2926794"/>
            <a:ext cx="8601073" cy="2057956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4"/>
            <a:ext cx="8421689" cy="1026317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br>
              <a:rPr lang="en-US" dirty="0"/>
            </a:br>
            <a:r>
              <a:rPr lang="en-US" dirty="0"/>
              <a:t>up to maximum 2 lines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358775" y="3958431"/>
            <a:ext cx="8421687" cy="840025"/>
          </a:xfrm>
          <a:prstGeom prst="rect">
            <a:avLst/>
          </a:prstGeom>
        </p:spPr>
        <p:txBody>
          <a:bodyPr rIns="108000"/>
          <a:lstStyle>
            <a:lvl1pPr marL="0" indent="0" algn="r">
              <a:buNone/>
              <a:defRPr sz="1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</a:t>
            </a:r>
            <a:br>
              <a:rPr lang="en-US" dirty="0"/>
            </a:br>
            <a:r>
              <a:rPr lang="en-US" dirty="0"/>
              <a:t>Job Description</a:t>
            </a:r>
            <a:br>
              <a:rPr lang="en-US" dirty="0"/>
            </a:br>
            <a:r>
              <a:rPr lang="en-US" dirty="0"/>
              <a:t>Institute</a:t>
            </a:r>
          </a:p>
        </p:txBody>
      </p:sp>
    </p:spTree>
    <p:extLst>
      <p:ext uri="{BB962C8B-B14F-4D97-AF65-F5344CB8AC3E}">
        <p14:creationId xmlns:p14="http://schemas.microsoft.com/office/powerpoint/2010/main" val="29236874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range (without speak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6FFFF40-1830-662B-0DF7-6359FB3CF885}"/>
              </a:ext>
            </a:extLst>
          </p:cNvPr>
          <p:cNvSpPr/>
          <p:nvPr userDrawn="1"/>
        </p:nvSpPr>
        <p:spPr bwMode="gray">
          <a:xfrm>
            <a:off x="1489336" y="3661334"/>
            <a:ext cx="7380820" cy="1131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1" name="Rectangle 20"/>
          <p:cNvSpPr/>
          <p:nvPr userDrawn="1"/>
        </p:nvSpPr>
        <p:spPr bwMode="gray">
          <a:xfrm>
            <a:off x="179388" y="3604262"/>
            <a:ext cx="8601075" cy="13804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358775" y="1058863"/>
            <a:ext cx="8605838" cy="3744914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15" name="Textplatzhalt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79389" y="3604260"/>
            <a:ext cx="8601073" cy="1380489"/>
          </a:xfrm>
          <a:prstGeom prst="rect">
            <a:avLst/>
          </a:prstGeom>
          <a:solidFill>
            <a:schemeClr val="accent2">
              <a:alpha val="70000"/>
            </a:schemeClr>
          </a:solidFill>
        </p:spPr>
        <p:txBody>
          <a:bodyPr vert="horz" lIns="108000" tIns="252000" rIns="0" bIns="0" rtlCol="0" anchor="t" anchorCtr="0">
            <a:noAutofit/>
          </a:bodyPr>
          <a:lstStyle>
            <a:lvl1pPr>
              <a:defRPr lang="de-DE" sz="20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noProof="0"/>
              <a:t>  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3604261"/>
            <a:ext cx="8421689" cy="1199516"/>
          </a:xfrm>
          <a:noFill/>
        </p:spPr>
        <p:txBody>
          <a:bodyPr lIns="108000" tIns="0"/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</a:t>
            </a:r>
            <a:br>
              <a:rPr lang="en-US" noProof="0" dirty="0"/>
            </a:br>
            <a:r>
              <a:rPr lang="en-US" noProof="0" dirty="0"/>
              <a:t>2 lines</a:t>
            </a:r>
          </a:p>
        </p:txBody>
      </p:sp>
    </p:spTree>
    <p:extLst>
      <p:ext uri="{BB962C8B-B14F-4D97-AF65-F5344CB8AC3E}">
        <p14:creationId xmlns:p14="http://schemas.microsoft.com/office/powerpoint/2010/main" val="175045730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 bwMode="gray">
          <a:xfrm>
            <a:off x="358775" y="1239838"/>
            <a:ext cx="6877050" cy="3563938"/>
          </a:xfrm>
          <a:prstGeom prst="rect">
            <a:avLst/>
          </a:prstGeom>
          <a:noFill/>
        </p:spPr>
        <p:txBody>
          <a:bodyPr lIns="0" tIns="72000" rIns="0" bIns="0"/>
          <a:lstStyle>
            <a:lvl1pPr marL="358775" indent="-358775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>
                <a:solidFill>
                  <a:schemeClr val="tx1"/>
                </a:solidFill>
              </a:defRPr>
            </a:lvl1pPr>
            <a:lvl2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2pPr>
            <a:lvl3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3pPr>
            <a:lvl4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4pPr>
            <a:lvl5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5pPr>
            <a:lvl6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6pPr>
            <a:lvl7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>
                <a:solidFill>
                  <a:schemeClr val="tx1"/>
                </a:solidFill>
              </a:defRPr>
            </a:lvl7pPr>
            <a:lvl8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8pPr>
            <a:lvl9pPr marL="630000" indent="-270000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■"/>
              <a:defRPr sz="1400" cap="none" baseline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 dirty="0"/>
              <a:t>Click to edit </a:t>
            </a:r>
            <a:r>
              <a:rPr lang="en-US" noProof="0" dirty="0"/>
              <a:t>Master</a:t>
            </a:r>
            <a:r>
              <a:rPr lang="en-GB" noProof="0" dirty="0"/>
              <a:t> text styles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CFF3EC-409E-63A1-E030-5FEB5C32CFB4}"/>
              </a:ext>
            </a:extLst>
          </p:cNvPr>
          <p:cNvSpPr txBox="1"/>
          <p:nvPr userDrawn="1"/>
        </p:nvSpPr>
        <p:spPr bwMode="gray">
          <a:xfrm>
            <a:off x="8130746" y="42672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3296948856"/>
      </p:ext>
    </p:extLst>
  </p:cSld>
  <p:clrMapOvr>
    <a:masterClrMapping/>
  </p:clrMapOvr>
  <p:transition spd="slow">
    <p:wipe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A378-D654-6058-1100-7130BB18C70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58775" y="1239838"/>
            <a:ext cx="6877050" cy="3563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4627540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ullet Poi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6877051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</a:t>
            </a:r>
            <a:r>
              <a:rPr lang="en-US" noProof="0" dirty="0"/>
              <a:t>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  <a:endParaRPr lang="en-US" noProof="0" dirty="0"/>
          </a:p>
        </p:txBody>
      </p:sp>
      <p:sp>
        <p:nvSpPr>
          <p:cNvPr id="5" name="Titel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34810753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C2384B77-A60D-2E26-15E3-207400B24A9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358777" y="1239837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078C676C-DB7C-A16F-DE7B-260DE2FD49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 bwMode="gray">
          <a:xfrm>
            <a:off x="3886202" y="1232126"/>
            <a:ext cx="3349624" cy="3563938"/>
          </a:xfrm>
          <a:prstGeom prst="rect">
            <a:avLst/>
          </a:prstGeom>
        </p:spPr>
        <p:txBody>
          <a:bodyPr/>
          <a:lstStyle>
            <a:lvl1pPr marL="268288" indent="-268288"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baseline="0"/>
            </a:lvl1pPr>
            <a:lvl2pPr marL="536575" indent="-268288">
              <a:buSzPct val="80000"/>
              <a:buFont typeface="Arial" panose="020B0604020202020204" pitchFamily="34" charset="0"/>
              <a:buChar char="□"/>
              <a:defRPr/>
            </a:lvl2pPr>
            <a:lvl3pPr marL="806450" indent="-269875">
              <a:buFont typeface="Arial" panose="020B0604020202020204" pitchFamily="34" charset="0"/>
              <a:buChar char="–"/>
              <a:defRPr/>
            </a:lvl3pPr>
            <a:lvl4pPr marL="270000" indent="-270000">
              <a:buFont typeface="+mj-lt"/>
              <a:buAutoNum type="arabicPeriod"/>
              <a:defRPr/>
            </a:lvl4pPr>
            <a:lvl5pPr marL="540000" indent="-270000">
              <a:buFont typeface="+mj-lt"/>
              <a:buAutoNum type="alphaLcParenR"/>
              <a:defRPr/>
            </a:lvl5pPr>
            <a:lvl6pPr marL="0" indent="0">
              <a:spcBef>
                <a:spcPts val="400"/>
              </a:spcBef>
              <a:spcAft>
                <a:spcPts val="400"/>
              </a:spcAft>
              <a:buNone/>
              <a:defRPr sz="1600" cap="all" baseline="0">
                <a:solidFill>
                  <a:schemeClr val="accent1"/>
                </a:solidFill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618523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239837"/>
            <a:ext cx="1585913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40536681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s (with Header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58776" y="1671649"/>
            <a:ext cx="1584325" cy="3132125"/>
          </a:xfrm>
          <a:prstGeom prst="rect">
            <a:avLst/>
          </a:prstGeom>
        </p:spPr>
        <p:txBody>
          <a:bodyPr tIns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/>
          </p:nvPr>
        </p:nvSpPr>
        <p:spPr bwMode="gray">
          <a:xfrm>
            <a:off x="2124076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2"/>
              </a:buClr>
              <a:defRPr/>
            </a:lvl2pPr>
            <a:lvl3pPr>
              <a:buClr>
                <a:schemeClr val="accent2"/>
              </a:buClr>
              <a:defRPr/>
            </a:lvl3pPr>
            <a:lvl4pPr>
              <a:buClr>
                <a:schemeClr val="accent2"/>
              </a:buClr>
              <a:defRPr/>
            </a:lvl4pPr>
            <a:lvl5pPr>
              <a:buClr>
                <a:schemeClr val="accent2"/>
              </a:buClr>
              <a:defRPr/>
            </a:lvl5pPr>
            <a:lvl6pPr>
              <a:buClr>
                <a:schemeClr val="accent2"/>
              </a:buClr>
              <a:defRPr/>
            </a:lvl6pPr>
            <a:lvl7pPr>
              <a:buClr>
                <a:schemeClr val="accent2"/>
              </a:buClr>
              <a:defRPr/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>
                <a:solidFill>
                  <a:schemeClr val="accent2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5"/>
          </p:nvPr>
        </p:nvSpPr>
        <p:spPr bwMode="gray">
          <a:xfrm>
            <a:off x="3886985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chemeClr val="accent3"/>
              </a:buClr>
              <a:defRPr/>
            </a:lvl4pPr>
            <a:lvl5pPr>
              <a:buClr>
                <a:schemeClr val="accent3"/>
              </a:buClr>
              <a:defRPr/>
            </a:lvl5pPr>
            <a:lvl6pPr>
              <a:buClr>
                <a:schemeClr val="accent3"/>
              </a:buClr>
              <a:defRPr/>
            </a:lvl6pPr>
            <a:lvl7pPr>
              <a:buClr>
                <a:schemeClr val="accent3"/>
              </a:buClr>
              <a:defRPr/>
            </a:lvl7pPr>
            <a:lvl8pPr>
              <a:defRPr>
                <a:solidFill>
                  <a:schemeClr val="accent3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6"/>
          </p:nvPr>
        </p:nvSpPr>
        <p:spPr bwMode="gray">
          <a:xfrm>
            <a:off x="5649913" y="1671649"/>
            <a:ext cx="1585913" cy="3132125"/>
          </a:xfrm>
          <a:prstGeom prst="rect">
            <a:avLst/>
          </a:prstGeom>
        </p:spPr>
        <p:txBody>
          <a:bodyPr tIns="0"/>
          <a:lstStyle>
            <a:lvl2pPr>
              <a:buClr>
                <a:schemeClr val="accent4"/>
              </a:buClr>
              <a:defRPr/>
            </a:lvl2pPr>
            <a:lvl3pPr>
              <a:buClr>
                <a:schemeClr val="accent4"/>
              </a:buClr>
              <a:defRPr/>
            </a:lvl3pPr>
            <a:lvl4pPr>
              <a:buClr>
                <a:schemeClr val="accent4"/>
              </a:buClr>
              <a:defRPr/>
            </a:lvl4pPr>
            <a:lvl5pPr>
              <a:buClr>
                <a:schemeClr val="accent4"/>
              </a:buClr>
              <a:defRPr/>
            </a:lvl5pPr>
            <a:lvl6pPr>
              <a:buClr>
                <a:schemeClr val="accent4"/>
              </a:buClr>
              <a:defRPr/>
            </a:lvl6pPr>
            <a:lvl7pPr>
              <a:buClr>
                <a:schemeClr val="accent4"/>
              </a:buClr>
              <a:defRPr/>
            </a:lvl7pPr>
            <a:lvl8pPr>
              <a:defRPr>
                <a:solidFill>
                  <a:schemeClr val="accent4"/>
                </a:solidFill>
              </a:defRPr>
            </a:lvl8pPr>
            <a:lvl9pPr>
              <a:defRPr>
                <a:solidFill>
                  <a:schemeClr val="accent4"/>
                </a:solidFill>
              </a:defRPr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358776" y="1239838"/>
            <a:ext cx="1584325" cy="287797"/>
          </a:xfrm>
          <a:prstGeom prst="rect">
            <a:avLst/>
          </a:prstGeom>
          <a:solidFill>
            <a:schemeClr val="accent1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1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124076" y="1239838"/>
            <a:ext cx="1584325" cy="287797"/>
          </a:xfrm>
          <a:prstGeom prst="rect">
            <a:avLst/>
          </a:prstGeom>
          <a:solidFill>
            <a:schemeClr val="accent2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2</a:t>
            </a:r>
          </a:p>
        </p:txBody>
      </p:sp>
      <p:sp>
        <p:nvSpPr>
          <p:cNvPr id="15" name="Text Placeholder 3"/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3888573" y="1239838"/>
            <a:ext cx="1584325" cy="287797"/>
          </a:xfrm>
          <a:prstGeom prst="rect">
            <a:avLst/>
          </a:prstGeom>
          <a:solidFill>
            <a:schemeClr val="accent3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3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644193" y="1239838"/>
            <a:ext cx="1584325" cy="287797"/>
          </a:xfrm>
          <a:prstGeom prst="rect">
            <a:avLst/>
          </a:prstGeom>
          <a:solidFill>
            <a:schemeClr val="accent4"/>
          </a:solidFill>
        </p:spPr>
        <p:txBody>
          <a:bodyPr wrap="square" lIns="72000" tIns="36000" rIns="72000" bIns="36000" anchor="ctr" anchorCtr="0"/>
          <a:lstStyle>
            <a:lvl1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 baseline="0">
                <a:solidFill>
                  <a:schemeClr val="bg1"/>
                </a:solidFill>
              </a:defRPr>
            </a:lvl1pPr>
            <a:lvl2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2pPr>
            <a:lvl3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3pPr>
            <a:lvl4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4pPr>
            <a:lvl5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5pPr>
            <a:lvl6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6pPr>
            <a:lvl7pPr marL="0" indent="0" algn="l">
              <a:spcBef>
                <a:spcPts val="300"/>
              </a:spcBef>
              <a:spcAft>
                <a:spcPts val="300"/>
              </a:spcAft>
              <a:buNone/>
              <a:defRPr sz="1200" b="1">
                <a:solidFill>
                  <a:schemeClr val="bg1"/>
                </a:solidFill>
              </a:defRPr>
            </a:lvl7pPr>
            <a:lvl8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8pPr>
            <a:lvl9pPr marL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Topic 4</a:t>
            </a:r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68435982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2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2124075" y="1239837"/>
            <a:ext cx="5111751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8" y="1239838"/>
            <a:ext cx="17637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751671967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3887790" y="1239837"/>
            <a:ext cx="3348037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9" y="1239838"/>
            <a:ext cx="3529012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 dirty="0"/>
              <a:t>Insert picture by </a:t>
            </a:r>
            <a:br>
              <a:rPr lang="en-US" noProof="0" dirty="0"/>
            </a:br>
            <a:r>
              <a:rPr lang="en-US" noProof="0" dirty="0"/>
              <a:t>clicking the icon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823356174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icture 75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 bwMode="gray">
          <a:xfrm>
            <a:off x="5651502" y="1239837"/>
            <a:ext cx="1584325" cy="3563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7" y="1239838"/>
            <a:ext cx="5292725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11981639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1239838"/>
            <a:ext cx="7056441" cy="3563937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Write your title</a:t>
            </a:r>
            <a:br>
              <a:rPr lang="en-US" noProof="0"/>
            </a:br>
            <a:r>
              <a:rPr lang="en-US" noProof="0"/>
              <a:t>- maximum 2 lines</a:t>
            </a:r>
          </a:p>
        </p:txBody>
      </p:sp>
    </p:spTree>
    <p:extLst>
      <p:ext uri="{BB962C8B-B14F-4D97-AF65-F5344CB8AC3E}">
        <p14:creationId xmlns:p14="http://schemas.microsoft.com/office/powerpoint/2010/main" val="102531602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A5AB30-E2C7-E7CF-C1E7-8CCE9089AB71}"/>
              </a:ext>
            </a:extLst>
          </p:cNvPr>
          <p:cNvSpPr/>
          <p:nvPr userDrawn="1"/>
        </p:nvSpPr>
        <p:spPr bwMode="gray">
          <a:xfrm>
            <a:off x="107505" y="1"/>
            <a:ext cx="7380820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179386" y="339502"/>
            <a:ext cx="7056441" cy="4464273"/>
          </a:xfrm>
          <a:prstGeom prst="rect">
            <a:avLst/>
          </a:prstGeom>
          <a:noFill/>
        </p:spPr>
        <p:txBody>
          <a:bodyPr anchor="ctr"/>
          <a:lstStyle>
            <a:lvl1pPr algn="ctr">
              <a:defRPr i="1"/>
            </a:lvl1pPr>
          </a:lstStyle>
          <a:p>
            <a:r>
              <a:rPr lang="en-US" noProof="0"/>
              <a:t>Insert picture by </a:t>
            </a:r>
            <a:br>
              <a:rPr lang="en-US" noProof="0"/>
            </a:br>
            <a:r>
              <a:rPr lang="en-US" noProof="0"/>
              <a:t>clicking the icon</a:t>
            </a:r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10157539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 userDrawn="1"/>
        </p:nvSpPr>
        <p:spPr bwMode="gray">
          <a:xfrm>
            <a:off x="179389" y="2932113"/>
            <a:ext cx="8601075" cy="20526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4" name="Rectangle 13"/>
          <p:cNvSpPr/>
          <p:nvPr userDrawn="1"/>
        </p:nvSpPr>
        <p:spPr bwMode="gray">
          <a:xfrm>
            <a:off x="107504" y="1"/>
            <a:ext cx="7309295" cy="11675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358775" y="2932113"/>
            <a:ext cx="8421685" cy="1871663"/>
          </a:xfrm>
          <a:solidFill>
            <a:srgbClr val="DD640C"/>
          </a:solidFill>
        </p:spPr>
        <p:txBody>
          <a:bodyPr lIns="108000" tIns="252000" rIns="108000" bIns="252000" anchor="ctr" anchorCtr="0"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up to maximum 2 lines</a:t>
            </a:r>
          </a:p>
        </p:txBody>
      </p:sp>
      <p:sp>
        <p:nvSpPr>
          <p:cNvPr id="11" name="Rectangle 10"/>
          <p:cNvSpPr/>
          <p:nvPr userDrawn="1"/>
        </p:nvSpPr>
        <p:spPr bwMode="gray">
          <a:xfrm>
            <a:off x="358776" y="2751932"/>
            <a:ext cx="8605836" cy="18018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Rectangle 11"/>
          <p:cNvSpPr/>
          <p:nvPr userDrawn="1"/>
        </p:nvSpPr>
        <p:spPr bwMode="gray">
          <a:xfrm>
            <a:off x="8780464" y="2934376"/>
            <a:ext cx="184149" cy="1869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11182617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050"/>
          <p:cNvSpPr/>
          <p:nvPr/>
        </p:nvSpPr>
        <p:spPr bwMode="gray">
          <a:xfrm>
            <a:off x="177170" y="1"/>
            <a:ext cx="7238834" cy="10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358776" y="108001"/>
            <a:ext cx="6877051" cy="927588"/>
          </a:xfrm>
          <a:prstGeom prst="rect">
            <a:avLst/>
          </a:prstGeom>
        </p:spPr>
        <p:txBody>
          <a:bodyPr vert="horz" lIns="0" tIns="0" rIns="0" bIns="180000" rtlCol="0" anchor="b" anchorCtr="0">
            <a:noAutofit/>
          </a:bodyPr>
          <a:lstStyle/>
          <a:p>
            <a:r>
              <a:rPr lang="en-US" noProof="0" dirty="0"/>
              <a:t>Write your title</a:t>
            </a:r>
            <a:br>
              <a:rPr lang="en-US" noProof="0" dirty="0"/>
            </a:br>
            <a:r>
              <a:rPr lang="en-US" noProof="0" dirty="0"/>
              <a:t>- maximum 2 lines</a:t>
            </a:r>
          </a:p>
        </p:txBody>
      </p:sp>
      <p:grpSp>
        <p:nvGrpSpPr>
          <p:cNvPr id="23" name="Group 22"/>
          <p:cNvGrpSpPr/>
          <p:nvPr/>
        </p:nvGrpSpPr>
        <p:grpSpPr bwMode="gray">
          <a:xfrm>
            <a:off x="-101695" y="1055849"/>
            <a:ext cx="99454" cy="3924294"/>
            <a:chOff x="-101696" y="1055849"/>
            <a:chExt cx="99454" cy="3924294"/>
          </a:xfrm>
        </p:grpSpPr>
        <p:cxnSp>
          <p:nvCxnSpPr>
            <p:cNvPr id="22" name="Straight Connector 21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/>
          <p:cNvGrpSpPr/>
          <p:nvPr/>
        </p:nvGrpSpPr>
        <p:grpSpPr bwMode="gray">
          <a:xfrm>
            <a:off x="9156605" y="1055849"/>
            <a:ext cx="99454" cy="3924294"/>
            <a:chOff x="-101696" y="1055849"/>
            <a:chExt cx="99454" cy="3924294"/>
          </a:xfrm>
        </p:grpSpPr>
        <p:cxnSp>
          <p:nvCxnSpPr>
            <p:cNvPr id="31" name="Straight Connector 30"/>
            <p:cNvCxnSpPr/>
            <p:nvPr userDrawn="1"/>
          </p:nvCxnSpPr>
          <p:spPr bwMode="gray">
            <a:xfrm>
              <a:off x="-101696" y="105584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 bwMode="gray">
            <a:xfrm>
              <a:off x="-101696" y="1236027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 userDrawn="1"/>
          </p:nvCxnSpPr>
          <p:spPr bwMode="gray">
            <a:xfrm>
              <a:off x="-101696" y="29283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 userDrawn="1"/>
          </p:nvCxnSpPr>
          <p:spPr bwMode="gray">
            <a:xfrm>
              <a:off x="-101696" y="310848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 bwMode="gray">
          <a:xfrm rot="5400000">
            <a:off x="4520765" y="-4456716"/>
            <a:ext cx="99454" cy="8786645"/>
            <a:chOff x="-101696" y="-3806503"/>
            <a:chExt cx="99454" cy="8786646"/>
          </a:xfrm>
        </p:grpSpPr>
        <p:cxnSp>
          <p:nvCxnSpPr>
            <p:cNvPr id="38" name="Straight Connector 37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 bwMode="gray">
          <a:xfrm rot="5400000">
            <a:off x="4520765" y="826438"/>
            <a:ext cx="99454" cy="8786645"/>
            <a:chOff x="-101696" y="-3806503"/>
            <a:chExt cx="99454" cy="8786646"/>
          </a:xfrm>
        </p:grpSpPr>
        <p:cxnSp>
          <p:nvCxnSpPr>
            <p:cNvPr id="50" name="Straight Connector 49"/>
            <p:cNvCxnSpPr/>
            <p:nvPr userDrawn="1"/>
          </p:nvCxnSpPr>
          <p:spPr bwMode="gray">
            <a:xfrm>
              <a:off x="-101696" y="127143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 userDrawn="1"/>
          </p:nvCxnSpPr>
          <p:spPr bwMode="gray">
            <a:xfrm>
              <a:off x="-101696" y="1451609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 userDrawn="1"/>
          </p:nvCxnSpPr>
          <p:spPr bwMode="gray">
            <a:xfrm>
              <a:off x="-101696" y="3033236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 userDrawn="1"/>
          </p:nvCxnSpPr>
          <p:spPr bwMode="gray">
            <a:xfrm>
              <a:off x="-101696" y="3213414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 userDrawn="1"/>
          </p:nvCxnSpPr>
          <p:spPr bwMode="gray">
            <a:xfrm>
              <a:off x="-74242" y="4799965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 userDrawn="1"/>
          </p:nvCxnSpPr>
          <p:spPr bwMode="gray">
            <a:xfrm>
              <a:off x="-74242" y="498014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 userDrawn="1"/>
          </p:nvCxnSpPr>
          <p:spPr bwMode="gray">
            <a:xfrm>
              <a:off x="-101696" y="-494980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 userDrawn="1"/>
          </p:nvCxnSpPr>
          <p:spPr bwMode="gray">
            <a:xfrm>
              <a:off x="-101696" y="-3148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 userDrawn="1"/>
          </p:nvCxnSpPr>
          <p:spPr bwMode="gray">
            <a:xfrm>
              <a:off x="-101696" y="-2258691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 userDrawn="1"/>
          </p:nvCxnSpPr>
          <p:spPr bwMode="gray">
            <a:xfrm>
              <a:off x="-101696" y="-207851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 userDrawn="1"/>
          </p:nvCxnSpPr>
          <p:spPr bwMode="gray">
            <a:xfrm>
              <a:off x="-101696" y="-3806503"/>
              <a:ext cx="7200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9" name="Rectangle 2048"/>
          <p:cNvSpPr/>
          <p:nvPr/>
        </p:nvSpPr>
        <p:spPr bwMode="gray">
          <a:xfrm>
            <a:off x="7308304" y="2391730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6" name="Rectangle 65"/>
          <p:cNvSpPr/>
          <p:nvPr/>
        </p:nvSpPr>
        <p:spPr bwMode="gray">
          <a:xfrm>
            <a:off x="177170" y="1031579"/>
            <a:ext cx="7238834" cy="25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64" name="Rectangle 2048"/>
          <p:cNvSpPr/>
          <p:nvPr/>
        </p:nvSpPr>
        <p:spPr bwMode="gray">
          <a:xfrm>
            <a:off x="7596336" y="866274"/>
            <a:ext cx="1440160" cy="165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noProof="0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70937C7D-7970-2DD0-9416-2BD2CE9F7DD8}"/>
              </a:ext>
            </a:extLst>
          </p:cNvPr>
          <p:cNvSpPr txBox="1">
            <a:spLocks/>
          </p:cNvSpPr>
          <p:nvPr userDrawn="1"/>
        </p:nvSpPr>
        <p:spPr>
          <a:xfrm>
            <a:off x="7416675" y="3562452"/>
            <a:ext cx="1547813" cy="521465"/>
          </a:xfrm>
          <a:prstGeom prst="rect">
            <a:avLst/>
          </a:prstGeom>
        </p:spPr>
        <p:txBody>
          <a:bodyPr lIns="0" tIns="0" anchor="b" anchorCtr="0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noProof="0" dirty="0"/>
              <a:t>Introduction to Probabilistic Machine Learning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6D6BE21-07EB-2A7A-3514-3C5C9A0F9F57}"/>
              </a:ext>
            </a:extLst>
          </p:cNvPr>
          <p:cNvSpPr txBox="1">
            <a:spLocks/>
          </p:cNvSpPr>
          <p:nvPr userDrawn="1"/>
        </p:nvSpPr>
        <p:spPr>
          <a:xfrm>
            <a:off x="7416488" y="4155928"/>
            <a:ext cx="1548000" cy="476395"/>
          </a:xfrm>
          <a:prstGeom prst="rect">
            <a:avLst/>
          </a:prstGeom>
        </p:spPr>
        <p:txBody>
          <a:bodyPr lIns="108000" tIns="0" anchor="t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b="0" i="1" kern="120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 noProof="0" dirty="0"/>
              <a:t>Unit 12 –</a:t>
            </a:r>
            <a:r>
              <a:rPr lang="en-US" sz="800" noProof="0" dirty="0"/>
              <a:t> Information Theory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31263011-02B0-D99B-96F0-5F8F5F6662F7}"/>
              </a:ext>
            </a:extLst>
          </p:cNvPr>
          <p:cNvSpPr txBox="1">
            <a:spLocks/>
          </p:cNvSpPr>
          <p:nvPr userDrawn="1"/>
        </p:nvSpPr>
        <p:spPr>
          <a:xfrm>
            <a:off x="7416488" y="4623195"/>
            <a:ext cx="1548000" cy="179496"/>
          </a:xfrm>
          <a:prstGeom prst="rect">
            <a:avLst/>
          </a:prstGeom>
        </p:spPr>
        <p:txBody>
          <a:bodyPr lIns="108000" tIns="0" anchor="b" anchorCtr="0"/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50" b="1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■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6575" indent="-268288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Arial" panose="020B0604020202020204" pitchFamily="34" charset="0"/>
              <a:buChar char="□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06450" indent="-269875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rabicPeriod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40000" indent="-27000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+mj-lt"/>
              <a:buAutoNum type="alphaLcParenR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None/>
              <a:defRPr sz="160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AE68F2E-2A8C-D34D-8DDE-B2849ECC962F}" type="slidenum">
              <a:rPr lang="de-DE" sz="700" noProof="0" smtClean="0"/>
              <a:pPr/>
              <a:t>‹#›</a:t>
            </a:fld>
            <a:r>
              <a:rPr lang="de-DE" sz="700" noProof="0" dirty="0"/>
              <a:t>/22</a:t>
            </a:r>
          </a:p>
        </p:txBody>
      </p:sp>
      <p:pic>
        <p:nvPicPr>
          <p:cNvPr id="6" name="Grafik 28">
            <a:extLst>
              <a:ext uri="{FF2B5EF4-FFF2-40B4-BE49-F238E27FC236}">
                <a16:creationId xmlns:a16="http://schemas.microsoft.com/office/drawing/2014/main" id="{0030E6E4-E302-1D7B-703C-E754385BD918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49665" y="239817"/>
            <a:ext cx="1308999" cy="74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9" r:id="rId4"/>
    <p:sldLayoutId id="2147483662" r:id="rId5"/>
    <p:sldLayoutId id="2147483650" r:id="rId6"/>
    <p:sldLayoutId id="2147483664" r:id="rId7"/>
    <p:sldLayoutId id="2147483652" r:id="rId8"/>
    <p:sldLayoutId id="2147483653" r:id="rId9"/>
    <p:sldLayoutId id="2147483660" r:id="rId10"/>
    <p:sldLayoutId id="2147483654" r:id="rId11"/>
    <p:sldLayoutId id="2147483655" r:id="rId12"/>
    <p:sldLayoutId id="2147483656" r:id="rId13"/>
    <p:sldLayoutId id="2147483657" r:id="rId14"/>
    <p:sldLayoutId id="2147483665" r:id="rId15"/>
    <p:sldLayoutId id="2147483663" r:id="rId16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2000" kern="1200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68288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■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5" indent="-268288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80000"/>
        <a:buFont typeface="Arial" panose="020B0604020202020204" pitchFamily="34" charset="0"/>
        <a:buChar char="□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06450" indent="-269875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rabicPeriod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40000" indent="-27000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1"/>
        </a:buClr>
        <a:buSzPct val="100000"/>
        <a:buFont typeface="+mj-lt"/>
        <a:buAutoNum type="alphaLcParenR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Clr>
          <a:schemeClr val="accent1"/>
        </a:buClr>
        <a:buSzPct val="90000"/>
        <a:buFont typeface="Arial" panose="020B0604020202020204" pitchFamily="34" charset="0"/>
        <a:buNone/>
        <a:defRPr sz="1600" kern="1200" cap="all" baseline="0">
          <a:solidFill>
            <a:schemeClr val="accent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600" b="0" kern="1200" cap="all" baseline="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" Type="http://schemas.openxmlformats.org/officeDocument/2006/relationships/image" Target="../media/image46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9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40.jpe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 descr="Statistical methodology and probability">
            <a:extLst>
              <a:ext uri="{FF2B5EF4-FFF2-40B4-BE49-F238E27FC236}">
                <a16:creationId xmlns:a16="http://schemas.microsoft.com/office/drawing/2014/main" id="{57ECBEC9-9B2D-29AF-0BE7-057B2B14C402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2499B4D-A6A4-7FB5-E40F-F91A99DDDB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6B42D6-B7D1-151D-17E2-D12C352A3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Probabilistic Machine Learning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B102906-BAE2-00D0-F9F8-0F97B27605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Ralf Herbrich</a:t>
            </a:r>
          </a:p>
          <a:p>
            <a:pPr algn="l"/>
            <a:r>
              <a:rPr lang="en-US" dirty="0"/>
              <a:t>Information Theory</a:t>
            </a:r>
          </a:p>
        </p:txBody>
      </p:sp>
    </p:spTree>
    <p:extLst>
      <p:ext uri="{BB962C8B-B14F-4D97-AF65-F5344CB8AC3E}">
        <p14:creationId xmlns:p14="http://schemas.microsoft.com/office/powerpoint/2010/main" val="1734704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Basics of Information Theory</a:t>
            </a:r>
          </a:p>
          <a:p>
            <a:pPr marL="342900" indent="-342900"/>
            <a:r>
              <a:rPr lang="en-US" altLang="en-DE" dirty="0"/>
              <a:t>Probability and Compression: Arithmetic Coding</a:t>
            </a:r>
          </a:p>
          <a:p>
            <a:pPr marL="342900" indent="-342900"/>
            <a:r>
              <a:rPr lang="en-US" altLang="en-DE" dirty="0"/>
              <a:t>Distance Measures for Probabilities Revisited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77010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b="1" dirty="0"/>
              <a:t>Basics of Information Theory</a:t>
            </a:r>
          </a:p>
          <a:p>
            <a:pPr marL="342900" indent="-342900"/>
            <a:r>
              <a:rPr lang="en-US" altLang="en-DE" dirty="0"/>
              <a:t>Probability and Compression: Arithmetic Coding</a:t>
            </a:r>
          </a:p>
          <a:p>
            <a:pPr marL="342900" indent="-342900"/>
            <a:r>
              <a:rPr lang="en-US" altLang="en-DE" dirty="0"/>
              <a:t>Distance Measures for Probabilities Revisited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138848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458444-FAB5-8E89-0CE6-979551C021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Information</a:t>
            </a:r>
            <a:r>
              <a:rPr lang="en-US" dirty="0"/>
              <a:t>: Facts, data or knowledge communicated or received about a particular situation, person, event or topic</a:t>
            </a:r>
          </a:p>
          <a:p>
            <a:pPr lvl="1"/>
            <a:r>
              <a:rPr lang="en-US" sz="1200" dirty="0"/>
              <a:t>Provides understanding or allows for informed decisions</a:t>
            </a:r>
          </a:p>
          <a:p>
            <a:pPr lvl="1"/>
            <a:r>
              <a:rPr lang="en-US" sz="1200" dirty="0"/>
              <a:t>Encoding and decoding information for transmission and interpretation is key!</a:t>
            </a:r>
          </a:p>
          <a:p>
            <a:pPr lvl="1"/>
            <a:r>
              <a:rPr lang="en-US" sz="1200" b="1" dirty="0"/>
              <a:t>Example</a:t>
            </a:r>
            <a:r>
              <a:rPr lang="en-US" sz="1200" dirty="0"/>
              <a:t>: Visual processing</a:t>
            </a:r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lvl="1"/>
            <a:endParaRPr lang="en-US" sz="1200" dirty="0"/>
          </a:p>
          <a:p>
            <a:pPr marL="268287" lvl="1" indent="0">
              <a:buNone/>
            </a:pPr>
            <a:endParaRPr lang="en-US" sz="1200" dirty="0"/>
          </a:p>
          <a:p>
            <a:r>
              <a:rPr lang="en-US" b="1" dirty="0"/>
              <a:t>Information Theory</a:t>
            </a:r>
            <a:r>
              <a:rPr lang="en-US" dirty="0"/>
              <a:t>: Mathematical study of the quantification, storage, and communication of information.</a:t>
            </a:r>
          </a:p>
          <a:p>
            <a:pPr lvl="1"/>
            <a:r>
              <a:rPr lang="en-US" sz="1200" b="1" dirty="0"/>
              <a:t>Information</a:t>
            </a:r>
            <a:r>
              <a:rPr lang="en-US" sz="1200" dirty="0"/>
              <a:t>: A set of messages where the goal is to send the messages over a noisy channel, and to have the receiver reconstruct the message with low error probability</a:t>
            </a:r>
          </a:p>
          <a:p>
            <a:pPr lvl="1"/>
            <a:r>
              <a:rPr lang="en-US" sz="1200" dirty="0"/>
              <a:t>Less than 100 years old and established by Claude Shannon in 1948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1AFBF55-D7F3-8519-CBE9-C38D42956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Information?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DDA4B8-509B-6A08-0498-0D6374CA81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9" t="8512" r="2116" b="2113"/>
          <a:stretch>
            <a:fillRect/>
          </a:stretch>
        </p:blipFill>
        <p:spPr bwMode="auto">
          <a:xfrm>
            <a:off x="3721620" y="2499742"/>
            <a:ext cx="1700760" cy="115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EA935CF-65A0-3140-7199-6C03716CECCF}"/>
              </a:ext>
            </a:extLst>
          </p:cNvPr>
          <p:cNvCxnSpPr>
            <a:cxnSpLocks/>
            <a:stCxn id="7" idx="3"/>
          </p:cNvCxnSpPr>
          <p:nvPr/>
        </p:nvCxnSpPr>
        <p:spPr bwMode="gray">
          <a:xfrm flipV="1">
            <a:off x="3858558" y="3161119"/>
            <a:ext cx="131932" cy="490751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453D2E-D9D8-4717-D273-31D0534946FF}"/>
              </a:ext>
            </a:extLst>
          </p:cNvPr>
          <p:cNvSpPr txBox="1"/>
          <p:nvPr/>
        </p:nvSpPr>
        <p:spPr bwMode="gray">
          <a:xfrm>
            <a:off x="2866457" y="3515271"/>
            <a:ext cx="992101" cy="27319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900" dirty="0">
                <a:solidFill>
                  <a:srgbClr val="C00000"/>
                </a:solidFill>
              </a:rPr>
              <a:t>~1.5 million retinal </a:t>
            </a:r>
            <a:br>
              <a:rPr lang="en-DE" sz="900" dirty="0">
                <a:solidFill>
                  <a:srgbClr val="C00000"/>
                </a:solidFill>
              </a:rPr>
            </a:br>
            <a:r>
              <a:rPr lang="en-DE" sz="900" dirty="0">
                <a:solidFill>
                  <a:srgbClr val="C00000"/>
                </a:solidFill>
              </a:rPr>
              <a:t>ganglion cells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4483E3-0982-0512-7E34-9247D20885D1}"/>
              </a:ext>
            </a:extLst>
          </p:cNvPr>
          <p:cNvCxnSpPr>
            <a:cxnSpLocks/>
            <a:stCxn id="18" idx="3"/>
          </p:cNvCxnSpPr>
          <p:nvPr/>
        </p:nvCxnSpPr>
        <p:spPr bwMode="gray">
          <a:xfrm>
            <a:off x="3174121" y="3024520"/>
            <a:ext cx="547499" cy="14325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5C105E4-18D2-F540-6803-F0E7CD5BE5B7}"/>
              </a:ext>
            </a:extLst>
          </p:cNvPr>
          <p:cNvSpPr txBox="1"/>
          <p:nvPr/>
        </p:nvSpPr>
        <p:spPr bwMode="gray">
          <a:xfrm>
            <a:off x="2182020" y="2887921"/>
            <a:ext cx="992101" cy="27319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900" dirty="0">
                <a:solidFill>
                  <a:srgbClr val="C00000"/>
                </a:solidFill>
              </a:rPr>
              <a:t>~96 million </a:t>
            </a:r>
            <a:br>
              <a:rPr lang="en-DE" sz="900" dirty="0">
                <a:solidFill>
                  <a:srgbClr val="C00000"/>
                </a:solidFill>
              </a:rPr>
            </a:br>
            <a:r>
              <a:rPr lang="en-DE" sz="900" dirty="0">
                <a:solidFill>
                  <a:srgbClr val="C00000"/>
                </a:solidFill>
              </a:rPr>
              <a:t>photoreceptor cells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33B25F-31A7-4621-43FF-54343C574183}"/>
              </a:ext>
            </a:extLst>
          </p:cNvPr>
          <p:cNvCxnSpPr>
            <a:cxnSpLocks/>
            <a:stCxn id="23" idx="1"/>
          </p:cNvCxnSpPr>
          <p:nvPr/>
        </p:nvCxnSpPr>
        <p:spPr bwMode="gray">
          <a:xfrm flipH="1" flipV="1">
            <a:off x="5278364" y="3167772"/>
            <a:ext cx="408221" cy="2109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2067A38-5C48-DB87-C91C-B2A4EF33BCFC}"/>
              </a:ext>
            </a:extLst>
          </p:cNvPr>
          <p:cNvSpPr txBox="1"/>
          <p:nvPr/>
        </p:nvSpPr>
        <p:spPr bwMode="gray">
          <a:xfrm>
            <a:off x="5686585" y="3242073"/>
            <a:ext cx="1175955" cy="27319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900" dirty="0">
                <a:solidFill>
                  <a:srgbClr val="C00000"/>
                </a:solidFill>
              </a:rPr>
              <a:t>~140 million V1 cells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8E54615-58FA-EDDC-D6AC-3DF2E8FC4660}"/>
              </a:ext>
            </a:extLst>
          </p:cNvPr>
          <p:cNvCxnSpPr>
            <a:cxnSpLocks/>
            <a:stCxn id="27" idx="1"/>
            <a:endCxn id="1026" idx="0"/>
          </p:cNvCxnSpPr>
          <p:nvPr/>
        </p:nvCxnSpPr>
        <p:spPr bwMode="gray">
          <a:xfrm flipH="1">
            <a:off x="4572000" y="2427734"/>
            <a:ext cx="706364" cy="7200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CEE3188-E860-6B49-EFBE-A2FA087EEC29}"/>
              </a:ext>
            </a:extLst>
          </p:cNvPr>
          <p:cNvSpPr txBox="1"/>
          <p:nvPr/>
        </p:nvSpPr>
        <p:spPr bwMode="gray">
          <a:xfrm>
            <a:off x="5278364" y="2291135"/>
            <a:ext cx="2160240" cy="27319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900" dirty="0">
                <a:solidFill>
                  <a:srgbClr val="C00000"/>
                </a:solidFill>
              </a:rPr>
              <a:t>~~4-6 billon cells in human visual cortex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E41372F-F493-F69F-7320-05655F569E4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2320" y="1270009"/>
            <a:ext cx="1455225" cy="165618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B8D1343-13BD-C8AE-29EA-E81E0B09E3DD}"/>
              </a:ext>
            </a:extLst>
          </p:cNvPr>
          <p:cNvSpPr txBox="1"/>
          <p:nvPr/>
        </p:nvSpPr>
        <p:spPr bwMode="gray">
          <a:xfrm>
            <a:off x="7657496" y="292619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Claude Shannon</a:t>
            </a:r>
            <a:br>
              <a:rPr lang="en-US" sz="800" b="1" dirty="0"/>
            </a:br>
            <a:r>
              <a:rPr lang="en-US" sz="800" b="1" dirty="0"/>
              <a:t>(1913 – 2001)</a:t>
            </a:r>
          </a:p>
        </p:txBody>
      </p:sp>
    </p:spTree>
    <p:extLst>
      <p:ext uri="{BB962C8B-B14F-4D97-AF65-F5344CB8AC3E}">
        <p14:creationId xmlns:p14="http://schemas.microsoft.com/office/powerpoint/2010/main" val="38936466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8" grpId="0"/>
      <p:bldP spid="23" grpId="0"/>
      <p:bldP spid="27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13D3E3A-9298-9DF0-228E-5E07389EA59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301455" cy="3563938"/>
              </a:xfrm>
            </p:spPr>
            <p:txBody>
              <a:bodyPr/>
              <a:lstStyle/>
              <a:p>
                <a:r>
                  <a:rPr lang="en-US" b="1" dirty="0"/>
                  <a:t>Scenario 1</a:t>
                </a:r>
                <a:r>
                  <a:rPr lang="en-US" dirty="0"/>
                  <a:t>: </a:t>
                </a:r>
              </a:p>
              <a:p>
                <a:pPr lvl="1"/>
                <a:r>
                  <a:rPr lang="en-US" sz="1200" dirty="0"/>
                  <a:t>A coin toss with uncertain outcome modelled via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sz="1200" b="0" i="0" smtClean="0">
                        <a:latin typeface="Cambria Math" panose="02040503050406030204" pitchFamily="18" charset="0"/>
                      </a:rPr>
                      <m:t>Ber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200" b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1200" dirty="0"/>
                  <a:t> is the information received by observing the value of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if you know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200" dirty="0"/>
              </a:p>
              <a:p>
                <a:pPr lvl="1"/>
                <a:r>
                  <a:rPr lang="en-US" sz="1200" b="1" dirty="0"/>
                  <a:t>Question</a:t>
                </a:r>
                <a:r>
                  <a:rPr lang="en-US" sz="1200" dirty="0"/>
                  <a:t>:</a:t>
                </a:r>
              </a:p>
              <a:p>
                <a:pPr lvl="2"/>
                <a:r>
                  <a:rPr lang="en-US" sz="1200" dirty="0"/>
                  <a:t>How much is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nor/>
                          </m:rPr>
                          <a:rPr lang="en-US" sz="1200" dirty="0"/>
                          <m:t>100%</m:t>
                        </m:r>
                      </m:e>
                    </m:d>
                  </m:oMath>
                </a14:m>
                <a:r>
                  <a:rPr lang="en-US" sz="1200" dirty="0"/>
                  <a:t> when the success probability was 100%?</a:t>
                </a:r>
              </a:p>
              <a:p>
                <a:pPr lvl="2"/>
                <a:r>
                  <a:rPr lang="en-US" sz="1200" dirty="0"/>
                  <a:t>What’s the relation between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99%</m:t>
                        </m:r>
                      </m:e>
                    </m:d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1%</m:t>
                        </m:r>
                      </m:e>
                    </m:d>
                  </m:oMath>
                </a14:m>
                <a:r>
                  <a:rPr lang="en-US" sz="1200" dirty="0"/>
                  <a:t>?</a:t>
                </a:r>
              </a:p>
              <a:p>
                <a:pPr lvl="1"/>
                <a:r>
                  <a:rPr lang="en-US" sz="1200" b="1" dirty="0"/>
                  <a:t>Conclusion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dirty="0"/>
                  <a:t> is monotonically decreasing in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1" dirty="0"/>
              </a:p>
              <a:p>
                <a:r>
                  <a:rPr lang="en-US" b="1" dirty="0"/>
                  <a:t>Scenario 2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1200" dirty="0"/>
                  <a:t>Two independent coins are tossed modelled via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r>
                  <a:rPr lang="en-US" sz="1200" b="1" dirty="0"/>
                  <a:t>Question</a:t>
                </a:r>
                <a:r>
                  <a:rPr lang="en-US" sz="1200" dirty="0"/>
                  <a:t>: In what relation does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200" dirty="0"/>
                  <a:t> stand to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200" dirty="0"/>
                  <a:t>?</a:t>
                </a:r>
              </a:p>
              <a:p>
                <a:pPr lvl="1"/>
                <a:r>
                  <a:rPr lang="en-US" sz="1200" b="1" dirty="0"/>
                  <a:t>Conclusion</a:t>
                </a:r>
                <a:r>
                  <a:rPr lang="en-US" sz="1200" dirty="0"/>
                  <a:t>: If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1200" dirty="0"/>
                  <a:t> then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4" name="Text Placeholder 3">
                <a:extLst>
                  <a:ext uri="{FF2B5EF4-FFF2-40B4-BE49-F238E27FC236}">
                    <a16:creationId xmlns:a16="http://schemas.microsoft.com/office/drawing/2014/main" id="{B13D3E3A-9298-9DF0-228E-5E07389EA5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301455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BD26343-4B0F-CF9D-7898-5C8CD321D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Motivating Example: Information and Coin Tosses</a:t>
            </a:r>
          </a:p>
        </p:txBody>
      </p:sp>
      <p:sp>
        <p:nvSpPr>
          <p:cNvPr id="5" name="Rechteck 28">
            <a:extLst>
              <a:ext uri="{FF2B5EF4-FFF2-40B4-BE49-F238E27FC236}">
                <a16:creationId xmlns:a16="http://schemas.microsoft.com/office/drawing/2014/main" id="{C9D84DBE-4A73-6DF2-0B36-705CA0B277AF}"/>
              </a:ext>
            </a:extLst>
          </p:cNvPr>
          <p:cNvSpPr/>
          <p:nvPr/>
        </p:nvSpPr>
        <p:spPr bwMode="gray">
          <a:xfrm>
            <a:off x="6695538" y="1545897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6" name="Rechteck 29">
            <a:extLst>
              <a:ext uri="{FF2B5EF4-FFF2-40B4-BE49-F238E27FC236}">
                <a16:creationId xmlns:a16="http://schemas.microsoft.com/office/drawing/2014/main" id="{572C19E9-DD9B-A253-57D7-2E3EC703B94F}"/>
              </a:ext>
            </a:extLst>
          </p:cNvPr>
          <p:cNvSpPr/>
          <p:nvPr/>
        </p:nvSpPr>
        <p:spPr bwMode="gray">
          <a:xfrm>
            <a:off x="7348994" y="2859862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p:sp>
        <p:nvSpPr>
          <p:cNvPr id="7" name="Rechteck 30">
            <a:extLst>
              <a:ext uri="{FF2B5EF4-FFF2-40B4-BE49-F238E27FC236}">
                <a16:creationId xmlns:a16="http://schemas.microsoft.com/office/drawing/2014/main" id="{F2F4C414-64E9-C706-CC11-31F5E6D0FD38}"/>
              </a:ext>
            </a:extLst>
          </p:cNvPr>
          <p:cNvSpPr/>
          <p:nvPr/>
        </p:nvSpPr>
        <p:spPr bwMode="gray">
          <a:xfrm>
            <a:off x="7992480" y="1552085"/>
            <a:ext cx="900000" cy="7200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de-DE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32">
                <a:extLst>
                  <a:ext uri="{FF2B5EF4-FFF2-40B4-BE49-F238E27FC236}">
                    <a16:creationId xmlns:a16="http://schemas.microsoft.com/office/drawing/2014/main" id="{D97622D7-F397-5E29-14EC-EC13B6DD83ED}"/>
                  </a:ext>
                </a:extLst>
              </p:cNvPr>
              <p:cNvSpPr/>
              <p:nvPr/>
            </p:nvSpPr>
            <p:spPr bwMode="gray">
              <a:xfrm>
                <a:off x="6695937" y="1239837"/>
                <a:ext cx="900000" cy="216000"/>
              </a:xfrm>
              <a:prstGeom prst="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de-DE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(1|100%) = 0</m:t>
                      </m:r>
                    </m:oMath>
                  </m:oMathPara>
                </a14:m>
                <a:endParaRPr lang="de-DE" sz="7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hteck 32">
                <a:extLst>
                  <a:ext uri="{FF2B5EF4-FFF2-40B4-BE49-F238E27FC236}">
                    <a16:creationId xmlns:a16="http://schemas.microsoft.com/office/drawing/2014/main" id="{D97622D7-F397-5E29-14EC-EC13B6DD83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95937" y="1239837"/>
                <a:ext cx="900000" cy="21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eck 33">
                <a:extLst>
                  <a:ext uri="{FF2B5EF4-FFF2-40B4-BE49-F238E27FC236}">
                    <a16:creationId xmlns:a16="http://schemas.microsoft.com/office/drawing/2014/main" id="{54585A99-34F7-7724-1663-28DBF0D778A3}"/>
                  </a:ext>
                </a:extLst>
              </p:cNvPr>
              <p:cNvSpPr/>
              <p:nvPr/>
            </p:nvSpPr>
            <p:spPr bwMode="gray">
              <a:xfrm>
                <a:off x="7992480" y="1239837"/>
                <a:ext cx="900000" cy="216000"/>
              </a:xfrm>
              <a:prstGeom prst="rect">
                <a:avLst/>
              </a:prstGeom>
              <a:ln/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de-DE" sz="7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de-DE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7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00%</m:t>
                          </m:r>
                        </m:e>
                      </m:d>
                      <m:r>
                        <a:rPr lang="en-US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de-DE" sz="7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700" b="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de-DE" sz="7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hteck 33">
                <a:extLst>
                  <a:ext uri="{FF2B5EF4-FFF2-40B4-BE49-F238E27FC236}">
                    <a16:creationId xmlns:a16="http://schemas.microsoft.com/office/drawing/2014/main" id="{54585A99-34F7-7724-1663-28DBF0D77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92480" y="1239837"/>
                <a:ext cx="900000" cy="21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hteck 34">
                <a:extLst>
                  <a:ext uri="{FF2B5EF4-FFF2-40B4-BE49-F238E27FC236}">
                    <a16:creationId xmlns:a16="http://schemas.microsoft.com/office/drawing/2014/main" id="{C3516AE6-5DD6-9E28-F9FE-177435831E79}"/>
                  </a:ext>
                </a:extLst>
              </p:cNvPr>
              <p:cNvSpPr/>
              <p:nvPr/>
            </p:nvSpPr>
            <p:spPr bwMode="gray">
              <a:xfrm>
                <a:off x="7348994" y="2556120"/>
                <a:ext cx="900000" cy="216000"/>
              </a:xfrm>
              <a:prstGeom prst="rect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de-DE" sz="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|99%</m:t>
                          </m:r>
                        </m:e>
                      </m:d>
                      <m:r>
                        <a:rPr lang="de-DE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de-DE" sz="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|1%</m:t>
                          </m:r>
                        </m:e>
                      </m:d>
                    </m:oMath>
                  </m:oMathPara>
                </a14:m>
                <a:endParaRPr lang="de-DE" sz="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hteck 34">
                <a:extLst>
                  <a:ext uri="{FF2B5EF4-FFF2-40B4-BE49-F238E27FC236}">
                    <a16:creationId xmlns:a16="http://schemas.microsoft.com/office/drawing/2014/main" id="{C3516AE6-5DD6-9E28-F9FE-177435831E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48994" y="2556120"/>
                <a:ext cx="900000" cy="21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hteck 32">
                <a:extLst>
                  <a:ext uri="{FF2B5EF4-FFF2-40B4-BE49-F238E27FC236}">
                    <a16:creationId xmlns:a16="http://schemas.microsoft.com/office/drawing/2014/main" id="{FAF2B947-CD0A-8A98-677A-E180EC3F5FCB}"/>
                  </a:ext>
                </a:extLst>
              </p:cNvPr>
              <p:cNvSpPr/>
              <p:nvPr/>
            </p:nvSpPr>
            <p:spPr bwMode="gray">
              <a:xfrm>
                <a:off x="6695538" y="1239837"/>
                <a:ext cx="900000" cy="216000"/>
              </a:xfrm>
              <a:prstGeom prst="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1|99%</m:t>
                          </m:r>
                        </m:e>
                      </m:d>
                      <m:r>
                        <a:rPr lang="en-US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1|1%</m:t>
                          </m:r>
                        </m:e>
                      </m:d>
                    </m:oMath>
                  </m:oMathPara>
                </a14:m>
                <a:endParaRPr lang="de-DE" sz="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Rechteck 32">
                <a:extLst>
                  <a:ext uri="{FF2B5EF4-FFF2-40B4-BE49-F238E27FC236}">
                    <a16:creationId xmlns:a16="http://schemas.microsoft.com/office/drawing/2014/main" id="{FAF2B947-CD0A-8A98-677A-E180EC3F5F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95538" y="1239837"/>
                <a:ext cx="900000" cy="216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hteck 33">
                <a:extLst>
                  <a:ext uri="{FF2B5EF4-FFF2-40B4-BE49-F238E27FC236}">
                    <a16:creationId xmlns:a16="http://schemas.microsoft.com/office/drawing/2014/main" id="{F06A7188-00CD-06E0-ADFA-D22A3169880F}"/>
                  </a:ext>
                </a:extLst>
              </p:cNvPr>
              <p:cNvSpPr/>
              <p:nvPr/>
            </p:nvSpPr>
            <p:spPr bwMode="gray">
              <a:xfrm>
                <a:off x="7988921" y="1239837"/>
                <a:ext cx="900000" cy="216000"/>
              </a:xfrm>
              <a:prstGeom prst="rect">
                <a:avLst/>
              </a:prstGeom>
              <a:ln/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de-DE" sz="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|99%</m:t>
                          </m:r>
                        </m:e>
                      </m:d>
                      <m:r>
                        <a:rPr lang="en-US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6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6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6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1|1%</m:t>
                          </m:r>
                        </m:e>
                      </m:d>
                    </m:oMath>
                  </m:oMathPara>
                </a14:m>
                <a:endParaRPr lang="de-DE" sz="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Rechteck 33">
                <a:extLst>
                  <a:ext uri="{FF2B5EF4-FFF2-40B4-BE49-F238E27FC236}">
                    <a16:creationId xmlns:a16="http://schemas.microsoft.com/office/drawing/2014/main" id="{F06A7188-00CD-06E0-ADFA-D22A316988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88921" y="1239837"/>
                <a:ext cx="900000" cy="21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hteck 34">
                <a:extLst>
                  <a:ext uri="{FF2B5EF4-FFF2-40B4-BE49-F238E27FC236}">
                    <a16:creationId xmlns:a16="http://schemas.microsoft.com/office/drawing/2014/main" id="{747C449F-58EE-C822-F04A-B0C23141AC90}"/>
                  </a:ext>
                </a:extLst>
              </p:cNvPr>
              <p:cNvSpPr/>
              <p:nvPr/>
            </p:nvSpPr>
            <p:spPr bwMode="gray">
              <a:xfrm>
                <a:off x="7348994" y="2393771"/>
                <a:ext cx="900000" cy="378349"/>
              </a:xfrm>
              <a:prstGeom prst="rect">
                <a:avLst/>
              </a:prstGeom>
              <a:ln/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&lt;</m:t>
                      </m:r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de-DE" sz="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hteck 34">
                <a:extLst>
                  <a:ext uri="{FF2B5EF4-FFF2-40B4-BE49-F238E27FC236}">
                    <a16:creationId xmlns:a16="http://schemas.microsoft.com/office/drawing/2014/main" id="{747C449F-58EE-C822-F04A-B0C23141AC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48994" y="2393771"/>
                <a:ext cx="900000" cy="37834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hteck 32">
                <a:extLst>
                  <a:ext uri="{FF2B5EF4-FFF2-40B4-BE49-F238E27FC236}">
                    <a16:creationId xmlns:a16="http://schemas.microsoft.com/office/drawing/2014/main" id="{A486818C-E28C-A2F9-FA64-2FB5F5B22AA9}"/>
                  </a:ext>
                </a:extLst>
              </p:cNvPr>
              <p:cNvSpPr/>
              <p:nvPr/>
            </p:nvSpPr>
            <p:spPr bwMode="gray">
              <a:xfrm>
                <a:off x="6695538" y="1115465"/>
                <a:ext cx="900000" cy="341842"/>
              </a:xfrm>
              <a:prstGeom prst="rect">
                <a:avLst/>
              </a:prstGeom>
              <a:ln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800" b="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de-DE" sz="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Rechteck 32">
                <a:extLst>
                  <a:ext uri="{FF2B5EF4-FFF2-40B4-BE49-F238E27FC236}">
                    <a16:creationId xmlns:a16="http://schemas.microsoft.com/office/drawing/2014/main" id="{A486818C-E28C-A2F9-FA64-2FB5F5B22A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95538" y="1115465"/>
                <a:ext cx="900000" cy="34184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hteck 33">
                <a:extLst>
                  <a:ext uri="{FF2B5EF4-FFF2-40B4-BE49-F238E27FC236}">
                    <a16:creationId xmlns:a16="http://schemas.microsoft.com/office/drawing/2014/main" id="{51E88B9F-9389-F100-3867-75337B6BD8EF}"/>
                  </a:ext>
                </a:extLst>
              </p:cNvPr>
              <p:cNvSpPr/>
              <p:nvPr/>
            </p:nvSpPr>
            <p:spPr bwMode="gray">
              <a:xfrm>
                <a:off x="7988921" y="1077488"/>
                <a:ext cx="907118" cy="378349"/>
              </a:xfrm>
              <a:prstGeom prst="rect">
                <a:avLst/>
              </a:prstGeom>
              <a:ln/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&gt;</m:t>
                      </m:r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sz="8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de-DE" sz="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Rechteck 33">
                <a:extLst>
                  <a:ext uri="{FF2B5EF4-FFF2-40B4-BE49-F238E27FC236}">
                    <a16:creationId xmlns:a16="http://schemas.microsoft.com/office/drawing/2014/main" id="{51E88B9F-9389-F100-3867-75337B6BD8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88921" y="1077488"/>
                <a:ext cx="907118" cy="3783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036146-9458-CB43-2158-2C758D467278}"/>
                  </a:ext>
                </a:extLst>
              </p:cNvPr>
              <p:cNvSpPr txBox="1"/>
              <p:nvPr/>
            </p:nvSpPr>
            <p:spPr bwMode="gray">
              <a:xfrm>
                <a:off x="1529049" y="4299719"/>
                <a:ext cx="4536504" cy="504056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 lIns="0" tIns="0" rIns="0" bIns="0" rtlCol="0" anchor="ctr">
                <a:noAutofit/>
              </a:bodyPr>
              <a:lstStyle/>
              <a:p>
                <a:pPr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3036146-9458-CB43-2158-2C758D467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529049" y="4299719"/>
                <a:ext cx="4536504" cy="5040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4926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65B5EAD-AB3F-6B0E-D391-9E08844CD4F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Observation</a:t>
                </a:r>
                <a:r>
                  <a:rPr lang="en-US" dirty="0"/>
                  <a:t>: Information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only defined for a particular outcome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!</a:t>
                </a:r>
              </a:p>
              <a:p>
                <a:r>
                  <a:rPr lang="en-US" b="1" dirty="0"/>
                  <a:t>Entropy</a:t>
                </a:r>
                <a:r>
                  <a:rPr lang="en-US" dirty="0"/>
                  <a:t>. </a:t>
                </a:r>
                <a:r>
                  <a:rPr lang="en-US" i="1" dirty="0"/>
                  <a:t>The </a:t>
                </a:r>
                <a:r>
                  <a:rPr lang="en-US" dirty="0"/>
                  <a:t>entropy</a:t>
                </a:r>
                <a:r>
                  <a:rPr lang="en-US" i="1" dirty="0"/>
                  <a:t> of a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is the </a:t>
                </a:r>
                <a:r>
                  <a:rPr lang="en-US" dirty="0"/>
                  <a:t>average level of information</a:t>
                </a:r>
                <a:r>
                  <a:rPr lang="en-US" i="1" dirty="0"/>
                  <a:t> inherent to the variable’s outcomes and is defined by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i="1" dirty="0"/>
                  <a:t>)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endParaRPr lang="en-US" b="1" i="1" dirty="0">
                  <a:latin typeface="Cambria Math" panose="02040503050406030204" pitchFamily="18" charset="0"/>
                </a:endParaRPr>
              </a:p>
              <a:p>
                <a:r>
                  <a:rPr lang="en-US" b="1" dirty="0"/>
                  <a:t>Interpretations of Entropy</a:t>
                </a:r>
                <a:r>
                  <a:rPr lang="en-US" dirty="0"/>
                  <a:t>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Minimum number of random bits to draw outcomes from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1200" dirty="0"/>
                  <a:t> on average</a:t>
                </a:r>
              </a:p>
              <a:p>
                <a:pPr marL="611187" lvl="1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Average number of bits to store a compressed outcome of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endParaRPr lang="en-US" sz="1200" dirty="0"/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Minimum number of yes/no questions on average to guess a draw from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1200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65B5EAD-AB3F-6B0E-D391-9E08844CD4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8AE8533-4148-C6D9-1A94-C856D993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 of Information: Entropy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6F0D5B-3D1D-E45B-776B-A80A93F5D037}"/>
                  </a:ext>
                </a:extLst>
              </p:cNvPr>
              <p:cNvSpPr txBox="1"/>
              <p:nvPr/>
            </p:nvSpPr>
            <p:spPr bwMode="gray">
              <a:xfrm>
                <a:off x="3994419" y="2158688"/>
                <a:ext cx="1994006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16F0D5B-3D1D-E45B-776B-A80A93F5D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994419" y="2158688"/>
                <a:ext cx="1994006" cy="335476"/>
              </a:xfrm>
              <a:prstGeom prst="rect">
                <a:avLst/>
              </a:prstGeom>
              <a:blipFill>
                <a:blip r:embed="rId3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3121F7-BFCE-1649-9267-44C2C798620B}"/>
                  </a:ext>
                </a:extLst>
              </p:cNvPr>
              <p:cNvSpPr txBox="1"/>
              <p:nvPr/>
            </p:nvSpPr>
            <p:spPr bwMode="gray">
              <a:xfrm>
                <a:off x="701192" y="2081103"/>
                <a:ext cx="3528392" cy="49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≔−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D3121F7-BFCE-1649-9267-44C2C7986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1192" y="2081103"/>
                <a:ext cx="3528392" cy="490647"/>
              </a:xfrm>
              <a:prstGeom prst="rect">
                <a:avLst/>
              </a:prstGeom>
              <a:blipFill>
                <a:blip r:embed="rId4"/>
                <a:stretch>
                  <a:fillRect t="-152500" b="-2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94BC5BF-5262-B8DD-A2C3-A9C3739B0D8D}"/>
              </a:ext>
            </a:extLst>
          </p:cNvPr>
          <p:cNvSpPr/>
          <p:nvPr/>
        </p:nvSpPr>
        <p:spPr bwMode="gray">
          <a:xfrm>
            <a:off x="2854856" y="2177260"/>
            <a:ext cx="1251993" cy="29376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999EAB-08B1-35BF-D262-7B070D1F21E3}"/>
              </a:ext>
            </a:extLst>
          </p:cNvPr>
          <p:cNvCxnSpPr>
            <a:cxnSpLocks/>
            <a:stCxn id="10" idx="1"/>
          </p:cNvCxnSpPr>
          <p:nvPr/>
        </p:nvCxnSpPr>
        <p:spPr bwMode="gray">
          <a:xfrm flipH="1" flipV="1">
            <a:off x="3994419" y="2471021"/>
            <a:ext cx="268471" cy="13659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5A7066-F218-D175-9E9B-B16D6188650B}"/>
                  </a:ext>
                </a:extLst>
              </p:cNvPr>
              <p:cNvSpPr txBox="1"/>
              <p:nvPr/>
            </p:nvSpPr>
            <p:spPr bwMode="gray">
              <a:xfrm>
                <a:off x="4262890" y="2471021"/>
                <a:ext cx="424769" cy="273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55A7066-F218-D175-9E9B-B16D61886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262890" y="2471021"/>
                <a:ext cx="424769" cy="2731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6BA784-E62C-0855-453D-4F641D1A6340}"/>
                  </a:ext>
                </a:extLst>
              </p:cNvPr>
              <p:cNvSpPr txBox="1"/>
              <p:nvPr/>
            </p:nvSpPr>
            <p:spPr bwMode="gray">
              <a:xfrm>
                <a:off x="6637380" y="2203844"/>
                <a:ext cx="2321448" cy="3354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⋅2+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⋅3+</m:t>
                      </m:r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⋅3=1.75</m:t>
                      </m:r>
                    </m:oMath>
                  </m:oMathPara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6BA784-E62C-0855-453D-4F641D1A6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637380" y="2203844"/>
                <a:ext cx="2321448" cy="3354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D0E16A3-D8DD-181C-4BCE-E4B588D5F8FE}"/>
              </a:ext>
            </a:extLst>
          </p:cNvPr>
          <p:cNvSpPr txBox="1"/>
          <p:nvPr/>
        </p:nvSpPr>
        <p:spPr bwMode="gray">
          <a:xfrm>
            <a:off x="7740381" y="1239837"/>
            <a:ext cx="424769" cy="273198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DE" sz="1000" b="1" dirty="0">
                <a:solidFill>
                  <a:srgbClr val="C00000"/>
                </a:solidFill>
              </a:rPr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9C859148-0869-124C-936B-AD9CF9AC3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9483285"/>
                  </p:ext>
                </p:extLst>
              </p:nvPr>
            </p:nvGraphicFramePr>
            <p:xfrm>
              <a:off x="6760943" y="1559191"/>
              <a:ext cx="2197885" cy="40772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9577">
                      <a:extLst>
                        <a:ext uri="{9D8B030D-6E8A-4147-A177-3AD203B41FA5}">
                          <a16:colId xmlns:a16="http://schemas.microsoft.com/office/drawing/2014/main" val="2544469333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4095446884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3014474849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1839086264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3161204452"/>
                        </a:ext>
                      </a:extLst>
                    </a:gridCol>
                  </a:tblGrid>
                  <a:tr h="1787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red</m:t>
                                </m:r>
                              </m:oMath>
                            </m:oMathPara>
                          </a14:m>
                          <a:endParaRPr lang="en-US" sz="800" b="0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green</m:t>
                                </m:r>
                              </m:oMath>
                            </m:oMathPara>
                          </a14:m>
                          <a:endParaRPr lang="en-US" sz="800" b="0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blue</m:t>
                                </m:r>
                              </m:oMath>
                            </m:oMathPara>
                          </a14:m>
                          <a:endParaRPr lang="en-US" sz="800" b="0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yellow</m:t>
                                </m:r>
                              </m:oMath>
                            </m:oMathPara>
                          </a14:m>
                          <a:endParaRPr lang="en-US" sz="800" b="0" i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959425916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800" b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91355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9C859148-0869-124C-936B-AD9CF9AC3B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9483285"/>
                  </p:ext>
                </p:extLst>
              </p:nvPr>
            </p:nvGraphicFramePr>
            <p:xfrm>
              <a:off x="6760943" y="1559191"/>
              <a:ext cx="2197885" cy="407726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439577">
                      <a:extLst>
                        <a:ext uri="{9D8B030D-6E8A-4147-A177-3AD203B41FA5}">
                          <a16:colId xmlns:a16="http://schemas.microsoft.com/office/drawing/2014/main" val="2544469333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4095446884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3014474849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1839086264"/>
                        </a:ext>
                      </a:extLst>
                    </a:gridCol>
                    <a:gridCol w="439577">
                      <a:extLst>
                        <a:ext uri="{9D8B030D-6E8A-4147-A177-3AD203B41FA5}">
                          <a16:colId xmlns:a16="http://schemas.microsoft.com/office/drawing/2014/main" val="3161204452"/>
                        </a:ext>
                      </a:extLst>
                    </a:gridCol>
                  </a:tblGrid>
                  <a:tr h="1787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2857" t="-7143" r="-402857" b="-16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102857" t="-7143" r="-302857" b="-16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208824" t="-7143" r="-211765" b="-16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300000" t="-7143" r="-105714" b="-16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400000" t="-7143" r="-5714" b="-16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9425916"/>
                      </a:ext>
                    </a:extLst>
                  </a:tr>
                  <a:tr h="228981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2857" t="-78947" r="-402857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102857" t="-78947" r="-302857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208824" t="-78947" r="-211765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300000" t="-78947" r="-105714" b="-210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7"/>
                          <a:stretch>
                            <a:fillRect l="-400000" t="-78947" r="-5714" b="-210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13554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FD6E9A6-3FC4-3B8B-29F3-B8D7C2358D39}"/>
                  </a:ext>
                </a:extLst>
              </p:cNvPr>
              <p:cNvSpPr/>
              <p:nvPr/>
            </p:nvSpPr>
            <p:spPr bwMode="gray">
              <a:xfrm>
                <a:off x="7524481" y="2601414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9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FD6E9A6-3FC4-3B8B-29F3-B8D7C2358D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24481" y="2601414"/>
                <a:ext cx="216024" cy="216024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80A3F1C-E776-1659-2775-61E5DFBF2442}"/>
                  </a:ext>
                </a:extLst>
              </p:cNvPr>
              <p:cNvSpPr/>
              <p:nvPr/>
            </p:nvSpPr>
            <p:spPr bwMode="gray">
              <a:xfrm>
                <a:off x="8069795" y="2853206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9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9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E80A3F1C-E776-1659-2775-61E5DFBF24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069795" y="2853206"/>
                <a:ext cx="216024" cy="216024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036B17-DA66-CFC0-CA3C-2ACEDF152CA2}"/>
              </a:ext>
            </a:extLst>
          </p:cNvPr>
          <p:cNvCxnSpPr>
            <a:cxnSpLocks/>
            <a:stCxn id="16" idx="3"/>
            <a:endCxn id="31" idx="0"/>
          </p:cNvCxnSpPr>
          <p:nvPr/>
        </p:nvCxnSpPr>
        <p:spPr bwMode="gray">
          <a:xfrm flipH="1">
            <a:off x="6931493" y="2785802"/>
            <a:ext cx="624624" cy="6740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384A0DB-11F5-02B7-F7CB-47B3FD167FB0}"/>
              </a:ext>
            </a:extLst>
          </p:cNvPr>
          <p:cNvCxnSpPr>
            <a:cxnSpLocks/>
            <a:stCxn id="16" idx="5"/>
            <a:endCxn id="17" idx="1"/>
          </p:cNvCxnSpPr>
          <p:nvPr/>
        </p:nvCxnSpPr>
        <p:spPr bwMode="gray">
          <a:xfrm>
            <a:off x="7708869" y="2785802"/>
            <a:ext cx="392562" cy="990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190F3B4-29BA-3AAB-4515-20968822F64D}"/>
              </a:ext>
            </a:extLst>
          </p:cNvPr>
          <p:cNvCxnSpPr>
            <a:cxnSpLocks/>
            <a:stCxn id="17" idx="3"/>
            <a:endCxn id="27" idx="0"/>
          </p:cNvCxnSpPr>
          <p:nvPr/>
        </p:nvCxnSpPr>
        <p:spPr bwMode="gray">
          <a:xfrm flipH="1">
            <a:off x="7741470" y="3037594"/>
            <a:ext cx="359961" cy="4256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60643F1-E359-86B7-CA3E-76CF320A2C47}"/>
              </a:ext>
            </a:extLst>
          </p:cNvPr>
          <p:cNvCxnSpPr>
            <a:cxnSpLocks/>
            <a:stCxn id="17" idx="5"/>
            <a:endCxn id="32" idx="1"/>
          </p:cNvCxnSpPr>
          <p:nvPr/>
        </p:nvCxnSpPr>
        <p:spPr bwMode="gray">
          <a:xfrm>
            <a:off x="8254183" y="3037594"/>
            <a:ext cx="170487" cy="7420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B26B67D1-E206-C171-ECF9-BF7A6AAAF153}"/>
                  </a:ext>
                </a:extLst>
              </p:cNvPr>
              <p:cNvSpPr/>
              <p:nvPr/>
            </p:nvSpPr>
            <p:spPr bwMode="gray">
              <a:xfrm>
                <a:off x="7556117" y="3080163"/>
                <a:ext cx="370705" cy="216024"/>
              </a:xfrm>
              <a:prstGeom prst="roundRect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B26B67D1-E206-C171-ECF9-BF7A6AAAF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556117" y="3080163"/>
                <a:ext cx="370705" cy="216024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C55E0D4-8ACC-A121-792B-EC5508D2FD52}"/>
              </a:ext>
            </a:extLst>
          </p:cNvPr>
          <p:cNvCxnSpPr>
            <a:cxnSpLocks/>
            <a:stCxn id="32" idx="5"/>
            <a:endCxn id="45" idx="0"/>
          </p:cNvCxnSpPr>
          <p:nvPr/>
        </p:nvCxnSpPr>
        <p:spPr bwMode="gray">
          <a:xfrm>
            <a:off x="8577422" y="3264551"/>
            <a:ext cx="146770" cy="9186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DBA9D666-9405-C35B-28C2-095401BA10AF}"/>
                  </a:ext>
                </a:extLst>
              </p:cNvPr>
              <p:cNvSpPr/>
              <p:nvPr/>
            </p:nvSpPr>
            <p:spPr bwMode="gray">
              <a:xfrm>
                <a:off x="6760943" y="2853206"/>
                <a:ext cx="341099" cy="216024"/>
              </a:xfrm>
              <a:prstGeom prst="roundRect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red</m:t>
                      </m:r>
                    </m:oMath>
                  </m:oMathPara>
                </a14:m>
                <a:endParaRPr lang="en-US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DBA9D666-9405-C35B-28C2-095401BA10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760943" y="2853206"/>
                <a:ext cx="341099" cy="216024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A4DCB08-6BF6-C9E1-BD05-314C83B8DB56}"/>
                  </a:ext>
                </a:extLst>
              </p:cNvPr>
              <p:cNvSpPr/>
              <p:nvPr/>
            </p:nvSpPr>
            <p:spPr bwMode="gray">
              <a:xfrm>
                <a:off x="8393034" y="3080163"/>
                <a:ext cx="216024" cy="216024"/>
              </a:xfrm>
              <a:prstGeom prst="ellipse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90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9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9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9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A4DCB08-6BF6-C9E1-BD05-314C83B8D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393034" y="3080163"/>
                <a:ext cx="216024" cy="216024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91DADD8-4AF0-1762-26D1-80A6501749F2}"/>
              </a:ext>
            </a:extLst>
          </p:cNvPr>
          <p:cNvCxnSpPr>
            <a:cxnSpLocks/>
            <a:endCxn id="43" idx="0"/>
          </p:cNvCxnSpPr>
          <p:nvPr/>
        </p:nvCxnSpPr>
        <p:spPr bwMode="gray">
          <a:xfrm flipH="1">
            <a:off x="8177060" y="3263173"/>
            <a:ext cx="247610" cy="9324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A62C22CC-9BAD-29DD-3B47-6542FE608D4B}"/>
                  </a:ext>
                </a:extLst>
              </p:cNvPr>
              <p:cNvSpPr/>
              <p:nvPr/>
            </p:nvSpPr>
            <p:spPr bwMode="gray">
              <a:xfrm>
                <a:off x="7991707" y="3356418"/>
                <a:ext cx="370705" cy="216024"/>
              </a:xfrm>
              <a:prstGeom prst="roundRect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blue</m:t>
                      </m:r>
                    </m:oMath>
                  </m:oMathPara>
                </a14:m>
                <a:endParaRPr lang="en-US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3" name="Rounded Rectangle 42">
                <a:extLst>
                  <a:ext uri="{FF2B5EF4-FFF2-40B4-BE49-F238E27FC236}">
                    <a16:creationId xmlns:a16="http://schemas.microsoft.com/office/drawing/2014/main" id="{A62C22CC-9BAD-29DD-3B47-6542FE608D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991707" y="3356418"/>
                <a:ext cx="370705" cy="216024"/>
              </a:xfrm>
              <a:prstGeom prst="roundRect">
                <a:avLst/>
              </a:prstGeom>
              <a:blipFill>
                <a:blip r:embed="rId13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34901CBB-50AE-C2B1-71F1-B4D0CA937E7C}"/>
                  </a:ext>
                </a:extLst>
              </p:cNvPr>
              <p:cNvSpPr/>
              <p:nvPr/>
            </p:nvSpPr>
            <p:spPr bwMode="gray">
              <a:xfrm>
                <a:off x="8489555" y="3356418"/>
                <a:ext cx="469273" cy="216024"/>
              </a:xfrm>
              <a:prstGeom prst="roundRect">
                <a:avLst/>
              </a:prstGeom>
              <a:noFill/>
              <a:ln w="95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900" b="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yellow</m:t>
                      </m:r>
                    </m:oMath>
                  </m:oMathPara>
                </a14:m>
                <a:endParaRPr lang="en-US" sz="9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5" name="Rounded Rectangle 44">
                <a:extLst>
                  <a:ext uri="{FF2B5EF4-FFF2-40B4-BE49-F238E27FC236}">
                    <a16:creationId xmlns:a16="http://schemas.microsoft.com/office/drawing/2014/main" id="{34901CBB-50AE-C2B1-71F1-B4D0CA937E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8489555" y="3356418"/>
                <a:ext cx="469273" cy="216024"/>
              </a:xfrm>
              <a:prstGeom prst="roundRect">
                <a:avLst/>
              </a:prstGeom>
              <a:blipFill>
                <a:blip r:embed="rId14"/>
                <a:stretch>
                  <a:fillRect/>
                </a:stretch>
              </a:blipFill>
              <a:ln w="952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7D290C-53BC-DE34-0AFB-5F06C60AD038}"/>
                  </a:ext>
                </a:extLst>
              </p:cNvPr>
              <p:cNvSpPr txBox="1"/>
              <p:nvPr/>
            </p:nvSpPr>
            <p:spPr bwMode="gray">
              <a:xfrm>
                <a:off x="1064018" y="3173797"/>
                <a:ext cx="496856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red</m:t>
                          </m:r>
                        </m:e>
                      </m:d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green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⋅2+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blue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⋅3+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yellow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⋅3</m:t>
                      </m:r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E7D290C-53BC-DE34-0AFB-5F06C60AD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64018" y="3173797"/>
                <a:ext cx="4968564" cy="276999"/>
              </a:xfrm>
              <a:prstGeom prst="rect">
                <a:avLst/>
              </a:prstGeom>
              <a:blipFill>
                <a:blip r:embed="rId1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6D29E9-5E1F-E90B-542A-5BC4F4C29A6F}"/>
                  </a:ext>
                </a:extLst>
              </p:cNvPr>
              <p:cNvSpPr txBox="1"/>
              <p:nvPr/>
            </p:nvSpPr>
            <p:spPr bwMode="gray">
              <a:xfrm>
                <a:off x="5899312" y="3171295"/>
                <a:ext cx="6631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7E6D29E9-5E1F-E90B-542A-5BC4F4C2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99312" y="3171295"/>
                <a:ext cx="663180" cy="27699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0F64F9B5-0CDA-AEC5-0DDF-5D08E51C85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359818"/>
                  </p:ext>
                </p:extLst>
              </p:nvPr>
            </p:nvGraphicFramePr>
            <p:xfrm>
              <a:off x="7524481" y="3631778"/>
              <a:ext cx="1380782" cy="89372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90391">
                      <a:extLst>
                        <a:ext uri="{9D8B030D-6E8A-4147-A177-3AD203B41FA5}">
                          <a16:colId xmlns:a16="http://schemas.microsoft.com/office/drawing/2014/main" val="2544469333"/>
                        </a:ext>
                      </a:extLst>
                    </a:gridCol>
                    <a:gridCol w="690391">
                      <a:extLst>
                        <a:ext uri="{9D8B030D-6E8A-4147-A177-3AD203B41FA5}">
                          <a16:colId xmlns:a16="http://schemas.microsoft.com/office/drawing/2014/main" val="4095446884"/>
                        </a:ext>
                      </a:extLst>
                    </a:gridCol>
                  </a:tblGrid>
                  <a:tr h="1787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ctrlPr>
                                      <a:rPr lang="en-US" sz="8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959425916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red</m:t>
                                </m:r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09135548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green</m:t>
                                </m:r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2788762855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blue</m:t>
                                </m:r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110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21126107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yellow</m:t>
                                </m:r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111</m:t>
                                    </m:r>
                                  </m:e>
                                  <m:sub>
                                    <m:r>
                                      <a:rPr lang="en-US" sz="8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800" b="0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40504596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9" name="Table 48">
                <a:extLst>
                  <a:ext uri="{FF2B5EF4-FFF2-40B4-BE49-F238E27FC236}">
                    <a16:creationId xmlns:a16="http://schemas.microsoft.com/office/drawing/2014/main" id="{0F64F9B5-0CDA-AEC5-0DDF-5D08E51C85B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30359818"/>
                  </p:ext>
                </p:extLst>
              </p:nvPr>
            </p:nvGraphicFramePr>
            <p:xfrm>
              <a:off x="7524481" y="3631778"/>
              <a:ext cx="1380782" cy="89372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690391">
                      <a:extLst>
                        <a:ext uri="{9D8B030D-6E8A-4147-A177-3AD203B41FA5}">
                          <a16:colId xmlns:a16="http://schemas.microsoft.com/office/drawing/2014/main" val="2544469333"/>
                        </a:ext>
                      </a:extLst>
                    </a:gridCol>
                    <a:gridCol w="690391">
                      <a:extLst>
                        <a:ext uri="{9D8B030D-6E8A-4147-A177-3AD203B41FA5}">
                          <a16:colId xmlns:a16="http://schemas.microsoft.com/office/drawing/2014/main" val="4095446884"/>
                        </a:ext>
                      </a:extLst>
                    </a:gridCol>
                  </a:tblGrid>
                  <a:tr h="1787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818" r="-103636" b="-42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01818" r="-3636" b="-42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59425916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818" t="-93333" r="-103636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01818" t="-93333" r="-3636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9135548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818" t="-207143" r="-103636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01818" t="-207143" r="-3636" b="-2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8762855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818" t="-286667" r="-103636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01818" t="-286667" r="-3636" b="-10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1126107"/>
                      </a:ext>
                    </a:extLst>
                  </a:tr>
                  <a:tr h="178745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818" t="-414286" r="-103636" b="-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 marL="0" marR="0" marT="0" marB="0" anchor="ctr">
                        <a:blipFill>
                          <a:blip r:embed="rId17"/>
                          <a:stretch>
                            <a:fillRect l="-101818" t="-414286" r="-3636" b="-1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04596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C9E667E-A188-10B7-789A-A73D7FB58F31}"/>
                  </a:ext>
                </a:extLst>
              </p:cNvPr>
              <p:cNvSpPr txBox="1"/>
              <p:nvPr/>
            </p:nvSpPr>
            <p:spPr bwMode="gray">
              <a:xfrm>
                <a:off x="1064018" y="3658464"/>
                <a:ext cx="4522395" cy="5651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average</m:t>
                      </m:r>
                      <m: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number</m:t>
                      </m:r>
                      <m: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bits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red</m:t>
                              </m:r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blue</m:t>
                              </m:r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green</m:t>
                              </m:r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yellow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C9E667E-A188-10B7-789A-A73D7FB58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064018" y="3658464"/>
                <a:ext cx="4522395" cy="565155"/>
              </a:xfrm>
              <a:prstGeom prst="rect">
                <a:avLst/>
              </a:prstGeom>
              <a:blipFill>
                <a:blip r:embed="rId18"/>
                <a:stretch>
                  <a:fillRect t="-108889" b="-15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366934A-D9DB-7936-4B82-5B7BA020D0E0}"/>
                  </a:ext>
                </a:extLst>
              </p:cNvPr>
              <p:cNvSpPr txBox="1"/>
              <p:nvPr/>
            </p:nvSpPr>
            <p:spPr bwMode="gray">
              <a:xfrm>
                <a:off x="5389755" y="3765163"/>
                <a:ext cx="6631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366934A-D9DB-7936-4B82-5B7BA020D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89755" y="3765163"/>
                <a:ext cx="663180" cy="27699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2E93F86-BB00-2794-BB46-4E92BB5FFE8F}"/>
                  </a:ext>
                </a:extLst>
              </p:cNvPr>
              <p:cNvSpPr txBox="1"/>
              <p:nvPr/>
            </p:nvSpPr>
            <p:spPr bwMode="gray">
              <a:xfrm>
                <a:off x="1164030" y="4454025"/>
                <a:ext cx="1057675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indent="-228600">
                  <a:buFont typeface="+mj-lt"/>
                  <a:buAutoNum type="arabicPeriod"/>
                </a:pPr>
                <a:r>
                  <a:rPr lang="en-US" sz="1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red?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sz="1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green?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en-US" sz="1000" dirty="0">
                    <a:solidFill>
                      <a:srgbClr val="C0000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US" sz="10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000" dirty="0">
                    <a:solidFill>
                      <a:srgbClr val="C00000"/>
                    </a:solidFill>
                  </a:rPr>
                  <a:t> blue?</a:t>
                </a: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2E93F86-BB00-2794-BB46-4E92BB5FF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164030" y="4454025"/>
                <a:ext cx="1057675" cy="553998"/>
              </a:xfrm>
              <a:prstGeom prst="rect">
                <a:avLst/>
              </a:prstGeom>
              <a:blipFill>
                <a:blip r:embed="rId20"/>
                <a:stretch>
                  <a:fillRect t="-4444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5DD88E0-BDBA-F2EE-7F9F-1C108110DA76}"/>
                  </a:ext>
                </a:extLst>
              </p:cNvPr>
              <p:cNvSpPr txBox="1"/>
              <p:nvPr/>
            </p:nvSpPr>
            <p:spPr bwMode="gray">
              <a:xfrm>
                <a:off x="2493233" y="4622933"/>
                <a:ext cx="496856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red</m:t>
                          </m:r>
                        </m:e>
                      </m:d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1+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green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⋅2+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blue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⋅3+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yellow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⋅3</m:t>
                      </m:r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5DD88E0-BDBA-F2EE-7F9F-1C108110DA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493233" y="4622933"/>
                <a:ext cx="4968564" cy="276999"/>
              </a:xfrm>
              <a:prstGeom prst="rect">
                <a:avLst/>
              </a:prstGeom>
              <a:blipFill>
                <a:blip r:embed="rId21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A81BB61-9489-BFE7-B115-6418F6F3C88E}"/>
                  </a:ext>
                </a:extLst>
              </p:cNvPr>
              <p:cNvSpPr txBox="1"/>
              <p:nvPr/>
            </p:nvSpPr>
            <p:spPr bwMode="gray">
              <a:xfrm>
                <a:off x="7328527" y="4620431"/>
                <a:ext cx="66318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A81BB61-9489-BFE7-B115-6418F6F3C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28527" y="4620431"/>
                <a:ext cx="663180" cy="276999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ight Arrow 54">
            <a:extLst>
              <a:ext uri="{FF2B5EF4-FFF2-40B4-BE49-F238E27FC236}">
                <a16:creationId xmlns:a16="http://schemas.microsoft.com/office/drawing/2014/main" id="{BE0AB164-2D0C-D446-C3E0-E2CA43331388}"/>
              </a:ext>
            </a:extLst>
          </p:cNvPr>
          <p:cNvSpPr/>
          <p:nvPr/>
        </p:nvSpPr>
        <p:spPr bwMode="gray">
          <a:xfrm>
            <a:off x="2229626" y="4629767"/>
            <a:ext cx="228600" cy="267663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1168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500"/>
                            </p:stCondLst>
                            <p:childTnLst>
                              <p:par>
                                <p:cTn id="16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0" grpId="0"/>
      <p:bldP spid="13" grpId="0"/>
      <p:bldP spid="14" grpId="0"/>
      <p:bldP spid="16" grpId="0" animBg="1"/>
      <p:bldP spid="17" grpId="0" animBg="1"/>
      <p:bldP spid="27" grpId="0" animBg="1"/>
      <p:bldP spid="31" grpId="0" animBg="1"/>
      <p:bldP spid="32" grpId="0" animBg="1"/>
      <p:bldP spid="43" grpId="0" animBg="1"/>
      <p:bldP spid="45" grpId="0" animBg="1"/>
      <p:bldP spid="48" grpId="0"/>
      <p:bldP spid="50" grpId="0"/>
      <p:bldP spid="51" grpId="0"/>
      <p:bldP spid="52" grpId="0"/>
      <p:bldP spid="53" grpId="0"/>
      <p:bldP spid="54" grpId="0"/>
      <p:bldP spid="5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4EF1-56CA-E3C1-1C41-A7970389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4837149-EF39-77E8-ABD6-9D4393752A36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Khinchin (1957)</a:t>
                </a:r>
                <a:r>
                  <a:rPr lang="en-US" dirty="0"/>
                  <a:t>. </a:t>
                </a:r>
                <a:r>
                  <a:rPr lang="en-US" i="1" dirty="0"/>
                  <a:t>Entropy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as a </a:t>
                </a:r>
                <a:r>
                  <a:rPr lang="en-US" dirty="0"/>
                  <a:t>measure of information</a:t>
                </a:r>
                <a:r>
                  <a:rPr lang="en-US" i="1" dirty="0"/>
                  <a:t> of a random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follows from the following four axioms: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depends only on the probability distribution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i="1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i="1" dirty="0"/>
                  <a:t> is maximal for the uniform distribution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i="1" dirty="0"/>
                  <a:t>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/>
                  <a:t>have the same non-zero probabilities.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i="1" dirty="0"/>
                  <a:t>For any random variables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i="1" dirty="0"/>
                  <a:t>,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The last axiom leads to the logarithm because it says that for independent distributions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i="1" dirty="0"/>
              </a:p>
              <a:p>
                <a:pPr lvl="1"/>
                <a:endParaRPr lang="en-US" i="1" dirty="0"/>
              </a:p>
              <a:p>
                <a:pPr marL="268287" lvl="1" indent="0">
                  <a:buNone/>
                </a:pPr>
                <a:endParaRPr lang="en-US" i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94837149-EF39-77E8-ABD6-9D4393752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4DD51FE-4626-6120-1E06-D361AD953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Entropy: An Axiomatic 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DB351-5E1D-9C9D-EFCF-55FD79B4CD1A}"/>
              </a:ext>
            </a:extLst>
          </p:cNvPr>
          <p:cNvSpPr txBox="1"/>
          <p:nvPr/>
        </p:nvSpPr>
        <p:spPr bwMode="gray">
          <a:xfrm>
            <a:off x="7419047" y="2665244"/>
            <a:ext cx="15121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800" b="1" dirty="0">
                <a:solidFill>
                  <a:srgbClr val="333539"/>
                </a:solidFill>
              </a:rPr>
              <a:t>Aleksandr </a:t>
            </a:r>
            <a:r>
              <a:rPr lang="en-GB" sz="800" b="1" dirty="0" err="1">
                <a:solidFill>
                  <a:srgbClr val="333539"/>
                </a:solidFill>
              </a:rPr>
              <a:t>Khinchin</a:t>
            </a:r>
            <a:br>
              <a:rPr lang="en-GB" sz="800" b="1" dirty="0">
                <a:solidFill>
                  <a:srgbClr val="333539"/>
                </a:solidFill>
                <a:effectLst/>
              </a:rPr>
            </a:br>
            <a:r>
              <a:rPr lang="en-GB" sz="800" b="1" dirty="0">
                <a:solidFill>
                  <a:srgbClr val="333539"/>
                </a:solidFill>
                <a:effectLst/>
              </a:rPr>
              <a:t>(1894 – 1959)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B895968F-71E7-C092-7083-47CAA78C9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666240" y="1239837"/>
            <a:ext cx="1017781" cy="1347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1FE4B7-411B-5651-425D-8AF5B6407270}"/>
              </a:ext>
            </a:extLst>
          </p:cNvPr>
          <p:cNvSpPr/>
          <p:nvPr/>
        </p:nvSpPr>
        <p:spPr bwMode="gray">
          <a:xfrm>
            <a:off x="3323003" y="2856917"/>
            <a:ext cx="2199766" cy="47363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8501B49-5207-7BE2-86C6-1BC96C30A2DD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 bwMode="gray">
          <a:xfrm flipH="1" flipV="1">
            <a:off x="5522769" y="3093735"/>
            <a:ext cx="332394" cy="100218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BD63AA-BB4B-F4DE-CE87-9C5B845AF2A3}"/>
                  </a:ext>
                </a:extLst>
              </p:cNvPr>
              <p:cNvSpPr txBox="1"/>
              <p:nvPr/>
            </p:nvSpPr>
            <p:spPr bwMode="gray">
              <a:xfrm>
                <a:off x="5855163" y="3057354"/>
                <a:ext cx="599967" cy="273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EBD63AA-BB4B-F4DE-CE87-9C5B845AF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855163" y="3057354"/>
                <a:ext cx="599967" cy="273198"/>
              </a:xfrm>
              <a:prstGeom prst="rect">
                <a:avLst/>
              </a:prstGeom>
              <a:blipFill>
                <a:blip r:embed="rId4"/>
                <a:stretch>
                  <a:fillRect l="-612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AA8716-7B11-20EF-3346-6393C30FDA2E}"/>
                  </a:ext>
                </a:extLst>
              </p:cNvPr>
              <p:cNvSpPr txBox="1"/>
              <p:nvPr/>
            </p:nvSpPr>
            <p:spPr bwMode="gray">
              <a:xfrm>
                <a:off x="1320358" y="4013261"/>
                <a:ext cx="1672223" cy="3196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CAA8716-7B11-20EF-3346-6393C30FD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20358" y="4013261"/>
                <a:ext cx="1672223" cy="319639"/>
              </a:xfrm>
              <a:prstGeom prst="rect">
                <a:avLst/>
              </a:prstGeom>
              <a:blipFill>
                <a:blip r:embed="rId5"/>
                <a:stretch>
                  <a:fillRect b="-370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FF860E-130F-7366-460F-FBEA3A446603}"/>
                  </a:ext>
                </a:extLst>
              </p:cNvPr>
              <p:cNvSpPr txBox="1"/>
              <p:nvPr/>
            </p:nvSpPr>
            <p:spPr bwMode="gray">
              <a:xfrm>
                <a:off x="2677506" y="4013260"/>
                <a:ext cx="243669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⇔</m:t>
                      </m:r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1FF860E-130F-7366-460F-FBEA3A446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677506" y="4013260"/>
                <a:ext cx="2436697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5843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7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0D134D0-2180-83E0-D0DD-334B27B4CE60}"/>
              </a:ext>
            </a:extLst>
          </p:cNvPr>
          <p:cNvGrpSpPr/>
          <p:nvPr/>
        </p:nvGrpSpPr>
        <p:grpSpPr>
          <a:xfrm>
            <a:off x="1544235" y="1797364"/>
            <a:ext cx="4817928" cy="3211952"/>
            <a:chOff x="1544235" y="1797364"/>
            <a:chExt cx="4817928" cy="3211952"/>
          </a:xfrm>
        </p:grpSpPr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361CA92A-13BA-EB04-D61D-2F9BAEC2A0BB}"/>
                </a:ext>
              </a:extLst>
            </p:cNvPr>
            <p:cNvSpPr/>
            <p:nvPr/>
          </p:nvSpPr>
          <p:spPr>
            <a:xfrm>
              <a:off x="1544235" y="1797364"/>
              <a:ext cx="4817928" cy="3211952"/>
            </a:xfrm>
            <a:custGeom>
              <a:avLst/>
              <a:gdLst>
                <a:gd name="connsiteX0" fmla="*/ 0 w 4817928"/>
                <a:gd name="connsiteY0" fmla="*/ 3211952 h 3211952"/>
                <a:gd name="connsiteX1" fmla="*/ 4817928 w 4817928"/>
                <a:gd name="connsiteY1" fmla="*/ 3211952 h 3211952"/>
                <a:gd name="connsiteX2" fmla="*/ 4817928 w 4817928"/>
                <a:gd name="connsiteY2" fmla="*/ 0 h 3211952"/>
                <a:gd name="connsiteX3" fmla="*/ 0 w 4817928"/>
                <a:gd name="connsiteY3" fmla="*/ 0 h 3211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17928" h="3211952">
                  <a:moveTo>
                    <a:pt x="0" y="3211952"/>
                  </a:moveTo>
                  <a:lnTo>
                    <a:pt x="4817928" y="3211952"/>
                  </a:lnTo>
                  <a:lnTo>
                    <a:pt x="481792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0FCB528B-EFCB-3A2C-D86F-ADDF175ABE9B}"/>
                </a:ext>
              </a:extLst>
            </p:cNvPr>
            <p:cNvSpPr/>
            <p:nvPr/>
          </p:nvSpPr>
          <p:spPr>
            <a:xfrm>
              <a:off x="2305194" y="1892205"/>
              <a:ext cx="3962135" cy="2632065"/>
            </a:xfrm>
            <a:custGeom>
              <a:avLst/>
              <a:gdLst>
                <a:gd name="connsiteX0" fmla="*/ 0 w 3962135"/>
                <a:gd name="connsiteY0" fmla="*/ 2632066 h 2632065"/>
                <a:gd name="connsiteX1" fmla="*/ 3962136 w 3962135"/>
                <a:gd name="connsiteY1" fmla="*/ 2632066 h 2632065"/>
                <a:gd name="connsiteX2" fmla="*/ 3962136 w 3962135"/>
                <a:gd name="connsiteY2" fmla="*/ 0 h 2632065"/>
                <a:gd name="connsiteX3" fmla="*/ 0 w 3962135"/>
                <a:gd name="connsiteY3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62135" h="2632065">
                  <a:moveTo>
                    <a:pt x="0" y="2632066"/>
                  </a:moveTo>
                  <a:lnTo>
                    <a:pt x="3962136" y="2632066"/>
                  </a:lnTo>
                  <a:lnTo>
                    <a:pt x="39621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52867EB8-7ED4-8FF2-206F-D4AC29679179}"/>
                </a:ext>
              </a:extLst>
            </p:cNvPr>
            <p:cNvSpPr/>
            <p:nvPr/>
          </p:nvSpPr>
          <p:spPr>
            <a:xfrm>
              <a:off x="2417329" y="1892205"/>
              <a:ext cx="2007" cy="2632065"/>
            </a:xfrm>
            <a:custGeom>
              <a:avLst/>
              <a:gdLst>
                <a:gd name="connsiteX0" fmla="*/ 0 w 2007"/>
                <a:gd name="connsiteY0" fmla="*/ 2632066 h 2632065"/>
                <a:gd name="connsiteX1" fmla="*/ 0 w 2007"/>
                <a:gd name="connsiteY1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2632065">
                  <a:moveTo>
                    <a:pt x="0" y="2632066"/>
                  </a:moveTo>
                  <a:lnTo>
                    <a:pt x="0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5AE15F23-FC07-8ACF-C25F-F3B857018DC3}"/>
                </a:ext>
              </a:extLst>
            </p:cNvPr>
            <p:cNvSpPr/>
            <p:nvPr/>
          </p:nvSpPr>
          <p:spPr>
            <a:xfrm>
              <a:off x="3351795" y="1892205"/>
              <a:ext cx="2007" cy="2632065"/>
            </a:xfrm>
            <a:custGeom>
              <a:avLst/>
              <a:gdLst>
                <a:gd name="connsiteX0" fmla="*/ 0 w 2007"/>
                <a:gd name="connsiteY0" fmla="*/ 2632066 h 2632065"/>
                <a:gd name="connsiteX1" fmla="*/ 0 w 2007"/>
                <a:gd name="connsiteY1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2632065">
                  <a:moveTo>
                    <a:pt x="0" y="2632066"/>
                  </a:moveTo>
                  <a:lnTo>
                    <a:pt x="0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DD8CCD3D-AE56-858E-BB3A-F08C727B9A86}"/>
                </a:ext>
              </a:extLst>
            </p:cNvPr>
            <p:cNvSpPr/>
            <p:nvPr/>
          </p:nvSpPr>
          <p:spPr>
            <a:xfrm>
              <a:off x="4286258" y="1892205"/>
              <a:ext cx="2007" cy="2632065"/>
            </a:xfrm>
            <a:custGeom>
              <a:avLst/>
              <a:gdLst>
                <a:gd name="connsiteX0" fmla="*/ 0 w 2007"/>
                <a:gd name="connsiteY0" fmla="*/ 2632066 h 2632065"/>
                <a:gd name="connsiteX1" fmla="*/ 0 w 2007"/>
                <a:gd name="connsiteY1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2632065">
                  <a:moveTo>
                    <a:pt x="0" y="2632066"/>
                  </a:moveTo>
                  <a:lnTo>
                    <a:pt x="0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EC9C4FA4-5A06-1CE8-05B3-0DE1F591D616}"/>
                </a:ext>
              </a:extLst>
            </p:cNvPr>
            <p:cNvSpPr/>
            <p:nvPr/>
          </p:nvSpPr>
          <p:spPr>
            <a:xfrm>
              <a:off x="5220715" y="1892205"/>
              <a:ext cx="2007" cy="2632065"/>
            </a:xfrm>
            <a:custGeom>
              <a:avLst/>
              <a:gdLst>
                <a:gd name="connsiteX0" fmla="*/ 0 w 2007"/>
                <a:gd name="connsiteY0" fmla="*/ 2632066 h 2632065"/>
                <a:gd name="connsiteX1" fmla="*/ 0 w 2007"/>
                <a:gd name="connsiteY1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2632065">
                  <a:moveTo>
                    <a:pt x="0" y="2632066"/>
                  </a:moveTo>
                  <a:lnTo>
                    <a:pt x="0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CA3B5121-94AF-4B8F-4251-0031A434A4F9}"/>
                </a:ext>
              </a:extLst>
            </p:cNvPr>
            <p:cNvSpPr/>
            <p:nvPr/>
          </p:nvSpPr>
          <p:spPr>
            <a:xfrm>
              <a:off x="6155192" y="1892205"/>
              <a:ext cx="2007" cy="2632065"/>
            </a:xfrm>
            <a:custGeom>
              <a:avLst/>
              <a:gdLst>
                <a:gd name="connsiteX0" fmla="*/ 0 w 2007"/>
                <a:gd name="connsiteY0" fmla="*/ 2632066 h 2632065"/>
                <a:gd name="connsiteX1" fmla="*/ 0 w 2007"/>
                <a:gd name="connsiteY1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2632065">
                  <a:moveTo>
                    <a:pt x="0" y="2632066"/>
                  </a:moveTo>
                  <a:lnTo>
                    <a:pt x="0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363B6ACA-D119-34DB-2300-B8D9F9D08E53}"/>
                </a:ext>
              </a:extLst>
            </p:cNvPr>
            <p:cNvSpPr/>
            <p:nvPr/>
          </p:nvSpPr>
          <p:spPr>
            <a:xfrm>
              <a:off x="2305194" y="4449773"/>
              <a:ext cx="3962135" cy="2007"/>
            </a:xfrm>
            <a:custGeom>
              <a:avLst/>
              <a:gdLst>
                <a:gd name="connsiteX0" fmla="*/ 0 w 3962135"/>
                <a:gd name="connsiteY0" fmla="*/ 0 h 2007"/>
                <a:gd name="connsiteX1" fmla="*/ 3962136 w 3962135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2135" h="2007">
                  <a:moveTo>
                    <a:pt x="0" y="0"/>
                  </a:moveTo>
                  <a:lnTo>
                    <a:pt x="3962136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4B00CDD8-806A-B65D-6E08-5D5ED2BDAF1E}"/>
                </a:ext>
              </a:extLst>
            </p:cNvPr>
            <p:cNvSpPr/>
            <p:nvPr/>
          </p:nvSpPr>
          <p:spPr>
            <a:xfrm>
              <a:off x="2305194" y="3828963"/>
              <a:ext cx="3962135" cy="2007"/>
            </a:xfrm>
            <a:custGeom>
              <a:avLst/>
              <a:gdLst>
                <a:gd name="connsiteX0" fmla="*/ 0 w 3962135"/>
                <a:gd name="connsiteY0" fmla="*/ 0 h 2007"/>
                <a:gd name="connsiteX1" fmla="*/ 3962136 w 3962135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2135" h="2007">
                  <a:moveTo>
                    <a:pt x="0" y="0"/>
                  </a:moveTo>
                  <a:lnTo>
                    <a:pt x="3962136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2ACA65E5-E0E1-8704-537A-0B457AF2B68B}"/>
                </a:ext>
              </a:extLst>
            </p:cNvPr>
            <p:cNvSpPr/>
            <p:nvPr/>
          </p:nvSpPr>
          <p:spPr>
            <a:xfrm>
              <a:off x="2305194" y="3208145"/>
              <a:ext cx="3962135" cy="2007"/>
            </a:xfrm>
            <a:custGeom>
              <a:avLst/>
              <a:gdLst>
                <a:gd name="connsiteX0" fmla="*/ 0 w 3962135"/>
                <a:gd name="connsiteY0" fmla="*/ 0 h 2007"/>
                <a:gd name="connsiteX1" fmla="*/ 3962136 w 3962135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2135" h="2007">
                  <a:moveTo>
                    <a:pt x="0" y="0"/>
                  </a:moveTo>
                  <a:lnTo>
                    <a:pt x="3962136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509893C7-BD51-1E5D-2FEF-9D98C75DCE5A}"/>
                </a:ext>
              </a:extLst>
            </p:cNvPr>
            <p:cNvSpPr/>
            <p:nvPr/>
          </p:nvSpPr>
          <p:spPr>
            <a:xfrm>
              <a:off x="2305194" y="2587331"/>
              <a:ext cx="3962135" cy="2007"/>
            </a:xfrm>
            <a:custGeom>
              <a:avLst/>
              <a:gdLst>
                <a:gd name="connsiteX0" fmla="*/ 0 w 3962135"/>
                <a:gd name="connsiteY0" fmla="*/ 0 h 2007"/>
                <a:gd name="connsiteX1" fmla="*/ 3962136 w 3962135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2135" h="2007">
                  <a:moveTo>
                    <a:pt x="0" y="0"/>
                  </a:moveTo>
                  <a:lnTo>
                    <a:pt x="3962136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E3B5EEEB-160D-03CE-B4E5-889B0BF9FF82}"/>
                </a:ext>
              </a:extLst>
            </p:cNvPr>
            <p:cNvSpPr/>
            <p:nvPr/>
          </p:nvSpPr>
          <p:spPr>
            <a:xfrm>
              <a:off x="2305194" y="1966514"/>
              <a:ext cx="3962135" cy="2007"/>
            </a:xfrm>
            <a:custGeom>
              <a:avLst/>
              <a:gdLst>
                <a:gd name="connsiteX0" fmla="*/ 0 w 3962135"/>
                <a:gd name="connsiteY0" fmla="*/ 0 h 2007"/>
                <a:gd name="connsiteX1" fmla="*/ 3962136 w 3962135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2135" h="2007">
                  <a:moveTo>
                    <a:pt x="0" y="0"/>
                  </a:moveTo>
                  <a:lnTo>
                    <a:pt x="3962136" y="0"/>
                  </a:lnTo>
                </a:path>
              </a:pathLst>
            </a:custGeom>
            <a:noFill/>
            <a:ln w="4008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657F8016-76F9-E9C7-7B6A-5ABDEC20ED4D}"/>
                </a:ext>
              </a:extLst>
            </p:cNvPr>
            <p:cNvSpPr/>
            <p:nvPr/>
          </p:nvSpPr>
          <p:spPr>
            <a:xfrm>
              <a:off x="2305194" y="4524271"/>
              <a:ext cx="3962135" cy="2007"/>
            </a:xfrm>
            <a:custGeom>
              <a:avLst/>
              <a:gdLst>
                <a:gd name="connsiteX0" fmla="*/ 0 w 3962135"/>
                <a:gd name="connsiteY0" fmla="*/ 0 h 2007"/>
                <a:gd name="connsiteX1" fmla="*/ 3962136 w 3962135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62135" h="2007">
                  <a:moveTo>
                    <a:pt x="0" y="0"/>
                  </a:moveTo>
                  <a:lnTo>
                    <a:pt x="3962136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82C2C895-7326-77C3-B393-6A54E4D981B2}"/>
                </a:ext>
              </a:extLst>
            </p:cNvPr>
            <p:cNvSpPr/>
            <p:nvPr/>
          </p:nvSpPr>
          <p:spPr>
            <a:xfrm>
              <a:off x="2417329" y="4486329"/>
              <a:ext cx="2007" cy="37941"/>
            </a:xfrm>
            <a:custGeom>
              <a:avLst/>
              <a:gdLst>
                <a:gd name="connsiteX0" fmla="*/ 0 w 2007"/>
                <a:gd name="connsiteY0" fmla="*/ 37941 h 37941"/>
                <a:gd name="connsiteX1" fmla="*/ 0 w 2007"/>
                <a:gd name="connsiteY1" fmla="*/ 0 h 3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37941">
                  <a:moveTo>
                    <a:pt x="0" y="37941"/>
                  </a:moveTo>
                  <a:lnTo>
                    <a:pt x="0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FEC98127-391F-A72B-0907-FAFE08F80919}"/>
                </a:ext>
              </a:extLst>
            </p:cNvPr>
            <p:cNvSpPr/>
            <p:nvPr/>
          </p:nvSpPr>
          <p:spPr>
            <a:xfrm>
              <a:off x="3351795" y="4486329"/>
              <a:ext cx="2007" cy="37941"/>
            </a:xfrm>
            <a:custGeom>
              <a:avLst/>
              <a:gdLst>
                <a:gd name="connsiteX0" fmla="*/ 0 w 2007"/>
                <a:gd name="connsiteY0" fmla="*/ 37941 h 37941"/>
                <a:gd name="connsiteX1" fmla="*/ 0 w 2007"/>
                <a:gd name="connsiteY1" fmla="*/ 0 h 3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37941">
                  <a:moveTo>
                    <a:pt x="0" y="37941"/>
                  </a:moveTo>
                  <a:lnTo>
                    <a:pt x="0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05259145-BF4E-C15A-C03B-FF178FB048DF}"/>
                </a:ext>
              </a:extLst>
            </p:cNvPr>
            <p:cNvSpPr/>
            <p:nvPr/>
          </p:nvSpPr>
          <p:spPr>
            <a:xfrm>
              <a:off x="4286258" y="4486329"/>
              <a:ext cx="2007" cy="37941"/>
            </a:xfrm>
            <a:custGeom>
              <a:avLst/>
              <a:gdLst>
                <a:gd name="connsiteX0" fmla="*/ 0 w 2007"/>
                <a:gd name="connsiteY0" fmla="*/ 37941 h 37941"/>
                <a:gd name="connsiteX1" fmla="*/ 0 w 2007"/>
                <a:gd name="connsiteY1" fmla="*/ 0 h 3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37941">
                  <a:moveTo>
                    <a:pt x="0" y="37941"/>
                  </a:moveTo>
                  <a:lnTo>
                    <a:pt x="0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C7B94E2D-F00D-9303-0022-5794F852F92A}"/>
                </a:ext>
              </a:extLst>
            </p:cNvPr>
            <p:cNvSpPr/>
            <p:nvPr/>
          </p:nvSpPr>
          <p:spPr>
            <a:xfrm>
              <a:off x="5220715" y="4486329"/>
              <a:ext cx="2007" cy="37941"/>
            </a:xfrm>
            <a:custGeom>
              <a:avLst/>
              <a:gdLst>
                <a:gd name="connsiteX0" fmla="*/ 0 w 2007"/>
                <a:gd name="connsiteY0" fmla="*/ 37941 h 37941"/>
                <a:gd name="connsiteX1" fmla="*/ 0 w 2007"/>
                <a:gd name="connsiteY1" fmla="*/ 0 h 3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37941">
                  <a:moveTo>
                    <a:pt x="0" y="37941"/>
                  </a:moveTo>
                  <a:lnTo>
                    <a:pt x="0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74C0DBEB-D827-8EC1-273B-1521E70C28E2}"/>
                </a:ext>
              </a:extLst>
            </p:cNvPr>
            <p:cNvSpPr/>
            <p:nvPr/>
          </p:nvSpPr>
          <p:spPr>
            <a:xfrm>
              <a:off x="6155192" y="4486329"/>
              <a:ext cx="2007" cy="37941"/>
            </a:xfrm>
            <a:custGeom>
              <a:avLst/>
              <a:gdLst>
                <a:gd name="connsiteX0" fmla="*/ 0 w 2007"/>
                <a:gd name="connsiteY0" fmla="*/ 37941 h 37941"/>
                <a:gd name="connsiteX1" fmla="*/ 0 w 2007"/>
                <a:gd name="connsiteY1" fmla="*/ 0 h 37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37941">
                  <a:moveTo>
                    <a:pt x="0" y="37941"/>
                  </a:moveTo>
                  <a:lnTo>
                    <a:pt x="0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581247F4-9C79-6691-B0D2-4844F1B4A8FE}"/>
                </a:ext>
              </a:extLst>
            </p:cNvPr>
            <p:cNvSpPr/>
            <p:nvPr/>
          </p:nvSpPr>
          <p:spPr>
            <a:xfrm>
              <a:off x="2218024" y="4594994"/>
              <a:ext cx="95912" cy="143955"/>
            </a:xfrm>
            <a:custGeom>
              <a:avLst/>
              <a:gdLst>
                <a:gd name="connsiteX0" fmla="*/ 47956 w 95912"/>
                <a:gd name="connsiteY0" fmla="*/ 14875 h 143955"/>
                <a:gd name="connsiteX1" fmla="*/ 26115 w 95912"/>
                <a:gd name="connsiteY1" fmla="*/ 29189 h 143955"/>
                <a:gd name="connsiteX2" fmla="*/ 18866 w 95912"/>
                <a:gd name="connsiteY2" fmla="*/ 72028 h 143955"/>
                <a:gd name="connsiteX3" fmla="*/ 26115 w 95912"/>
                <a:gd name="connsiteY3" fmla="*/ 114867 h 143955"/>
                <a:gd name="connsiteX4" fmla="*/ 47956 w 95912"/>
                <a:gd name="connsiteY4" fmla="*/ 129101 h 143955"/>
                <a:gd name="connsiteX5" fmla="*/ 69798 w 95912"/>
                <a:gd name="connsiteY5" fmla="*/ 114867 h 143955"/>
                <a:gd name="connsiteX6" fmla="*/ 77139 w 95912"/>
                <a:gd name="connsiteY6" fmla="*/ 72028 h 143955"/>
                <a:gd name="connsiteX7" fmla="*/ 69798 w 95912"/>
                <a:gd name="connsiteY7" fmla="*/ 29189 h 143955"/>
                <a:gd name="connsiteX8" fmla="*/ 47956 w 95912"/>
                <a:gd name="connsiteY8" fmla="*/ 14875 h 143955"/>
                <a:gd name="connsiteX9" fmla="*/ 47956 w 95912"/>
                <a:gd name="connsiteY9" fmla="*/ 0 h 143955"/>
                <a:gd name="connsiteX10" fmla="*/ 83551 w 95912"/>
                <a:gd name="connsiteY10" fmla="*/ 18489 h 143955"/>
                <a:gd name="connsiteX11" fmla="*/ 95913 w 95912"/>
                <a:gd name="connsiteY11" fmla="*/ 72028 h 143955"/>
                <a:gd name="connsiteX12" fmla="*/ 83551 w 95912"/>
                <a:gd name="connsiteY12" fmla="*/ 125567 h 143955"/>
                <a:gd name="connsiteX13" fmla="*/ 47956 w 95912"/>
                <a:gd name="connsiteY13" fmla="*/ 143956 h 143955"/>
                <a:gd name="connsiteX14" fmla="*/ 12268 w 95912"/>
                <a:gd name="connsiteY14" fmla="*/ 125567 h 143955"/>
                <a:gd name="connsiteX15" fmla="*/ 0 w 95912"/>
                <a:gd name="connsiteY15" fmla="*/ 72028 h 143955"/>
                <a:gd name="connsiteX16" fmla="*/ 12268 w 95912"/>
                <a:gd name="connsiteY16" fmla="*/ 18489 h 143955"/>
                <a:gd name="connsiteX17" fmla="*/ 47956 w 95912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55">
                  <a:moveTo>
                    <a:pt x="47956" y="14875"/>
                  </a:moveTo>
                  <a:cubicBezTo>
                    <a:pt x="38290" y="14875"/>
                    <a:pt x="31011" y="19653"/>
                    <a:pt x="26115" y="29189"/>
                  </a:cubicBezTo>
                  <a:cubicBezTo>
                    <a:pt x="21283" y="38664"/>
                    <a:pt x="18866" y="52937"/>
                    <a:pt x="18866" y="72028"/>
                  </a:cubicBezTo>
                  <a:cubicBezTo>
                    <a:pt x="18866" y="91039"/>
                    <a:pt x="21283" y="105332"/>
                    <a:pt x="26115" y="114867"/>
                  </a:cubicBezTo>
                  <a:cubicBezTo>
                    <a:pt x="31011" y="124363"/>
                    <a:pt x="38290" y="129101"/>
                    <a:pt x="47956" y="129101"/>
                  </a:cubicBezTo>
                  <a:cubicBezTo>
                    <a:pt x="57683" y="129101"/>
                    <a:pt x="64964" y="124363"/>
                    <a:pt x="69798" y="114867"/>
                  </a:cubicBezTo>
                  <a:cubicBezTo>
                    <a:pt x="74692" y="105332"/>
                    <a:pt x="77139" y="91039"/>
                    <a:pt x="77139" y="72028"/>
                  </a:cubicBezTo>
                  <a:cubicBezTo>
                    <a:pt x="77139" y="52937"/>
                    <a:pt x="74692" y="38664"/>
                    <a:pt x="69798" y="29189"/>
                  </a:cubicBezTo>
                  <a:cubicBezTo>
                    <a:pt x="64964" y="19653"/>
                    <a:pt x="57683" y="14875"/>
                    <a:pt x="47956" y="14875"/>
                  </a:cubicBezTo>
                  <a:moveTo>
                    <a:pt x="47956" y="0"/>
                  </a:moveTo>
                  <a:cubicBezTo>
                    <a:pt x="63508" y="0"/>
                    <a:pt x="75373" y="6163"/>
                    <a:pt x="83551" y="18489"/>
                  </a:cubicBezTo>
                  <a:cubicBezTo>
                    <a:pt x="91792" y="30755"/>
                    <a:pt x="95913" y="48601"/>
                    <a:pt x="95913" y="72028"/>
                  </a:cubicBezTo>
                  <a:cubicBezTo>
                    <a:pt x="95913" y="95375"/>
                    <a:pt x="91792" y="113221"/>
                    <a:pt x="83551" y="125567"/>
                  </a:cubicBezTo>
                  <a:cubicBezTo>
                    <a:pt x="75373" y="137833"/>
                    <a:pt x="63508" y="143956"/>
                    <a:pt x="47956" y="143956"/>
                  </a:cubicBezTo>
                  <a:cubicBezTo>
                    <a:pt x="32405" y="143956"/>
                    <a:pt x="20508" y="137833"/>
                    <a:pt x="12268" y="125567"/>
                  </a:cubicBezTo>
                  <a:cubicBezTo>
                    <a:pt x="4089" y="113221"/>
                    <a:pt x="0" y="95375"/>
                    <a:pt x="0" y="72028"/>
                  </a:cubicBezTo>
                  <a:cubicBezTo>
                    <a:pt x="0" y="48601"/>
                    <a:pt x="4089" y="30755"/>
                    <a:pt x="12268" y="18489"/>
                  </a:cubicBezTo>
                  <a:cubicBezTo>
                    <a:pt x="20508" y="6163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6309201C-8EAB-1A55-8FD3-ADD4D48FA37D}"/>
                </a:ext>
              </a:extLst>
            </p:cNvPr>
            <p:cNvSpPr/>
            <p:nvPr/>
          </p:nvSpPr>
          <p:spPr>
            <a:xfrm>
              <a:off x="2346929" y="4712652"/>
              <a:ext cx="19608" cy="23607"/>
            </a:xfrm>
            <a:custGeom>
              <a:avLst/>
              <a:gdLst>
                <a:gd name="connsiteX0" fmla="*/ 0 w 19608"/>
                <a:gd name="connsiteY0" fmla="*/ 0 h 23607"/>
                <a:gd name="connsiteX1" fmla="*/ 19609 w 19608"/>
                <a:gd name="connsiteY1" fmla="*/ 0 h 23607"/>
                <a:gd name="connsiteX2" fmla="*/ 19609 w 19608"/>
                <a:gd name="connsiteY2" fmla="*/ 23608 h 23607"/>
                <a:gd name="connsiteX3" fmla="*/ 0 w 19608"/>
                <a:gd name="connsiteY3" fmla="*/ 23608 h 23607"/>
                <a:gd name="connsiteX4" fmla="*/ 0 w 19608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7">
                  <a:moveTo>
                    <a:pt x="0" y="0"/>
                  </a:moveTo>
                  <a:lnTo>
                    <a:pt x="19609" y="0"/>
                  </a:lnTo>
                  <a:lnTo>
                    <a:pt x="19609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247672B5-7F79-B09E-A7B7-8D3D830878A5}"/>
                </a:ext>
              </a:extLst>
            </p:cNvPr>
            <p:cNvSpPr/>
            <p:nvPr/>
          </p:nvSpPr>
          <p:spPr>
            <a:xfrm>
              <a:off x="2399626" y="4594994"/>
              <a:ext cx="95910" cy="143955"/>
            </a:xfrm>
            <a:custGeom>
              <a:avLst/>
              <a:gdLst>
                <a:gd name="connsiteX0" fmla="*/ 47954 w 95910"/>
                <a:gd name="connsiteY0" fmla="*/ 14875 h 143955"/>
                <a:gd name="connsiteX1" fmla="*/ 26115 w 95910"/>
                <a:gd name="connsiteY1" fmla="*/ 29189 h 143955"/>
                <a:gd name="connsiteX2" fmla="*/ 18866 w 95910"/>
                <a:gd name="connsiteY2" fmla="*/ 72028 h 143955"/>
                <a:gd name="connsiteX3" fmla="*/ 26115 w 95910"/>
                <a:gd name="connsiteY3" fmla="*/ 114867 h 143955"/>
                <a:gd name="connsiteX4" fmla="*/ 47954 w 95910"/>
                <a:gd name="connsiteY4" fmla="*/ 129101 h 143955"/>
                <a:gd name="connsiteX5" fmla="*/ 69796 w 95910"/>
                <a:gd name="connsiteY5" fmla="*/ 114867 h 143955"/>
                <a:gd name="connsiteX6" fmla="*/ 77137 w 95910"/>
                <a:gd name="connsiteY6" fmla="*/ 72028 h 143955"/>
                <a:gd name="connsiteX7" fmla="*/ 69796 w 95910"/>
                <a:gd name="connsiteY7" fmla="*/ 29189 h 143955"/>
                <a:gd name="connsiteX8" fmla="*/ 47954 w 95910"/>
                <a:gd name="connsiteY8" fmla="*/ 14875 h 143955"/>
                <a:gd name="connsiteX9" fmla="*/ 47954 w 95910"/>
                <a:gd name="connsiteY9" fmla="*/ 0 h 143955"/>
                <a:gd name="connsiteX10" fmla="*/ 83551 w 95910"/>
                <a:gd name="connsiteY10" fmla="*/ 18489 h 143955"/>
                <a:gd name="connsiteX11" fmla="*/ 95911 w 95910"/>
                <a:gd name="connsiteY11" fmla="*/ 72028 h 143955"/>
                <a:gd name="connsiteX12" fmla="*/ 83551 w 95910"/>
                <a:gd name="connsiteY12" fmla="*/ 125567 h 143955"/>
                <a:gd name="connsiteX13" fmla="*/ 47954 w 95910"/>
                <a:gd name="connsiteY13" fmla="*/ 143956 h 143955"/>
                <a:gd name="connsiteX14" fmla="*/ 12268 w 95910"/>
                <a:gd name="connsiteY14" fmla="*/ 125567 h 143955"/>
                <a:gd name="connsiteX15" fmla="*/ 0 w 95910"/>
                <a:gd name="connsiteY15" fmla="*/ 72028 h 143955"/>
                <a:gd name="connsiteX16" fmla="*/ 12268 w 95910"/>
                <a:gd name="connsiteY16" fmla="*/ 18489 h 143955"/>
                <a:gd name="connsiteX17" fmla="*/ 47954 w 95910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0" h="143955">
                  <a:moveTo>
                    <a:pt x="47954" y="14875"/>
                  </a:moveTo>
                  <a:cubicBezTo>
                    <a:pt x="38288" y="14875"/>
                    <a:pt x="31009" y="19653"/>
                    <a:pt x="26115" y="29189"/>
                  </a:cubicBezTo>
                  <a:cubicBezTo>
                    <a:pt x="21283" y="38664"/>
                    <a:pt x="18866" y="52937"/>
                    <a:pt x="18866" y="72028"/>
                  </a:cubicBezTo>
                  <a:cubicBezTo>
                    <a:pt x="18866" y="91039"/>
                    <a:pt x="21283" y="105332"/>
                    <a:pt x="26115" y="114867"/>
                  </a:cubicBezTo>
                  <a:cubicBezTo>
                    <a:pt x="31009" y="124363"/>
                    <a:pt x="38288" y="129101"/>
                    <a:pt x="47954" y="129101"/>
                  </a:cubicBezTo>
                  <a:cubicBezTo>
                    <a:pt x="57683" y="129101"/>
                    <a:pt x="64964" y="124363"/>
                    <a:pt x="69796" y="114867"/>
                  </a:cubicBezTo>
                  <a:cubicBezTo>
                    <a:pt x="74690" y="105332"/>
                    <a:pt x="77137" y="91039"/>
                    <a:pt x="77137" y="72028"/>
                  </a:cubicBezTo>
                  <a:cubicBezTo>
                    <a:pt x="77137" y="52937"/>
                    <a:pt x="74690" y="38664"/>
                    <a:pt x="69796" y="29189"/>
                  </a:cubicBezTo>
                  <a:cubicBezTo>
                    <a:pt x="64964" y="19653"/>
                    <a:pt x="57683" y="14875"/>
                    <a:pt x="47954" y="14875"/>
                  </a:cubicBezTo>
                  <a:moveTo>
                    <a:pt x="47954" y="0"/>
                  </a:moveTo>
                  <a:cubicBezTo>
                    <a:pt x="63506" y="0"/>
                    <a:pt x="75372" y="6163"/>
                    <a:pt x="83551" y="18489"/>
                  </a:cubicBezTo>
                  <a:cubicBezTo>
                    <a:pt x="91792" y="30755"/>
                    <a:pt x="95911" y="48601"/>
                    <a:pt x="95911" y="72028"/>
                  </a:cubicBezTo>
                  <a:cubicBezTo>
                    <a:pt x="95911" y="95375"/>
                    <a:pt x="91792" y="113221"/>
                    <a:pt x="83551" y="125567"/>
                  </a:cubicBezTo>
                  <a:cubicBezTo>
                    <a:pt x="75372" y="137833"/>
                    <a:pt x="63506" y="143956"/>
                    <a:pt x="47954" y="143956"/>
                  </a:cubicBezTo>
                  <a:cubicBezTo>
                    <a:pt x="32403" y="143956"/>
                    <a:pt x="20508" y="137833"/>
                    <a:pt x="12268" y="125567"/>
                  </a:cubicBezTo>
                  <a:cubicBezTo>
                    <a:pt x="4089" y="113221"/>
                    <a:pt x="0" y="95375"/>
                    <a:pt x="0" y="72028"/>
                  </a:cubicBezTo>
                  <a:cubicBezTo>
                    <a:pt x="0" y="48601"/>
                    <a:pt x="4089" y="30755"/>
                    <a:pt x="12268" y="18489"/>
                  </a:cubicBezTo>
                  <a:cubicBezTo>
                    <a:pt x="20508" y="6163"/>
                    <a:pt x="32403" y="0"/>
                    <a:pt x="47954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A0CE5E63-FDA0-AA42-C112-C79C5348EB3D}"/>
                </a:ext>
              </a:extLst>
            </p:cNvPr>
            <p:cNvSpPr/>
            <p:nvPr/>
          </p:nvSpPr>
          <p:spPr>
            <a:xfrm>
              <a:off x="2520722" y="4594994"/>
              <a:ext cx="95912" cy="143955"/>
            </a:xfrm>
            <a:custGeom>
              <a:avLst/>
              <a:gdLst>
                <a:gd name="connsiteX0" fmla="*/ 47956 w 95912"/>
                <a:gd name="connsiteY0" fmla="*/ 14875 h 143955"/>
                <a:gd name="connsiteX1" fmla="*/ 26117 w 95912"/>
                <a:gd name="connsiteY1" fmla="*/ 29189 h 143955"/>
                <a:gd name="connsiteX2" fmla="*/ 18868 w 95912"/>
                <a:gd name="connsiteY2" fmla="*/ 72028 h 143955"/>
                <a:gd name="connsiteX3" fmla="*/ 26117 w 95912"/>
                <a:gd name="connsiteY3" fmla="*/ 114867 h 143955"/>
                <a:gd name="connsiteX4" fmla="*/ 47956 w 95912"/>
                <a:gd name="connsiteY4" fmla="*/ 129101 h 143955"/>
                <a:gd name="connsiteX5" fmla="*/ 69798 w 95912"/>
                <a:gd name="connsiteY5" fmla="*/ 114867 h 143955"/>
                <a:gd name="connsiteX6" fmla="*/ 77139 w 95912"/>
                <a:gd name="connsiteY6" fmla="*/ 72028 h 143955"/>
                <a:gd name="connsiteX7" fmla="*/ 69798 w 95912"/>
                <a:gd name="connsiteY7" fmla="*/ 29189 h 143955"/>
                <a:gd name="connsiteX8" fmla="*/ 47956 w 95912"/>
                <a:gd name="connsiteY8" fmla="*/ 14875 h 143955"/>
                <a:gd name="connsiteX9" fmla="*/ 47956 w 95912"/>
                <a:gd name="connsiteY9" fmla="*/ 0 h 143955"/>
                <a:gd name="connsiteX10" fmla="*/ 83553 w 95912"/>
                <a:gd name="connsiteY10" fmla="*/ 18489 h 143955"/>
                <a:gd name="connsiteX11" fmla="*/ 95913 w 95912"/>
                <a:gd name="connsiteY11" fmla="*/ 72028 h 143955"/>
                <a:gd name="connsiteX12" fmla="*/ 83553 w 95912"/>
                <a:gd name="connsiteY12" fmla="*/ 125567 h 143955"/>
                <a:gd name="connsiteX13" fmla="*/ 47956 w 95912"/>
                <a:gd name="connsiteY13" fmla="*/ 143956 h 143955"/>
                <a:gd name="connsiteX14" fmla="*/ 12270 w 95912"/>
                <a:gd name="connsiteY14" fmla="*/ 125567 h 143955"/>
                <a:gd name="connsiteX15" fmla="*/ 0 w 95912"/>
                <a:gd name="connsiteY15" fmla="*/ 72028 h 143955"/>
                <a:gd name="connsiteX16" fmla="*/ 12270 w 95912"/>
                <a:gd name="connsiteY16" fmla="*/ 18489 h 143955"/>
                <a:gd name="connsiteX17" fmla="*/ 47956 w 95912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55">
                  <a:moveTo>
                    <a:pt x="47956" y="14875"/>
                  </a:moveTo>
                  <a:cubicBezTo>
                    <a:pt x="38290" y="14875"/>
                    <a:pt x="31011" y="19653"/>
                    <a:pt x="26117" y="29189"/>
                  </a:cubicBezTo>
                  <a:cubicBezTo>
                    <a:pt x="21285" y="38664"/>
                    <a:pt x="18868" y="52937"/>
                    <a:pt x="18868" y="72028"/>
                  </a:cubicBezTo>
                  <a:cubicBezTo>
                    <a:pt x="18868" y="91039"/>
                    <a:pt x="21285" y="105332"/>
                    <a:pt x="26117" y="114867"/>
                  </a:cubicBezTo>
                  <a:cubicBezTo>
                    <a:pt x="31011" y="124363"/>
                    <a:pt x="38290" y="129101"/>
                    <a:pt x="47956" y="129101"/>
                  </a:cubicBezTo>
                  <a:cubicBezTo>
                    <a:pt x="57685" y="129101"/>
                    <a:pt x="64966" y="124363"/>
                    <a:pt x="69798" y="114867"/>
                  </a:cubicBezTo>
                  <a:cubicBezTo>
                    <a:pt x="74692" y="105332"/>
                    <a:pt x="77139" y="91039"/>
                    <a:pt x="77139" y="72028"/>
                  </a:cubicBezTo>
                  <a:cubicBezTo>
                    <a:pt x="77139" y="52937"/>
                    <a:pt x="74692" y="38664"/>
                    <a:pt x="69798" y="29189"/>
                  </a:cubicBezTo>
                  <a:cubicBezTo>
                    <a:pt x="64966" y="19653"/>
                    <a:pt x="57685" y="14875"/>
                    <a:pt x="47956" y="14875"/>
                  </a:cubicBezTo>
                  <a:moveTo>
                    <a:pt x="47956" y="0"/>
                  </a:moveTo>
                  <a:cubicBezTo>
                    <a:pt x="63508" y="0"/>
                    <a:pt x="75374" y="6163"/>
                    <a:pt x="83553" y="18489"/>
                  </a:cubicBezTo>
                  <a:cubicBezTo>
                    <a:pt x="91794" y="30755"/>
                    <a:pt x="95913" y="48601"/>
                    <a:pt x="95913" y="72028"/>
                  </a:cubicBezTo>
                  <a:cubicBezTo>
                    <a:pt x="95913" y="95375"/>
                    <a:pt x="91794" y="113221"/>
                    <a:pt x="83553" y="125567"/>
                  </a:cubicBezTo>
                  <a:cubicBezTo>
                    <a:pt x="75374" y="137833"/>
                    <a:pt x="63508" y="143956"/>
                    <a:pt x="47956" y="143956"/>
                  </a:cubicBezTo>
                  <a:cubicBezTo>
                    <a:pt x="32405" y="143956"/>
                    <a:pt x="20510" y="137833"/>
                    <a:pt x="12270" y="125567"/>
                  </a:cubicBezTo>
                  <a:cubicBezTo>
                    <a:pt x="4089" y="113221"/>
                    <a:pt x="0" y="95375"/>
                    <a:pt x="0" y="72028"/>
                  </a:cubicBezTo>
                  <a:cubicBezTo>
                    <a:pt x="0" y="48601"/>
                    <a:pt x="4089" y="30755"/>
                    <a:pt x="12270" y="18489"/>
                  </a:cubicBezTo>
                  <a:cubicBezTo>
                    <a:pt x="20510" y="6163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92DBC852-37C7-315E-37BB-ED8CCF60F55D}"/>
                </a:ext>
              </a:extLst>
            </p:cNvPr>
            <p:cNvSpPr/>
            <p:nvPr/>
          </p:nvSpPr>
          <p:spPr>
            <a:xfrm>
              <a:off x="3154486" y="4594994"/>
              <a:ext cx="95912" cy="143955"/>
            </a:xfrm>
            <a:custGeom>
              <a:avLst/>
              <a:gdLst>
                <a:gd name="connsiteX0" fmla="*/ 47956 w 95912"/>
                <a:gd name="connsiteY0" fmla="*/ 14875 h 143955"/>
                <a:gd name="connsiteX1" fmla="*/ 26115 w 95912"/>
                <a:gd name="connsiteY1" fmla="*/ 29189 h 143955"/>
                <a:gd name="connsiteX2" fmla="*/ 18866 w 95912"/>
                <a:gd name="connsiteY2" fmla="*/ 72028 h 143955"/>
                <a:gd name="connsiteX3" fmla="*/ 26115 w 95912"/>
                <a:gd name="connsiteY3" fmla="*/ 114867 h 143955"/>
                <a:gd name="connsiteX4" fmla="*/ 47956 w 95912"/>
                <a:gd name="connsiteY4" fmla="*/ 129101 h 143955"/>
                <a:gd name="connsiteX5" fmla="*/ 69796 w 95912"/>
                <a:gd name="connsiteY5" fmla="*/ 114867 h 143955"/>
                <a:gd name="connsiteX6" fmla="*/ 77139 w 95912"/>
                <a:gd name="connsiteY6" fmla="*/ 72028 h 143955"/>
                <a:gd name="connsiteX7" fmla="*/ 69796 w 95912"/>
                <a:gd name="connsiteY7" fmla="*/ 29189 h 143955"/>
                <a:gd name="connsiteX8" fmla="*/ 47956 w 95912"/>
                <a:gd name="connsiteY8" fmla="*/ 14875 h 143955"/>
                <a:gd name="connsiteX9" fmla="*/ 47956 w 95912"/>
                <a:gd name="connsiteY9" fmla="*/ 0 h 143955"/>
                <a:gd name="connsiteX10" fmla="*/ 83551 w 95912"/>
                <a:gd name="connsiteY10" fmla="*/ 18489 h 143955"/>
                <a:gd name="connsiteX11" fmla="*/ 95913 w 95912"/>
                <a:gd name="connsiteY11" fmla="*/ 72028 h 143955"/>
                <a:gd name="connsiteX12" fmla="*/ 83551 w 95912"/>
                <a:gd name="connsiteY12" fmla="*/ 125567 h 143955"/>
                <a:gd name="connsiteX13" fmla="*/ 47956 w 95912"/>
                <a:gd name="connsiteY13" fmla="*/ 143956 h 143955"/>
                <a:gd name="connsiteX14" fmla="*/ 12268 w 95912"/>
                <a:gd name="connsiteY14" fmla="*/ 125567 h 143955"/>
                <a:gd name="connsiteX15" fmla="*/ 0 w 95912"/>
                <a:gd name="connsiteY15" fmla="*/ 72028 h 143955"/>
                <a:gd name="connsiteX16" fmla="*/ 12268 w 95912"/>
                <a:gd name="connsiteY16" fmla="*/ 18489 h 143955"/>
                <a:gd name="connsiteX17" fmla="*/ 47956 w 95912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55">
                  <a:moveTo>
                    <a:pt x="47956" y="14875"/>
                  </a:moveTo>
                  <a:cubicBezTo>
                    <a:pt x="38290" y="14875"/>
                    <a:pt x="31011" y="19653"/>
                    <a:pt x="26115" y="29189"/>
                  </a:cubicBezTo>
                  <a:cubicBezTo>
                    <a:pt x="21283" y="38664"/>
                    <a:pt x="18866" y="52937"/>
                    <a:pt x="18866" y="72028"/>
                  </a:cubicBezTo>
                  <a:cubicBezTo>
                    <a:pt x="18866" y="91039"/>
                    <a:pt x="21283" y="105332"/>
                    <a:pt x="26115" y="114867"/>
                  </a:cubicBezTo>
                  <a:cubicBezTo>
                    <a:pt x="31011" y="124363"/>
                    <a:pt x="38290" y="129101"/>
                    <a:pt x="47956" y="129101"/>
                  </a:cubicBezTo>
                  <a:cubicBezTo>
                    <a:pt x="57683" y="129101"/>
                    <a:pt x="64964" y="124363"/>
                    <a:pt x="69796" y="114867"/>
                  </a:cubicBezTo>
                  <a:cubicBezTo>
                    <a:pt x="74692" y="105332"/>
                    <a:pt x="77139" y="91039"/>
                    <a:pt x="77139" y="72028"/>
                  </a:cubicBezTo>
                  <a:cubicBezTo>
                    <a:pt x="77139" y="52937"/>
                    <a:pt x="74692" y="38664"/>
                    <a:pt x="69796" y="29189"/>
                  </a:cubicBezTo>
                  <a:cubicBezTo>
                    <a:pt x="64964" y="19653"/>
                    <a:pt x="57683" y="14875"/>
                    <a:pt x="47956" y="14875"/>
                  </a:cubicBezTo>
                  <a:moveTo>
                    <a:pt x="47956" y="0"/>
                  </a:moveTo>
                  <a:cubicBezTo>
                    <a:pt x="63508" y="0"/>
                    <a:pt x="75373" y="6163"/>
                    <a:pt x="83551" y="18489"/>
                  </a:cubicBezTo>
                  <a:cubicBezTo>
                    <a:pt x="91792" y="30755"/>
                    <a:pt x="95913" y="48601"/>
                    <a:pt x="95913" y="72028"/>
                  </a:cubicBezTo>
                  <a:cubicBezTo>
                    <a:pt x="95913" y="95375"/>
                    <a:pt x="91792" y="113221"/>
                    <a:pt x="83551" y="125567"/>
                  </a:cubicBezTo>
                  <a:cubicBezTo>
                    <a:pt x="75373" y="137833"/>
                    <a:pt x="63508" y="143956"/>
                    <a:pt x="47956" y="143956"/>
                  </a:cubicBezTo>
                  <a:cubicBezTo>
                    <a:pt x="32405" y="143956"/>
                    <a:pt x="20508" y="137833"/>
                    <a:pt x="12268" y="125567"/>
                  </a:cubicBezTo>
                  <a:cubicBezTo>
                    <a:pt x="4089" y="113221"/>
                    <a:pt x="0" y="95375"/>
                    <a:pt x="0" y="72028"/>
                  </a:cubicBezTo>
                  <a:cubicBezTo>
                    <a:pt x="0" y="48601"/>
                    <a:pt x="4089" y="30755"/>
                    <a:pt x="12268" y="18489"/>
                  </a:cubicBezTo>
                  <a:cubicBezTo>
                    <a:pt x="20508" y="6163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A7269107-EDDD-D4B0-EDB5-47AA303048E2}"/>
                </a:ext>
              </a:extLst>
            </p:cNvPr>
            <p:cNvSpPr/>
            <p:nvPr/>
          </p:nvSpPr>
          <p:spPr>
            <a:xfrm>
              <a:off x="3283392" y="4712652"/>
              <a:ext cx="19608" cy="23607"/>
            </a:xfrm>
            <a:custGeom>
              <a:avLst/>
              <a:gdLst>
                <a:gd name="connsiteX0" fmla="*/ 0 w 19608"/>
                <a:gd name="connsiteY0" fmla="*/ 0 h 23607"/>
                <a:gd name="connsiteX1" fmla="*/ 19609 w 19608"/>
                <a:gd name="connsiteY1" fmla="*/ 0 h 23607"/>
                <a:gd name="connsiteX2" fmla="*/ 19609 w 19608"/>
                <a:gd name="connsiteY2" fmla="*/ 23608 h 23607"/>
                <a:gd name="connsiteX3" fmla="*/ 0 w 19608"/>
                <a:gd name="connsiteY3" fmla="*/ 23608 h 23607"/>
                <a:gd name="connsiteX4" fmla="*/ 0 w 19608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7">
                  <a:moveTo>
                    <a:pt x="0" y="0"/>
                  </a:moveTo>
                  <a:lnTo>
                    <a:pt x="19609" y="0"/>
                  </a:lnTo>
                  <a:lnTo>
                    <a:pt x="19609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45D6EB4B-A911-65B5-AB49-0E90C93E346A}"/>
                </a:ext>
              </a:extLst>
            </p:cNvPr>
            <p:cNvSpPr/>
            <p:nvPr/>
          </p:nvSpPr>
          <p:spPr>
            <a:xfrm>
              <a:off x="3337481" y="4594994"/>
              <a:ext cx="88105" cy="141265"/>
            </a:xfrm>
            <a:custGeom>
              <a:avLst/>
              <a:gdLst>
                <a:gd name="connsiteX0" fmla="*/ 22584 w 88105"/>
                <a:gd name="connsiteY0" fmla="*/ 125467 h 141265"/>
                <a:gd name="connsiteX1" fmla="*/ 88106 w 88105"/>
                <a:gd name="connsiteY1" fmla="*/ 125467 h 141265"/>
                <a:gd name="connsiteX2" fmla="*/ 88106 w 88105"/>
                <a:gd name="connsiteY2" fmla="*/ 141266 h 141265"/>
                <a:gd name="connsiteX3" fmla="*/ 0 w 88105"/>
                <a:gd name="connsiteY3" fmla="*/ 141266 h 141265"/>
                <a:gd name="connsiteX4" fmla="*/ 0 w 88105"/>
                <a:gd name="connsiteY4" fmla="*/ 125467 h 141265"/>
                <a:gd name="connsiteX5" fmla="*/ 29090 w 88105"/>
                <a:gd name="connsiteY5" fmla="*/ 95817 h 141265"/>
                <a:gd name="connsiteX6" fmla="*/ 52325 w 88105"/>
                <a:gd name="connsiteY6" fmla="*/ 71747 h 141265"/>
                <a:gd name="connsiteX7" fmla="*/ 64871 w 88105"/>
                <a:gd name="connsiteY7" fmla="*/ 54643 h 141265"/>
                <a:gd name="connsiteX8" fmla="*/ 68495 w 88105"/>
                <a:gd name="connsiteY8" fmla="*/ 40792 h 141265"/>
                <a:gd name="connsiteX9" fmla="*/ 60688 w 88105"/>
                <a:gd name="connsiteY9" fmla="*/ 22765 h 141265"/>
                <a:gd name="connsiteX10" fmla="*/ 40521 w 88105"/>
                <a:gd name="connsiteY10" fmla="*/ 15799 h 141265"/>
                <a:gd name="connsiteX11" fmla="*/ 21839 w 88105"/>
                <a:gd name="connsiteY11" fmla="*/ 18870 h 141265"/>
                <a:gd name="connsiteX12" fmla="*/ 929 w 88105"/>
                <a:gd name="connsiteY12" fmla="*/ 28165 h 141265"/>
                <a:gd name="connsiteX13" fmla="*/ 929 w 88105"/>
                <a:gd name="connsiteY13" fmla="*/ 9194 h 141265"/>
                <a:gd name="connsiteX14" fmla="*/ 22118 w 88105"/>
                <a:gd name="connsiteY14" fmla="*/ 2329 h 141265"/>
                <a:gd name="connsiteX15" fmla="*/ 40149 w 88105"/>
                <a:gd name="connsiteY15" fmla="*/ 0 h 141265"/>
                <a:gd name="connsiteX16" fmla="*/ 74535 w 88105"/>
                <a:gd name="connsiteY16" fmla="*/ 10780 h 141265"/>
                <a:gd name="connsiteX17" fmla="*/ 87361 w 88105"/>
                <a:gd name="connsiteY17" fmla="*/ 39587 h 141265"/>
                <a:gd name="connsiteX18" fmla="*/ 84109 w 88105"/>
                <a:gd name="connsiteY18" fmla="*/ 55848 h 141265"/>
                <a:gd name="connsiteX19" fmla="*/ 72492 w 88105"/>
                <a:gd name="connsiteY19" fmla="*/ 73895 h 141265"/>
                <a:gd name="connsiteX20" fmla="*/ 57715 w 88105"/>
                <a:gd name="connsiteY20" fmla="*/ 89493 h 141265"/>
                <a:gd name="connsiteX21" fmla="*/ 22584 w 88105"/>
                <a:gd name="connsiteY21" fmla="*/ 125467 h 141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8105" h="141265">
                  <a:moveTo>
                    <a:pt x="22584" y="125467"/>
                  </a:moveTo>
                  <a:lnTo>
                    <a:pt x="88106" y="125467"/>
                  </a:lnTo>
                  <a:lnTo>
                    <a:pt x="88106" y="141266"/>
                  </a:lnTo>
                  <a:lnTo>
                    <a:pt x="0" y="141266"/>
                  </a:lnTo>
                  <a:lnTo>
                    <a:pt x="0" y="125467"/>
                  </a:lnTo>
                  <a:cubicBezTo>
                    <a:pt x="7125" y="118099"/>
                    <a:pt x="16823" y="108203"/>
                    <a:pt x="29090" y="95817"/>
                  </a:cubicBezTo>
                  <a:cubicBezTo>
                    <a:pt x="41418" y="83370"/>
                    <a:pt x="49163" y="75340"/>
                    <a:pt x="52325" y="71747"/>
                  </a:cubicBezTo>
                  <a:cubicBezTo>
                    <a:pt x="58333" y="64982"/>
                    <a:pt x="62517" y="59281"/>
                    <a:pt x="64871" y="54643"/>
                  </a:cubicBezTo>
                  <a:cubicBezTo>
                    <a:pt x="67286" y="49926"/>
                    <a:pt x="68495" y="45309"/>
                    <a:pt x="68495" y="40792"/>
                  </a:cubicBezTo>
                  <a:cubicBezTo>
                    <a:pt x="68495" y="33424"/>
                    <a:pt x="65893" y="27402"/>
                    <a:pt x="60688" y="22765"/>
                  </a:cubicBezTo>
                  <a:cubicBezTo>
                    <a:pt x="55547" y="18128"/>
                    <a:pt x="48824" y="15799"/>
                    <a:pt x="40521" y="15799"/>
                  </a:cubicBezTo>
                  <a:cubicBezTo>
                    <a:pt x="34635" y="15799"/>
                    <a:pt x="28408" y="16823"/>
                    <a:pt x="21839" y="18870"/>
                  </a:cubicBezTo>
                  <a:cubicBezTo>
                    <a:pt x="15333" y="20918"/>
                    <a:pt x="8363" y="24009"/>
                    <a:pt x="929" y="28165"/>
                  </a:cubicBezTo>
                  <a:lnTo>
                    <a:pt x="929" y="9194"/>
                  </a:lnTo>
                  <a:cubicBezTo>
                    <a:pt x="8488" y="6163"/>
                    <a:pt x="15552" y="3875"/>
                    <a:pt x="22118" y="2329"/>
                  </a:cubicBezTo>
                  <a:cubicBezTo>
                    <a:pt x="28687" y="783"/>
                    <a:pt x="34697" y="0"/>
                    <a:pt x="40149" y="0"/>
                  </a:cubicBezTo>
                  <a:cubicBezTo>
                    <a:pt x="54523" y="0"/>
                    <a:pt x="65986" y="3593"/>
                    <a:pt x="74535" y="10780"/>
                  </a:cubicBezTo>
                  <a:cubicBezTo>
                    <a:pt x="83085" y="17967"/>
                    <a:pt x="87361" y="27563"/>
                    <a:pt x="87361" y="39587"/>
                  </a:cubicBezTo>
                  <a:cubicBezTo>
                    <a:pt x="87361" y="45289"/>
                    <a:pt x="86277" y="50709"/>
                    <a:pt x="84109" y="55848"/>
                  </a:cubicBezTo>
                  <a:cubicBezTo>
                    <a:pt x="82003" y="60927"/>
                    <a:pt x="78131" y="66949"/>
                    <a:pt x="72492" y="73895"/>
                  </a:cubicBezTo>
                  <a:cubicBezTo>
                    <a:pt x="70942" y="75682"/>
                    <a:pt x="66016" y="80881"/>
                    <a:pt x="57715" y="89493"/>
                  </a:cubicBezTo>
                  <a:cubicBezTo>
                    <a:pt x="49412" y="98045"/>
                    <a:pt x="37702" y="110030"/>
                    <a:pt x="22584" y="125467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51DF42AB-3F52-63CF-708B-E760F8BD3E02}"/>
                </a:ext>
              </a:extLst>
            </p:cNvPr>
            <p:cNvSpPr/>
            <p:nvPr/>
          </p:nvSpPr>
          <p:spPr>
            <a:xfrm>
              <a:off x="3459323" y="4597503"/>
              <a:ext cx="89778" cy="141446"/>
            </a:xfrm>
            <a:custGeom>
              <a:avLst/>
              <a:gdLst>
                <a:gd name="connsiteX0" fmla="*/ 5856 w 89778"/>
                <a:gd name="connsiteY0" fmla="*/ 0 h 141446"/>
                <a:gd name="connsiteX1" fmla="*/ 79554 w 89778"/>
                <a:gd name="connsiteY1" fmla="*/ 0 h 141446"/>
                <a:gd name="connsiteX2" fmla="*/ 79554 w 89778"/>
                <a:gd name="connsiteY2" fmla="*/ 15799 h 141446"/>
                <a:gd name="connsiteX3" fmla="*/ 23048 w 89778"/>
                <a:gd name="connsiteY3" fmla="*/ 15799 h 141446"/>
                <a:gd name="connsiteX4" fmla="*/ 23048 w 89778"/>
                <a:gd name="connsiteY4" fmla="*/ 49805 h 141446"/>
                <a:gd name="connsiteX5" fmla="*/ 31228 w 89778"/>
                <a:gd name="connsiteY5" fmla="*/ 47778 h 141446"/>
                <a:gd name="connsiteX6" fmla="*/ 39407 w 89778"/>
                <a:gd name="connsiteY6" fmla="*/ 47035 h 141446"/>
                <a:gd name="connsiteX7" fmla="*/ 76209 w 89778"/>
                <a:gd name="connsiteY7" fmla="*/ 59762 h 141446"/>
                <a:gd name="connsiteX8" fmla="*/ 89778 w 89778"/>
                <a:gd name="connsiteY8" fmla="*/ 94231 h 141446"/>
                <a:gd name="connsiteX9" fmla="*/ 75838 w 89778"/>
                <a:gd name="connsiteY9" fmla="*/ 129101 h 141446"/>
                <a:gd name="connsiteX10" fmla="*/ 36524 w 89778"/>
                <a:gd name="connsiteY10" fmla="*/ 141446 h 141446"/>
                <a:gd name="connsiteX11" fmla="*/ 18681 w 89778"/>
                <a:gd name="connsiteY11" fmla="*/ 139961 h 141446"/>
                <a:gd name="connsiteX12" fmla="*/ 0 w 89778"/>
                <a:gd name="connsiteY12" fmla="*/ 135504 h 141446"/>
                <a:gd name="connsiteX13" fmla="*/ 0 w 89778"/>
                <a:gd name="connsiteY13" fmla="*/ 116634 h 141446"/>
                <a:gd name="connsiteX14" fmla="*/ 17286 w 89778"/>
                <a:gd name="connsiteY14" fmla="*/ 123419 h 141446"/>
                <a:gd name="connsiteX15" fmla="*/ 36152 w 89778"/>
                <a:gd name="connsiteY15" fmla="*/ 125647 h 141446"/>
                <a:gd name="connsiteX16" fmla="*/ 61617 w 89778"/>
                <a:gd name="connsiteY16" fmla="*/ 117196 h 141446"/>
                <a:gd name="connsiteX17" fmla="*/ 71004 w 89778"/>
                <a:gd name="connsiteY17" fmla="*/ 94231 h 141446"/>
                <a:gd name="connsiteX18" fmla="*/ 61617 w 89778"/>
                <a:gd name="connsiteY18" fmla="*/ 71285 h 141446"/>
                <a:gd name="connsiteX19" fmla="*/ 36152 w 89778"/>
                <a:gd name="connsiteY19" fmla="*/ 62834 h 141446"/>
                <a:gd name="connsiteX20" fmla="*/ 21096 w 89778"/>
                <a:gd name="connsiteY20" fmla="*/ 64500 h 141446"/>
                <a:gd name="connsiteX21" fmla="*/ 5856 w 89778"/>
                <a:gd name="connsiteY21" fmla="*/ 69699 h 141446"/>
                <a:gd name="connsiteX22" fmla="*/ 5856 w 89778"/>
                <a:gd name="connsiteY22" fmla="*/ 0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778" h="141446">
                  <a:moveTo>
                    <a:pt x="5856" y="0"/>
                  </a:moveTo>
                  <a:lnTo>
                    <a:pt x="79554" y="0"/>
                  </a:lnTo>
                  <a:lnTo>
                    <a:pt x="79554" y="15799"/>
                  </a:lnTo>
                  <a:lnTo>
                    <a:pt x="23048" y="15799"/>
                  </a:lnTo>
                  <a:lnTo>
                    <a:pt x="23048" y="49805"/>
                  </a:lnTo>
                  <a:cubicBezTo>
                    <a:pt x="25774" y="48882"/>
                    <a:pt x="28500" y="48199"/>
                    <a:pt x="31228" y="47778"/>
                  </a:cubicBezTo>
                  <a:cubicBezTo>
                    <a:pt x="33954" y="47276"/>
                    <a:pt x="36680" y="47035"/>
                    <a:pt x="39407" y="47035"/>
                  </a:cubicBezTo>
                  <a:cubicBezTo>
                    <a:pt x="54896" y="47035"/>
                    <a:pt x="67164" y="51271"/>
                    <a:pt x="76209" y="59762"/>
                  </a:cubicBezTo>
                  <a:cubicBezTo>
                    <a:pt x="85255" y="68254"/>
                    <a:pt x="89778" y="79737"/>
                    <a:pt x="89778" y="94231"/>
                  </a:cubicBezTo>
                  <a:cubicBezTo>
                    <a:pt x="89778" y="109166"/>
                    <a:pt x="85131" y="120790"/>
                    <a:pt x="75838" y="129101"/>
                  </a:cubicBezTo>
                  <a:cubicBezTo>
                    <a:pt x="66544" y="137331"/>
                    <a:pt x="53439" y="141446"/>
                    <a:pt x="36524" y="141446"/>
                  </a:cubicBezTo>
                  <a:cubicBezTo>
                    <a:pt x="30700" y="141446"/>
                    <a:pt x="24754" y="140944"/>
                    <a:pt x="18681" y="139961"/>
                  </a:cubicBezTo>
                  <a:cubicBezTo>
                    <a:pt x="12671" y="138977"/>
                    <a:pt x="6444" y="137492"/>
                    <a:pt x="0" y="135504"/>
                  </a:cubicBezTo>
                  <a:lnTo>
                    <a:pt x="0" y="116634"/>
                  </a:lnTo>
                  <a:cubicBezTo>
                    <a:pt x="5577" y="119665"/>
                    <a:pt x="11338" y="121934"/>
                    <a:pt x="17286" y="123419"/>
                  </a:cubicBezTo>
                  <a:cubicBezTo>
                    <a:pt x="23234" y="124905"/>
                    <a:pt x="29524" y="125647"/>
                    <a:pt x="36152" y="125647"/>
                  </a:cubicBezTo>
                  <a:cubicBezTo>
                    <a:pt x="46870" y="125647"/>
                    <a:pt x="55360" y="122837"/>
                    <a:pt x="61617" y="117196"/>
                  </a:cubicBezTo>
                  <a:cubicBezTo>
                    <a:pt x="67875" y="111555"/>
                    <a:pt x="71004" y="103907"/>
                    <a:pt x="71004" y="94231"/>
                  </a:cubicBezTo>
                  <a:cubicBezTo>
                    <a:pt x="71004" y="84575"/>
                    <a:pt x="67875" y="76926"/>
                    <a:pt x="61617" y="71285"/>
                  </a:cubicBezTo>
                  <a:cubicBezTo>
                    <a:pt x="55360" y="65644"/>
                    <a:pt x="46870" y="62834"/>
                    <a:pt x="36152" y="62834"/>
                  </a:cubicBezTo>
                  <a:cubicBezTo>
                    <a:pt x="31134" y="62834"/>
                    <a:pt x="26115" y="63396"/>
                    <a:pt x="21096" y="64500"/>
                  </a:cubicBezTo>
                  <a:cubicBezTo>
                    <a:pt x="16140" y="65604"/>
                    <a:pt x="11061" y="67351"/>
                    <a:pt x="5856" y="69699"/>
                  </a:cubicBezTo>
                  <a:lnTo>
                    <a:pt x="5856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3E2C1808-9AFB-8E93-076D-791897E78E93}"/>
                </a:ext>
              </a:extLst>
            </p:cNvPr>
            <p:cNvSpPr/>
            <p:nvPr/>
          </p:nvSpPr>
          <p:spPr>
            <a:xfrm>
              <a:off x="4086956" y="4594994"/>
              <a:ext cx="95916" cy="143955"/>
            </a:xfrm>
            <a:custGeom>
              <a:avLst/>
              <a:gdLst>
                <a:gd name="connsiteX0" fmla="*/ 47958 w 95916"/>
                <a:gd name="connsiteY0" fmla="*/ 14875 h 143955"/>
                <a:gd name="connsiteX1" fmla="*/ 26117 w 95916"/>
                <a:gd name="connsiteY1" fmla="*/ 29189 h 143955"/>
                <a:gd name="connsiteX2" fmla="*/ 18870 w 95916"/>
                <a:gd name="connsiteY2" fmla="*/ 72028 h 143955"/>
                <a:gd name="connsiteX3" fmla="*/ 26117 w 95916"/>
                <a:gd name="connsiteY3" fmla="*/ 114867 h 143955"/>
                <a:gd name="connsiteX4" fmla="*/ 47958 w 95916"/>
                <a:gd name="connsiteY4" fmla="*/ 129101 h 143955"/>
                <a:gd name="connsiteX5" fmla="*/ 69800 w 95916"/>
                <a:gd name="connsiteY5" fmla="*/ 114867 h 143955"/>
                <a:gd name="connsiteX6" fmla="*/ 77127 w 95916"/>
                <a:gd name="connsiteY6" fmla="*/ 72028 h 143955"/>
                <a:gd name="connsiteX7" fmla="*/ 69800 w 95916"/>
                <a:gd name="connsiteY7" fmla="*/ 29189 h 143955"/>
                <a:gd name="connsiteX8" fmla="*/ 47958 w 95916"/>
                <a:gd name="connsiteY8" fmla="*/ 14875 h 143955"/>
                <a:gd name="connsiteX9" fmla="*/ 47958 w 95916"/>
                <a:gd name="connsiteY9" fmla="*/ 0 h 143955"/>
                <a:gd name="connsiteX10" fmla="*/ 83551 w 95916"/>
                <a:gd name="connsiteY10" fmla="*/ 18489 h 143955"/>
                <a:gd name="connsiteX11" fmla="*/ 95917 w 95916"/>
                <a:gd name="connsiteY11" fmla="*/ 72028 h 143955"/>
                <a:gd name="connsiteX12" fmla="*/ 83551 w 95916"/>
                <a:gd name="connsiteY12" fmla="*/ 125567 h 143955"/>
                <a:gd name="connsiteX13" fmla="*/ 47958 w 95916"/>
                <a:gd name="connsiteY13" fmla="*/ 143956 h 143955"/>
                <a:gd name="connsiteX14" fmla="*/ 12266 w 95916"/>
                <a:gd name="connsiteY14" fmla="*/ 125567 h 143955"/>
                <a:gd name="connsiteX15" fmla="*/ 0 w 95916"/>
                <a:gd name="connsiteY15" fmla="*/ 72028 h 143955"/>
                <a:gd name="connsiteX16" fmla="*/ 12266 w 95916"/>
                <a:gd name="connsiteY16" fmla="*/ 18489 h 143955"/>
                <a:gd name="connsiteX17" fmla="*/ 47958 w 95916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6" h="143955">
                  <a:moveTo>
                    <a:pt x="47958" y="14875"/>
                  </a:moveTo>
                  <a:cubicBezTo>
                    <a:pt x="38282" y="14875"/>
                    <a:pt x="30995" y="19653"/>
                    <a:pt x="26117" y="29189"/>
                  </a:cubicBezTo>
                  <a:cubicBezTo>
                    <a:pt x="21279" y="38664"/>
                    <a:pt x="18870" y="52937"/>
                    <a:pt x="18870" y="72028"/>
                  </a:cubicBezTo>
                  <a:cubicBezTo>
                    <a:pt x="18870" y="91039"/>
                    <a:pt x="21279" y="105332"/>
                    <a:pt x="26117" y="114867"/>
                  </a:cubicBezTo>
                  <a:cubicBezTo>
                    <a:pt x="30995" y="124363"/>
                    <a:pt x="38282" y="129101"/>
                    <a:pt x="47958" y="129101"/>
                  </a:cubicBezTo>
                  <a:cubicBezTo>
                    <a:pt x="57695" y="129101"/>
                    <a:pt x="64962" y="124363"/>
                    <a:pt x="69800" y="114867"/>
                  </a:cubicBezTo>
                  <a:cubicBezTo>
                    <a:pt x="74678" y="105332"/>
                    <a:pt x="77127" y="91039"/>
                    <a:pt x="77127" y="72028"/>
                  </a:cubicBezTo>
                  <a:cubicBezTo>
                    <a:pt x="77127" y="52937"/>
                    <a:pt x="74678" y="38664"/>
                    <a:pt x="69800" y="29189"/>
                  </a:cubicBezTo>
                  <a:cubicBezTo>
                    <a:pt x="64962" y="19653"/>
                    <a:pt x="57695" y="14875"/>
                    <a:pt x="47958" y="14875"/>
                  </a:cubicBezTo>
                  <a:moveTo>
                    <a:pt x="47958" y="0"/>
                  </a:moveTo>
                  <a:cubicBezTo>
                    <a:pt x="63516" y="0"/>
                    <a:pt x="75381" y="6163"/>
                    <a:pt x="83551" y="18489"/>
                  </a:cubicBezTo>
                  <a:cubicBezTo>
                    <a:pt x="91802" y="30755"/>
                    <a:pt x="95917" y="48601"/>
                    <a:pt x="95917" y="72028"/>
                  </a:cubicBezTo>
                  <a:cubicBezTo>
                    <a:pt x="95917" y="95375"/>
                    <a:pt x="91802" y="113221"/>
                    <a:pt x="83551" y="125567"/>
                  </a:cubicBezTo>
                  <a:cubicBezTo>
                    <a:pt x="75381" y="137833"/>
                    <a:pt x="63516" y="143956"/>
                    <a:pt x="47958" y="143956"/>
                  </a:cubicBezTo>
                  <a:cubicBezTo>
                    <a:pt x="32401" y="143956"/>
                    <a:pt x="20516" y="137833"/>
                    <a:pt x="12266" y="125567"/>
                  </a:cubicBezTo>
                  <a:cubicBezTo>
                    <a:pt x="4095" y="113221"/>
                    <a:pt x="0" y="95375"/>
                    <a:pt x="0" y="72028"/>
                  </a:cubicBezTo>
                  <a:cubicBezTo>
                    <a:pt x="0" y="48601"/>
                    <a:pt x="4095" y="30755"/>
                    <a:pt x="12266" y="18489"/>
                  </a:cubicBezTo>
                  <a:cubicBezTo>
                    <a:pt x="20516" y="6163"/>
                    <a:pt x="32401" y="0"/>
                    <a:pt x="47958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AB3ED21D-41E4-4944-83DE-253F8CFAAAD9}"/>
                </a:ext>
              </a:extLst>
            </p:cNvPr>
            <p:cNvSpPr/>
            <p:nvPr/>
          </p:nvSpPr>
          <p:spPr>
            <a:xfrm>
              <a:off x="4215856" y="4712652"/>
              <a:ext cx="19613" cy="23607"/>
            </a:xfrm>
            <a:custGeom>
              <a:avLst/>
              <a:gdLst>
                <a:gd name="connsiteX0" fmla="*/ 0 w 19613"/>
                <a:gd name="connsiteY0" fmla="*/ 0 h 23607"/>
                <a:gd name="connsiteX1" fmla="*/ 19613 w 19613"/>
                <a:gd name="connsiteY1" fmla="*/ 0 h 23607"/>
                <a:gd name="connsiteX2" fmla="*/ 19613 w 19613"/>
                <a:gd name="connsiteY2" fmla="*/ 23608 h 23607"/>
                <a:gd name="connsiteX3" fmla="*/ 0 w 19613"/>
                <a:gd name="connsiteY3" fmla="*/ 23608 h 23607"/>
                <a:gd name="connsiteX4" fmla="*/ 0 w 19613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13" h="23607">
                  <a:moveTo>
                    <a:pt x="0" y="0"/>
                  </a:moveTo>
                  <a:lnTo>
                    <a:pt x="19613" y="0"/>
                  </a:lnTo>
                  <a:lnTo>
                    <a:pt x="19613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D66248CD-3919-5D0A-DE7B-8F0B3325C71D}"/>
                </a:ext>
              </a:extLst>
            </p:cNvPr>
            <p:cNvSpPr/>
            <p:nvPr/>
          </p:nvSpPr>
          <p:spPr>
            <a:xfrm>
              <a:off x="4270700" y="4597503"/>
              <a:ext cx="89773" cy="141446"/>
            </a:xfrm>
            <a:custGeom>
              <a:avLst/>
              <a:gdLst>
                <a:gd name="connsiteX0" fmla="*/ 5842 w 89773"/>
                <a:gd name="connsiteY0" fmla="*/ 0 h 141446"/>
                <a:gd name="connsiteX1" fmla="*/ 79536 w 89773"/>
                <a:gd name="connsiteY1" fmla="*/ 0 h 141446"/>
                <a:gd name="connsiteX2" fmla="*/ 79536 w 89773"/>
                <a:gd name="connsiteY2" fmla="*/ 15799 h 141446"/>
                <a:gd name="connsiteX3" fmla="*/ 23046 w 89773"/>
                <a:gd name="connsiteY3" fmla="*/ 15799 h 141446"/>
                <a:gd name="connsiteX4" fmla="*/ 23046 w 89773"/>
                <a:gd name="connsiteY4" fmla="*/ 49805 h 141446"/>
                <a:gd name="connsiteX5" fmla="*/ 31216 w 89773"/>
                <a:gd name="connsiteY5" fmla="*/ 47778 h 141446"/>
                <a:gd name="connsiteX6" fmla="*/ 39387 w 89773"/>
                <a:gd name="connsiteY6" fmla="*/ 47035 h 141446"/>
                <a:gd name="connsiteX7" fmla="*/ 76203 w 89773"/>
                <a:gd name="connsiteY7" fmla="*/ 59762 h 141446"/>
                <a:gd name="connsiteX8" fmla="*/ 89774 w 89773"/>
                <a:gd name="connsiteY8" fmla="*/ 94231 h 141446"/>
                <a:gd name="connsiteX9" fmla="*/ 75822 w 89773"/>
                <a:gd name="connsiteY9" fmla="*/ 129101 h 141446"/>
                <a:gd name="connsiteX10" fmla="*/ 36516 w 89773"/>
                <a:gd name="connsiteY10" fmla="*/ 141446 h 141446"/>
                <a:gd name="connsiteX11" fmla="*/ 18669 w 89773"/>
                <a:gd name="connsiteY11" fmla="*/ 139961 h 141446"/>
                <a:gd name="connsiteX12" fmla="*/ 0 w 89773"/>
                <a:gd name="connsiteY12" fmla="*/ 135504 h 141446"/>
                <a:gd name="connsiteX13" fmla="*/ 0 w 89773"/>
                <a:gd name="connsiteY13" fmla="*/ 116634 h 141446"/>
                <a:gd name="connsiteX14" fmla="*/ 17284 w 89773"/>
                <a:gd name="connsiteY14" fmla="*/ 123419 h 141446"/>
                <a:gd name="connsiteX15" fmla="*/ 36134 w 89773"/>
                <a:gd name="connsiteY15" fmla="*/ 125647 h 141446"/>
                <a:gd name="connsiteX16" fmla="*/ 61609 w 89773"/>
                <a:gd name="connsiteY16" fmla="*/ 117196 h 141446"/>
                <a:gd name="connsiteX17" fmla="*/ 71004 w 89773"/>
                <a:gd name="connsiteY17" fmla="*/ 94231 h 141446"/>
                <a:gd name="connsiteX18" fmla="*/ 61609 w 89773"/>
                <a:gd name="connsiteY18" fmla="*/ 71285 h 141446"/>
                <a:gd name="connsiteX19" fmla="*/ 36134 w 89773"/>
                <a:gd name="connsiteY19" fmla="*/ 62834 h 141446"/>
                <a:gd name="connsiteX20" fmla="*/ 21078 w 89773"/>
                <a:gd name="connsiteY20" fmla="*/ 64500 h 141446"/>
                <a:gd name="connsiteX21" fmla="*/ 5842 w 89773"/>
                <a:gd name="connsiteY21" fmla="*/ 69699 h 141446"/>
                <a:gd name="connsiteX22" fmla="*/ 5842 w 89773"/>
                <a:gd name="connsiteY22" fmla="*/ 0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773" h="141446">
                  <a:moveTo>
                    <a:pt x="5842" y="0"/>
                  </a:moveTo>
                  <a:lnTo>
                    <a:pt x="79536" y="0"/>
                  </a:lnTo>
                  <a:lnTo>
                    <a:pt x="79536" y="15799"/>
                  </a:lnTo>
                  <a:lnTo>
                    <a:pt x="23046" y="15799"/>
                  </a:lnTo>
                  <a:lnTo>
                    <a:pt x="23046" y="49805"/>
                  </a:lnTo>
                  <a:cubicBezTo>
                    <a:pt x="25756" y="48882"/>
                    <a:pt x="28486" y="48199"/>
                    <a:pt x="31216" y="47778"/>
                  </a:cubicBezTo>
                  <a:cubicBezTo>
                    <a:pt x="33946" y="47276"/>
                    <a:pt x="36677" y="47035"/>
                    <a:pt x="39387" y="47035"/>
                  </a:cubicBezTo>
                  <a:cubicBezTo>
                    <a:pt x="54884" y="47035"/>
                    <a:pt x="67150" y="51271"/>
                    <a:pt x="76203" y="59762"/>
                  </a:cubicBezTo>
                  <a:cubicBezTo>
                    <a:pt x="85257" y="68254"/>
                    <a:pt x="89774" y="79737"/>
                    <a:pt x="89774" y="94231"/>
                  </a:cubicBezTo>
                  <a:cubicBezTo>
                    <a:pt x="89774" y="109166"/>
                    <a:pt x="85117" y="120790"/>
                    <a:pt x="75822" y="129101"/>
                  </a:cubicBezTo>
                  <a:cubicBezTo>
                    <a:pt x="66528" y="137331"/>
                    <a:pt x="53439" y="141446"/>
                    <a:pt x="36516" y="141446"/>
                  </a:cubicBezTo>
                  <a:cubicBezTo>
                    <a:pt x="30694" y="141446"/>
                    <a:pt x="24752" y="140944"/>
                    <a:pt x="18669" y="139961"/>
                  </a:cubicBezTo>
                  <a:cubicBezTo>
                    <a:pt x="12667" y="138977"/>
                    <a:pt x="6444" y="137492"/>
                    <a:pt x="0" y="135504"/>
                  </a:cubicBezTo>
                  <a:lnTo>
                    <a:pt x="0" y="116634"/>
                  </a:lnTo>
                  <a:cubicBezTo>
                    <a:pt x="5561" y="119665"/>
                    <a:pt x="11322" y="121934"/>
                    <a:pt x="17284" y="123419"/>
                  </a:cubicBezTo>
                  <a:cubicBezTo>
                    <a:pt x="23226" y="124905"/>
                    <a:pt x="29510" y="125647"/>
                    <a:pt x="36134" y="125647"/>
                  </a:cubicBezTo>
                  <a:cubicBezTo>
                    <a:pt x="46854" y="125647"/>
                    <a:pt x="55346" y="122837"/>
                    <a:pt x="61609" y="117196"/>
                  </a:cubicBezTo>
                  <a:cubicBezTo>
                    <a:pt x="67872" y="111555"/>
                    <a:pt x="71004" y="103907"/>
                    <a:pt x="71004" y="94231"/>
                  </a:cubicBezTo>
                  <a:cubicBezTo>
                    <a:pt x="71004" y="84575"/>
                    <a:pt x="67872" y="76926"/>
                    <a:pt x="61609" y="71285"/>
                  </a:cubicBezTo>
                  <a:cubicBezTo>
                    <a:pt x="55346" y="65644"/>
                    <a:pt x="46854" y="62834"/>
                    <a:pt x="36134" y="62834"/>
                  </a:cubicBezTo>
                  <a:cubicBezTo>
                    <a:pt x="31116" y="62834"/>
                    <a:pt x="26097" y="63396"/>
                    <a:pt x="21078" y="64500"/>
                  </a:cubicBezTo>
                  <a:cubicBezTo>
                    <a:pt x="16120" y="65604"/>
                    <a:pt x="11041" y="67351"/>
                    <a:pt x="5842" y="69699"/>
                  </a:cubicBezTo>
                  <a:lnTo>
                    <a:pt x="5842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5F978123-70D9-5016-4BA1-096662AD0CD1}"/>
                </a:ext>
              </a:extLst>
            </p:cNvPr>
            <p:cNvSpPr/>
            <p:nvPr/>
          </p:nvSpPr>
          <p:spPr>
            <a:xfrm>
              <a:off x="4389643" y="4594994"/>
              <a:ext cx="95916" cy="143955"/>
            </a:xfrm>
            <a:custGeom>
              <a:avLst/>
              <a:gdLst>
                <a:gd name="connsiteX0" fmla="*/ 47958 w 95916"/>
                <a:gd name="connsiteY0" fmla="*/ 14875 h 143955"/>
                <a:gd name="connsiteX1" fmla="*/ 26117 w 95916"/>
                <a:gd name="connsiteY1" fmla="*/ 29189 h 143955"/>
                <a:gd name="connsiteX2" fmla="*/ 18870 w 95916"/>
                <a:gd name="connsiteY2" fmla="*/ 72028 h 143955"/>
                <a:gd name="connsiteX3" fmla="*/ 26117 w 95916"/>
                <a:gd name="connsiteY3" fmla="*/ 114867 h 143955"/>
                <a:gd name="connsiteX4" fmla="*/ 47958 w 95916"/>
                <a:gd name="connsiteY4" fmla="*/ 129101 h 143955"/>
                <a:gd name="connsiteX5" fmla="*/ 69800 w 95916"/>
                <a:gd name="connsiteY5" fmla="*/ 114867 h 143955"/>
                <a:gd name="connsiteX6" fmla="*/ 77147 w 95916"/>
                <a:gd name="connsiteY6" fmla="*/ 72028 h 143955"/>
                <a:gd name="connsiteX7" fmla="*/ 69800 w 95916"/>
                <a:gd name="connsiteY7" fmla="*/ 29189 h 143955"/>
                <a:gd name="connsiteX8" fmla="*/ 47958 w 95916"/>
                <a:gd name="connsiteY8" fmla="*/ 14875 h 143955"/>
                <a:gd name="connsiteX9" fmla="*/ 47958 w 95916"/>
                <a:gd name="connsiteY9" fmla="*/ 0 h 143955"/>
                <a:gd name="connsiteX10" fmla="*/ 83551 w 95916"/>
                <a:gd name="connsiteY10" fmla="*/ 18489 h 143955"/>
                <a:gd name="connsiteX11" fmla="*/ 95917 w 95916"/>
                <a:gd name="connsiteY11" fmla="*/ 72028 h 143955"/>
                <a:gd name="connsiteX12" fmla="*/ 83551 w 95916"/>
                <a:gd name="connsiteY12" fmla="*/ 125567 h 143955"/>
                <a:gd name="connsiteX13" fmla="*/ 47958 w 95916"/>
                <a:gd name="connsiteY13" fmla="*/ 143956 h 143955"/>
                <a:gd name="connsiteX14" fmla="*/ 12286 w 95916"/>
                <a:gd name="connsiteY14" fmla="*/ 125567 h 143955"/>
                <a:gd name="connsiteX15" fmla="*/ 0 w 95916"/>
                <a:gd name="connsiteY15" fmla="*/ 72028 h 143955"/>
                <a:gd name="connsiteX16" fmla="*/ 12286 w 95916"/>
                <a:gd name="connsiteY16" fmla="*/ 18489 h 143955"/>
                <a:gd name="connsiteX17" fmla="*/ 47958 w 95916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6" h="143955">
                  <a:moveTo>
                    <a:pt x="47958" y="14875"/>
                  </a:moveTo>
                  <a:cubicBezTo>
                    <a:pt x="38302" y="14875"/>
                    <a:pt x="31015" y="19653"/>
                    <a:pt x="26117" y="29189"/>
                  </a:cubicBezTo>
                  <a:cubicBezTo>
                    <a:pt x="21279" y="38664"/>
                    <a:pt x="18870" y="52937"/>
                    <a:pt x="18870" y="72028"/>
                  </a:cubicBezTo>
                  <a:cubicBezTo>
                    <a:pt x="18870" y="91039"/>
                    <a:pt x="21279" y="105332"/>
                    <a:pt x="26117" y="114867"/>
                  </a:cubicBezTo>
                  <a:cubicBezTo>
                    <a:pt x="31015" y="124363"/>
                    <a:pt x="38302" y="129101"/>
                    <a:pt x="47958" y="129101"/>
                  </a:cubicBezTo>
                  <a:cubicBezTo>
                    <a:pt x="57695" y="129101"/>
                    <a:pt x="64962" y="124363"/>
                    <a:pt x="69800" y="114867"/>
                  </a:cubicBezTo>
                  <a:cubicBezTo>
                    <a:pt x="74698" y="105332"/>
                    <a:pt x="77147" y="91039"/>
                    <a:pt x="77147" y="72028"/>
                  </a:cubicBezTo>
                  <a:cubicBezTo>
                    <a:pt x="77147" y="52937"/>
                    <a:pt x="74698" y="38664"/>
                    <a:pt x="69800" y="29189"/>
                  </a:cubicBezTo>
                  <a:cubicBezTo>
                    <a:pt x="64962" y="19653"/>
                    <a:pt x="57695" y="14875"/>
                    <a:pt x="47958" y="14875"/>
                  </a:cubicBezTo>
                  <a:moveTo>
                    <a:pt x="47958" y="0"/>
                  </a:moveTo>
                  <a:cubicBezTo>
                    <a:pt x="63516" y="0"/>
                    <a:pt x="75380" y="6163"/>
                    <a:pt x="83551" y="18489"/>
                  </a:cubicBezTo>
                  <a:cubicBezTo>
                    <a:pt x="91802" y="30755"/>
                    <a:pt x="95917" y="48601"/>
                    <a:pt x="95917" y="72028"/>
                  </a:cubicBezTo>
                  <a:cubicBezTo>
                    <a:pt x="95917" y="95375"/>
                    <a:pt x="91802" y="113221"/>
                    <a:pt x="83551" y="125567"/>
                  </a:cubicBezTo>
                  <a:cubicBezTo>
                    <a:pt x="75380" y="137833"/>
                    <a:pt x="63516" y="143956"/>
                    <a:pt x="47958" y="143956"/>
                  </a:cubicBezTo>
                  <a:cubicBezTo>
                    <a:pt x="32401" y="143956"/>
                    <a:pt x="20516" y="137833"/>
                    <a:pt x="12286" y="125567"/>
                  </a:cubicBezTo>
                  <a:cubicBezTo>
                    <a:pt x="4095" y="113221"/>
                    <a:pt x="0" y="95375"/>
                    <a:pt x="0" y="72028"/>
                  </a:cubicBezTo>
                  <a:cubicBezTo>
                    <a:pt x="0" y="48601"/>
                    <a:pt x="4095" y="30755"/>
                    <a:pt x="12286" y="18489"/>
                  </a:cubicBezTo>
                  <a:cubicBezTo>
                    <a:pt x="20516" y="6163"/>
                    <a:pt x="32401" y="0"/>
                    <a:pt x="47958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01DE0BA9-C276-5E12-2C06-BFED4211B2BA}"/>
                </a:ext>
              </a:extLst>
            </p:cNvPr>
            <p:cNvSpPr/>
            <p:nvPr/>
          </p:nvSpPr>
          <p:spPr>
            <a:xfrm>
              <a:off x="5023421" y="4594994"/>
              <a:ext cx="95896" cy="143955"/>
            </a:xfrm>
            <a:custGeom>
              <a:avLst/>
              <a:gdLst>
                <a:gd name="connsiteX0" fmla="*/ 47958 w 95896"/>
                <a:gd name="connsiteY0" fmla="*/ 14875 h 143955"/>
                <a:gd name="connsiteX1" fmla="*/ 26117 w 95896"/>
                <a:gd name="connsiteY1" fmla="*/ 29189 h 143955"/>
                <a:gd name="connsiteX2" fmla="*/ 18850 w 95896"/>
                <a:gd name="connsiteY2" fmla="*/ 72028 h 143955"/>
                <a:gd name="connsiteX3" fmla="*/ 26117 w 95896"/>
                <a:gd name="connsiteY3" fmla="*/ 114867 h 143955"/>
                <a:gd name="connsiteX4" fmla="*/ 47958 w 95896"/>
                <a:gd name="connsiteY4" fmla="*/ 129101 h 143955"/>
                <a:gd name="connsiteX5" fmla="*/ 69800 w 95896"/>
                <a:gd name="connsiteY5" fmla="*/ 114867 h 143955"/>
                <a:gd name="connsiteX6" fmla="*/ 77127 w 95896"/>
                <a:gd name="connsiteY6" fmla="*/ 72028 h 143955"/>
                <a:gd name="connsiteX7" fmla="*/ 69800 w 95896"/>
                <a:gd name="connsiteY7" fmla="*/ 29189 h 143955"/>
                <a:gd name="connsiteX8" fmla="*/ 47958 w 95896"/>
                <a:gd name="connsiteY8" fmla="*/ 14875 h 143955"/>
                <a:gd name="connsiteX9" fmla="*/ 47958 w 95896"/>
                <a:gd name="connsiteY9" fmla="*/ 0 h 143955"/>
                <a:gd name="connsiteX10" fmla="*/ 83551 w 95896"/>
                <a:gd name="connsiteY10" fmla="*/ 18489 h 143955"/>
                <a:gd name="connsiteX11" fmla="*/ 95897 w 95896"/>
                <a:gd name="connsiteY11" fmla="*/ 72028 h 143955"/>
                <a:gd name="connsiteX12" fmla="*/ 83551 w 95896"/>
                <a:gd name="connsiteY12" fmla="*/ 125567 h 143955"/>
                <a:gd name="connsiteX13" fmla="*/ 47958 w 95896"/>
                <a:gd name="connsiteY13" fmla="*/ 143956 h 143955"/>
                <a:gd name="connsiteX14" fmla="*/ 12266 w 95896"/>
                <a:gd name="connsiteY14" fmla="*/ 125567 h 143955"/>
                <a:gd name="connsiteX15" fmla="*/ 0 w 95896"/>
                <a:gd name="connsiteY15" fmla="*/ 72028 h 143955"/>
                <a:gd name="connsiteX16" fmla="*/ 12266 w 95896"/>
                <a:gd name="connsiteY16" fmla="*/ 18489 h 143955"/>
                <a:gd name="connsiteX17" fmla="*/ 47958 w 95896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896" h="143955">
                  <a:moveTo>
                    <a:pt x="47958" y="14875"/>
                  </a:moveTo>
                  <a:cubicBezTo>
                    <a:pt x="38282" y="14875"/>
                    <a:pt x="30995" y="19653"/>
                    <a:pt x="26117" y="29189"/>
                  </a:cubicBezTo>
                  <a:cubicBezTo>
                    <a:pt x="21279" y="38664"/>
                    <a:pt x="18850" y="52937"/>
                    <a:pt x="18850" y="72028"/>
                  </a:cubicBezTo>
                  <a:cubicBezTo>
                    <a:pt x="18850" y="91039"/>
                    <a:pt x="21279" y="105332"/>
                    <a:pt x="26117" y="114867"/>
                  </a:cubicBezTo>
                  <a:cubicBezTo>
                    <a:pt x="30995" y="124363"/>
                    <a:pt x="38282" y="129101"/>
                    <a:pt x="47958" y="129101"/>
                  </a:cubicBezTo>
                  <a:cubicBezTo>
                    <a:pt x="57675" y="129101"/>
                    <a:pt x="64962" y="124363"/>
                    <a:pt x="69800" y="114867"/>
                  </a:cubicBezTo>
                  <a:cubicBezTo>
                    <a:pt x="74678" y="105332"/>
                    <a:pt x="77127" y="91039"/>
                    <a:pt x="77127" y="72028"/>
                  </a:cubicBezTo>
                  <a:cubicBezTo>
                    <a:pt x="77127" y="52937"/>
                    <a:pt x="74678" y="38664"/>
                    <a:pt x="69800" y="29189"/>
                  </a:cubicBezTo>
                  <a:cubicBezTo>
                    <a:pt x="64962" y="19653"/>
                    <a:pt x="57675" y="14875"/>
                    <a:pt x="47958" y="14875"/>
                  </a:cubicBezTo>
                  <a:moveTo>
                    <a:pt x="47958" y="0"/>
                  </a:moveTo>
                  <a:cubicBezTo>
                    <a:pt x="63516" y="0"/>
                    <a:pt x="75381" y="6163"/>
                    <a:pt x="83551" y="18489"/>
                  </a:cubicBezTo>
                  <a:cubicBezTo>
                    <a:pt x="91781" y="30755"/>
                    <a:pt x="95897" y="48601"/>
                    <a:pt x="95897" y="72028"/>
                  </a:cubicBezTo>
                  <a:cubicBezTo>
                    <a:pt x="95897" y="95375"/>
                    <a:pt x="91781" y="113221"/>
                    <a:pt x="83551" y="125567"/>
                  </a:cubicBezTo>
                  <a:cubicBezTo>
                    <a:pt x="75381" y="137833"/>
                    <a:pt x="63516" y="143956"/>
                    <a:pt x="47958" y="143956"/>
                  </a:cubicBezTo>
                  <a:cubicBezTo>
                    <a:pt x="32401" y="143956"/>
                    <a:pt x="20516" y="137833"/>
                    <a:pt x="12266" y="125567"/>
                  </a:cubicBezTo>
                  <a:cubicBezTo>
                    <a:pt x="4095" y="113221"/>
                    <a:pt x="0" y="95375"/>
                    <a:pt x="0" y="72028"/>
                  </a:cubicBezTo>
                  <a:cubicBezTo>
                    <a:pt x="0" y="48601"/>
                    <a:pt x="4095" y="30755"/>
                    <a:pt x="12266" y="18489"/>
                  </a:cubicBezTo>
                  <a:cubicBezTo>
                    <a:pt x="20516" y="6163"/>
                    <a:pt x="32401" y="0"/>
                    <a:pt x="47958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7691F68B-E04F-375F-4D5C-2E17DCBEF335}"/>
                </a:ext>
              </a:extLst>
            </p:cNvPr>
            <p:cNvSpPr/>
            <p:nvPr/>
          </p:nvSpPr>
          <p:spPr>
            <a:xfrm>
              <a:off x="5152320" y="4712652"/>
              <a:ext cx="19613" cy="23607"/>
            </a:xfrm>
            <a:custGeom>
              <a:avLst/>
              <a:gdLst>
                <a:gd name="connsiteX0" fmla="*/ 0 w 19613"/>
                <a:gd name="connsiteY0" fmla="*/ 0 h 23607"/>
                <a:gd name="connsiteX1" fmla="*/ 19613 w 19613"/>
                <a:gd name="connsiteY1" fmla="*/ 0 h 23607"/>
                <a:gd name="connsiteX2" fmla="*/ 19613 w 19613"/>
                <a:gd name="connsiteY2" fmla="*/ 23608 h 23607"/>
                <a:gd name="connsiteX3" fmla="*/ 0 w 19613"/>
                <a:gd name="connsiteY3" fmla="*/ 23608 h 23607"/>
                <a:gd name="connsiteX4" fmla="*/ 0 w 19613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13" h="23607">
                  <a:moveTo>
                    <a:pt x="0" y="0"/>
                  </a:moveTo>
                  <a:lnTo>
                    <a:pt x="19613" y="0"/>
                  </a:lnTo>
                  <a:lnTo>
                    <a:pt x="19613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8" name="Freeform 187">
              <a:extLst>
                <a:ext uri="{FF2B5EF4-FFF2-40B4-BE49-F238E27FC236}">
                  <a16:creationId xmlns:a16="http://schemas.microsoft.com/office/drawing/2014/main" id="{4C8BE1A2-59A5-B719-B863-ABF3D02899BD}"/>
                </a:ext>
              </a:extLst>
            </p:cNvPr>
            <p:cNvSpPr/>
            <p:nvPr/>
          </p:nvSpPr>
          <p:spPr>
            <a:xfrm>
              <a:off x="5208088" y="4597503"/>
              <a:ext cx="89212" cy="138756"/>
            </a:xfrm>
            <a:custGeom>
              <a:avLst/>
              <a:gdLst>
                <a:gd name="connsiteX0" fmla="*/ 0 w 89212"/>
                <a:gd name="connsiteY0" fmla="*/ 0 h 138756"/>
                <a:gd name="connsiteX1" fmla="*/ 89212 w 89212"/>
                <a:gd name="connsiteY1" fmla="*/ 0 h 138756"/>
                <a:gd name="connsiteX2" fmla="*/ 89212 w 89212"/>
                <a:gd name="connsiteY2" fmla="*/ 7990 h 138756"/>
                <a:gd name="connsiteX3" fmla="*/ 38844 w 89212"/>
                <a:gd name="connsiteY3" fmla="*/ 138756 h 138756"/>
                <a:gd name="connsiteX4" fmla="*/ 19231 w 89212"/>
                <a:gd name="connsiteY4" fmla="*/ 138756 h 138756"/>
                <a:gd name="connsiteX5" fmla="*/ 66628 w 89212"/>
                <a:gd name="connsiteY5" fmla="*/ 15799 h 138756"/>
                <a:gd name="connsiteX6" fmla="*/ 0 w 89212"/>
                <a:gd name="connsiteY6" fmla="*/ 15799 h 138756"/>
                <a:gd name="connsiteX7" fmla="*/ 0 w 89212"/>
                <a:gd name="connsiteY7" fmla="*/ 0 h 13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12" h="138756">
                  <a:moveTo>
                    <a:pt x="0" y="0"/>
                  </a:moveTo>
                  <a:lnTo>
                    <a:pt x="89212" y="0"/>
                  </a:lnTo>
                  <a:lnTo>
                    <a:pt x="89212" y="7990"/>
                  </a:lnTo>
                  <a:lnTo>
                    <a:pt x="38844" y="138756"/>
                  </a:lnTo>
                  <a:lnTo>
                    <a:pt x="19231" y="138756"/>
                  </a:lnTo>
                  <a:lnTo>
                    <a:pt x="66628" y="15799"/>
                  </a:lnTo>
                  <a:lnTo>
                    <a:pt x="0" y="15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58FBC12F-54DE-C047-EEA7-40983D333E25}"/>
                </a:ext>
              </a:extLst>
            </p:cNvPr>
            <p:cNvSpPr/>
            <p:nvPr/>
          </p:nvSpPr>
          <p:spPr>
            <a:xfrm>
              <a:off x="5328255" y="4597503"/>
              <a:ext cx="89773" cy="141446"/>
            </a:xfrm>
            <a:custGeom>
              <a:avLst/>
              <a:gdLst>
                <a:gd name="connsiteX0" fmla="*/ 5842 w 89773"/>
                <a:gd name="connsiteY0" fmla="*/ 0 h 141446"/>
                <a:gd name="connsiteX1" fmla="*/ 79556 w 89773"/>
                <a:gd name="connsiteY1" fmla="*/ 0 h 141446"/>
                <a:gd name="connsiteX2" fmla="*/ 79556 w 89773"/>
                <a:gd name="connsiteY2" fmla="*/ 15799 h 141446"/>
                <a:gd name="connsiteX3" fmla="*/ 23046 w 89773"/>
                <a:gd name="connsiteY3" fmla="*/ 15799 h 141446"/>
                <a:gd name="connsiteX4" fmla="*/ 23046 w 89773"/>
                <a:gd name="connsiteY4" fmla="*/ 49805 h 141446"/>
                <a:gd name="connsiteX5" fmla="*/ 31216 w 89773"/>
                <a:gd name="connsiteY5" fmla="*/ 47778 h 141446"/>
                <a:gd name="connsiteX6" fmla="*/ 39407 w 89773"/>
                <a:gd name="connsiteY6" fmla="*/ 47035 h 141446"/>
                <a:gd name="connsiteX7" fmla="*/ 76204 w 89773"/>
                <a:gd name="connsiteY7" fmla="*/ 59762 h 141446"/>
                <a:gd name="connsiteX8" fmla="*/ 89774 w 89773"/>
                <a:gd name="connsiteY8" fmla="*/ 94231 h 141446"/>
                <a:gd name="connsiteX9" fmla="*/ 75842 w 89773"/>
                <a:gd name="connsiteY9" fmla="*/ 129101 h 141446"/>
                <a:gd name="connsiteX10" fmla="*/ 36516 w 89773"/>
                <a:gd name="connsiteY10" fmla="*/ 141446 h 141446"/>
                <a:gd name="connsiteX11" fmla="*/ 18670 w 89773"/>
                <a:gd name="connsiteY11" fmla="*/ 139961 h 141446"/>
                <a:gd name="connsiteX12" fmla="*/ 0 w 89773"/>
                <a:gd name="connsiteY12" fmla="*/ 135504 h 141446"/>
                <a:gd name="connsiteX13" fmla="*/ 0 w 89773"/>
                <a:gd name="connsiteY13" fmla="*/ 116634 h 141446"/>
                <a:gd name="connsiteX14" fmla="*/ 17284 w 89773"/>
                <a:gd name="connsiteY14" fmla="*/ 123419 h 141446"/>
                <a:gd name="connsiteX15" fmla="*/ 36155 w 89773"/>
                <a:gd name="connsiteY15" fmla="*/ 125647 h 141446"/>
                <a:gd name="connsiteX16" fmla="*/ 61609 w 89773"/>
                <a:gd name="connsiteY16" fmla="*/ 117196 h 141446"/>
                <a:gd name="connsiteX17" fmla="*/ 71004 w 89773"/>
                <a:gd name="connsiteY17" fmla="*/ 94231 h 141446"/>
                <a:gd name="connsiteX18" fmla="*/ 61609 w 89773"/>
                <a:gd name="connsiteY18" fmla="*/ 71285 h 141446"/>
                <a:gd name="connsiteX19" fmla="*/ 36155 w 89773"/>
                <a:gd name="connsiteY19" fmla="*/ 62834 h 141446"/>
                <a:gd name="connsiteX20" fmla="*/ 21099 w 89773"/>
                <a:gd name="connsiteY20" fmla="*/ 64500 h 141446"/>
                <a:gd name="connsiteX21" fmla="*/ 5842 w 89773"/>
                <a:gd name="connsiteY21" fmla="*/ 69699 h 141446"/>
                <a:gd name="connsiteX22" fmla="*/ 5842 w 89773"/>
                <a:gd name="connsiteY22" fmla="*/ 0 h 141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773" h="141446">
                  <a:moveTo>
                    <a:pt x="5842" y="0"/>
                  </a:moveTo>
                  <a:lnTo>
                    <a:pt x="79556" y="0"/>
                  </a:lnTo>
                  <a:lnTo>
                    <a:pt x="79556" y="15799"/>
                  </a:lnTo>
                  <a:lnTo>
                    <a:pt x="23046" y="15799"/>
                  </a:lnTo>
                  <a:lnTo>
                    <a:pt x="23046" y="49805"/>
                  </a:lnTo>
                  <a:cubicBezTo>
                    <a:pt x="25776" y="48882"/>
                    <a:pt x="28506" y="48199"/>
                    <a:pt x="31216" y="47778"/>
                  </a:cubicBezTo>
                  <a:cubicBezTo>
                    <a:pt x="33946" y="47276"/>
                    <a:pt x="36677" y="47035"/>
                    <a:pt x="39407" y="47035"/>
                  </a:cubicBezTo>
                  <a:cubicBezTo>
                    <a:pt x="54884" y="47035"/>
                    <a:pt x="67150" y="51271"/>
                    <a:pt x="76204" y="59762"/>
                  </a:cubicBezTo>
                  <a:cubicBezTo>
                    <a:pt x="85257" y="68254"/>
                    <a:pt x="89774" y="79737"/>
                    <a:pt x="89774" y="94231"/>
                  </a:cubicBezTo>
                  <a:cubicBezTo>
                    <a:pt x="89774" y="109166"/>
                    <a:pt x="85137" y="120790"/>
                    <a:pt x="75842" y="129101"/>
                  </a:cubicBezTo>
                  <a:cubicBezTo>
                    <a:pt x="66548" y="137331"/>
                    <a:pt x="53439" y="141446"/>
                    <a:pt x="36516" y="141446"/>
                  </a:cubicBezTo>
                  <a:cubicBezTo>
                    <a:pt x="30694" y="141446"/>
                    <a:pt x="24752" y="140944"/>
                    <a:pt x="18670" y="139961"/>
                  </a:cubicBezTo>
                  <a:cubicBezTo>
                    <a:pt x="12667" y="138977"/>
                    <a:pt x="6444" y="137492"/>
                    <a:pt x="0" y="135504"/>
                  </a:cubicBezTo>
                  <a:lnTo>
                    <a:pt x="0" y="116634"/>
                  </a:lnTo>
                  <a:cubicBezTo>
                    <a:pt x="5561" y="119665"/>
                    <a:pt x="11322" y="121934"/>
                    <a:pt x="17284" y="123419"/>
                  </a:cubicBezTo>
                  <a:cubicBezTo>
                    <a:pt x="23227" y="124905"/>
                    <a:pt x="29510" y="125647"/>
                    <a:pt x="36155" y="125647"/>
                  </a:cubicBezTo>
                  <a:cubicBezTo>
                    <a:pt x="46874" y="125647"/>
                    <a:pt x="55366" y="122837"/>
                    <a:pt x="61609" y="117196"/>
                  </a:cubicBezTo>
                  <a:cubicBezTo>
                    <a:pt x="67873" y="111555"/>
                    <a:pt x="71004" y="103907"/>
                    <a:pt x="71004" y="94231"/>
                  </a:cubicBezTo>
                  <a:cubicBezTo>
                    <a:pt x="71004" y="84575"/>
                    <a:pt x="67873" y="76926"/>
                    <a:pt x="61609" y="71285"/>
                  </a:cubicBezTo>
                  <a:cubicBezTo>
                    <a:pt x="55366" y="65644"/>
                    <a:pt x="46874" y="62834"/>
                    <a:pt x="36155" y="62834"/>
                  </a:cubicBezTo>
                  <a:cubicBezTo>
                    <a:pt x="31136" y="62834"/>
                    <a:pt x="26117" y="63396"/>
                    <a:pt x="21099" y="64500"/>
                  </a:cubicBezTo>
                  <a:cubicBezTo>
                    <a:pt x="16140" y="65604"/>
                    <a:pt x="11041" y="67351"/>
                    <a:pt x="5842" y="69699"/>
                  </a:cubicBezTo>
                  <a:lnTo>
                    <a:pt x="5842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E5981702-B8AA-8890-7F6E-F6C28058284C}"/>
                </a:ext>
              </a:extLst>
            </p:cNvPr>
            <p:cNvSpPr/>
            <p:nvPr/>
          </p:nvSpPr>
          <p:spPr>
            <a:xfrm>
              <a:off x="5960066" y="4597503"/>
              <a:ext cx="82627" cy="138756"/>
            </a:xfrm>
            <a:custGeom>
              <a:avLst/>
              <a:gdLst>
                <a:gd name="connsiteX0" fmla="*/ 2690 w 82627"/>
                <a:gd name="connsiteY0" fmla="*/ 122958 h 138756"/>
                <a:gd name="connsiteX1" fmla="*/ 33364 w 82627"/>
                <a:gd name="connsiteY1" fmla="*/ 122958 h 138756"/>
                <a:gd name="connsiteX2" fmla="*/ 33364 w 82627"/>
                <a:gd name="connsiteY2" fmla="*/ 17104 h 138756"/>
                <a:gd name="connsiteX3" fmla="*/ 0 w 82627"/>
                <a:gd name="connsiteY3" fmla="*/ 23788 h 138756"/>
                <a:gd name="connsiteX4" fmla="*/ 0 w 82627"/>
                <a:gd name="connsiteY4" fmla="*/ 6685 h 138756"/>
                <a:gd name="connsiteX5" fmla="*/ 33184 w 82627"/>
                <a:gd name="connsiteY5" fmla="*/ 0 h 138756"/>
                <a:gd name="connsiteX6" fmla="*/ 51954 w 82627"/>
                <a:gd name="connsiteY6" fmla="*/ 0 h 138756"/>
                <a:gd name="connsiteX7" fmla="*/ 51954 w 82627"/>
                <a:gd name="connsiteY7" fmla="*/ 122958 h 138756"/>
                <a:gd name="connsiteX8" fmla="*/ 82628 w 82627"/>
                <a:gd name="connsiteY8" fmla="*/ 122958 h 138756"/>
                <a:gd name="connsiteX9" fmla="*/ 82628 w 82627"/>
                <a:gd name="connsiteY9" fmla="*/ 138756 h 138756"/>
                <a:gd name="connsiteX10" fmla="*/ 2690 w 82627"/>
                <a:gd name="connsiteY10" fmla="*/ 138756 h 138756"/>
                <a:gd name="connsiteX11" fmla="*/ 2690 w 82627"/>
                <a:gd name="connsiteY11" fmla="*/ 122958 h 13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627" h="138756">
                  <a:moveTo>
                    <a:pt x="2690" y="122958"/>
                  </a:moveTo>
                  <a:lnTo>
                    <a:pt x="33364" y="122958"/>
                  </a:lnTo>
                  <a:lnTo>
                    <a:pt x="33364" y="17104"/>
                  </a:lnTo>
                  <a:lnTo>
                    <a:pt x="0" y="23788"/>
                  </a:lnTo>
                  <a:lnTo>
                    <a:pt x="0" y="6685"/>
                  </a:lnTo>
                  <a:lnTo>
                    <a:pt x="33184" y="0"/>
                  </a:lnTo>
                  <a:lnTo>
                    <a:pt x="51954" y="0"/>
                  </a:lnTo>
                  <a:lnTo>
                    <a:pt x="51954" y="122958"/>
                  </a:lnTo>
                  <a:lnTo>
                    <a:pt x="82628" y="122958"/>
                  </a:lnTo>
                  <a:lnTo>
                    <a:pt x="82628" y="138756"/>
                  </a:lnTo>
                  <a:lnTo>
                    <a:pt x="2690" y="138756"/>
                  </a:lnTo>
                  <a:lnTo>
                    <a:pt x="2690" y="122958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94117DF8-8824-184C-DE4C-CEBC3DC11E69}"/>
                </a:ext>
              </a:extLst>
            </p:cNvPr>
            <p:cNvSpPr/>
            <p:nvPr/>
          </p:nvSpPr>
          <p:spPr>
            <a:xfrm>
              <a:off x="6080595" y="4712652"/>
              <a:ext cx="19613" cy="23607"/>
            </a:xfrm>
            <a:custGeom>
              <a:avLst/>
              <a:gdLst>
                <a:gd name="connsiteX0" fmla="*/ 0 w 19613"/>
                <a:gd name="connsiteY0" fmla="*/ 0 h 23607"/>
                <a:gd name="connsiteX1" fmla="*/ 19613 w 19613"/>
                <a:gd name="connsiteY1" fmla="*/ 0 h 23607"/>
                <a:gd name="connsiteX2" fmla="*/ 19613 w 19613"/>
                <a:gd name="connsiteY2" fmla="*/ 23608 h 23607"/>
                <a:gd name="connsiteX3" fmla="*/ 0 w 19613"/>
                <a:gd name="connsiteY3" fmla="*/ 23608 h 23607"/>
                <a:gd name="connsiteX4" fmla="*/ 0 w 19613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13" h="23607">
                  <a:moveTo>
                    <a:pt x="0" y="0"/>
                  </a:moveTo>
                  <a:lnTo>
                    <a:pt x="19613" y="0"/>
                  </a:lnTo>
                  <a:lnTo>
                    <a:pt x="19613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B16645EF-C188-58A5-32E6-59F24F9FFFE4}"/>
                </a:ext>
              </a:extLst>
            </p:cNvPr>
            <p:cNvSpPr/>
            <p:nvPr/>
          </p:nvSpPr>
          <p:spPr>
            <a:xfrm>
              <a:off x="6133291" y="4594994"/>
              <a:ext cx="95916" cy="143955"/>
            </a:xfrm>
            <a:custGeom>
              <a:avLst/>
              <a:gdLst>
                <a:gd name="connsiteX0" fmla="*/ 47958 w 95916"/>
                <a:gd name="connsiteY0" fmla="*/ 14875 h 143955"/>
                <a:gd name="connsiteX1" fmla="*/ 26117 w 95916"/>
                <a:gd name="connsiteY1" fmla="*/ 29189 h 143955"/>
                <a:gd name="connsiteX2" fmla="*/ 18870 w 95916"/>
                <a:gd name="connsiteY2" fmla="*/ 72028 h 143955"/>
                <a:gd name="connsiteX3" fmla="*/ 26117 w 95916"/>
                <a:gd name="connsiteY3" fmla="*/ 114867 h 143955"/>
                <a:gd name="connsiteX4" fmla="*/ 47958 w 95916"/>
                <a:gd name="connsiteY4" fmla="*/ 129101 h 143955"/>
                <a:gd name="connsiteX5" fmla="*/ 69800 w 95916"/>
                <a:gd name="connsiteY5" fmla="*/ 114867 h 143955"/>
                <a:gd name="connsiteX6" fmla="*/ 77147 w 95916"/>
                <a:gd name="connsiteY6" fmla="*/ 72028 h 143955"/>
                <a:gd name="connsiteX7" fmla="*/ 69800 w 95916"/>
                <a:gd name="connsiteY7" fmla="*/ 29189 h 143955"/>
                <a:gd name="connsiteX8" fmla="*/ 47958 w 95916"/>
                <a:gd name="connsiteY8" fmla="*/ 14875 h 143955"/>
                <a:gd name="connsiteX9" fmla="*/ 47958 w 95916"/>
                <a:gd name="connsiteY9" fmla="*/ 0 h 143955"/>
                <a:gd name="connsiteX10" fmla="*/ 83551 w 95916"/>
                <a:gd name="connsiteY10" fmla="*/ 18489 h 143955"/>
                <a:gd name="connsiteX11" fmla="*/ 95917 w 95916"/>
                <a:gd name="connsiteY11" fmla="*/ 72028 h 143955"/>
                <a:gd name="connsiteX12" fmla="*/ 83551 w 95916"/>
                <a:gd name="connsiteY12" fmla="*/ 125567 h 143955"/>
                <a:gd name="connsiteX13" fmla="*/ 47958 w 95916"/>
                <a:gd name="connsiteY13" fmla="*/ 143956 h 143955"/>
                <a:gd name="connsiteX14" fmla="*/ 12286 w 95916"/>
                <a:gd name="connsiteY14" fmla="*/ 125567 h 143955"/>
                <a:gd name="connsiteX15" fmla="*/ 0 w 95916"/>
                <a:gd name="connsiteY15" fmla="*/ 72028 h 143955"/>
                <a:gd name="connsiteX16" fmla="*/ 12286 w 95916"/>
                <a:gd name="connsiteY16" fmla="*/ 18489 h 143955"/>
                <a:gd name="connsiteX17" fmla="*/ 47958 w 95916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6" h="143955">
                  <a:moveTo>
                    <a:pt x="47958" y="14875"/>
                  </a:moveTo>
                  <a:cubicBezTo>
                    <a:pt x="38303" y="14875"/>
                    <a:pt x="31015" y="19653"/>
                    <a:pt x="26117" y="29189"/>
                  </a:cubicBezTo>
                  <a:cubicBezTo>
                    <a:pt x="21279" y="38664"/>
                    <a:pt x="18870" y="52937"/>
                    <a:pt x="18870" y="72028"/>
                  </a:cubicBezTo>
                  <a:cubicBezTo>
                    <a:pt x="18870" y="91039"/>
                    <a:pt x="21279" y="105332"/>
                    <a:pt x="26117" y="114867"/>
                  </a:cubicBezTo>
                  <a:cubicBezTo>
                    <a:pt x="31015" y="124363"/>
                    <a:pt x="38303" y="129101"/>
                    <a:pt x="47958" y="129101"/>
                  </a:cubicBezTo>
                  <a:cubicBezTo>
                    <a:pt x="57695" y="129101"/>
                    <a:pt x="64962" y="124363"/>
                    <a:pt x="69800" y="114867"/>
                  </a:cubicBezTo>
                  <a:cubicBezTo>
                    <a:pt x="74698" y="105332"/>
                    <a:pt x="77147" y="91039"/>
                    <a:pt x="77147" y="72028"/>
                  </a:cubicBezTo>
                  <a:cubicBezTo>
                    <a:pt x="77147" y="52937"/>
                    <a:pt x="74698" y="38664"/>
                    <a:pt x="69800" y="29189"/>
                  </a:cubicBezTo>
                  <a:cubicBezTo>
                    <a:pt x="64962" y="19653"/>
                    <a:pt x="57695" y="14875"/>
                    <a:pt x="47958" y="14875"/>
                  </a:cubicBezTo>
                  <a:moveTo>
                    <a:pt x="47958" y="0"/>
                  </a:moveTo>
                  <a:cubicBezTo>
                    <a:pt x="63516" y="0"/>
                    <a:pt x="75381" y="6163"/>
                    <a:pt x="83551" y="18489"/>
                  </a:cubicBezTo>
                  <a:cubicBezTo>
                    <a:pt x="91802" y="30755"/>
                    <a:pt x="95917" y="48601"/>
                    <a:pt x="95917" y="72028"/>
                  </a:cubicBezTo>
                  <a:cubicBezTo>
                    <a:pt x="95917" y="95375"/>
                    <a:pt x="91802" y="113221"/>
                    <a:pt x="83551" y="125567"/>
                  </a:cubicBezTo>
                  <a:cubicBezTo>
                    <a:pt x="75381" y="137833"/>
                    <a:pt x="63516" y="143956"/>
                    <a:pt x="47958" y="143956"/>
                  </a:cubicBezTo>
                  <a:cubicBezTo>
                    <a:pt x="32400" y="143956"/>
                    <a:pt x="20516" y="137833"/>
                    <a:pt x="12286" y="125567"/>
                  </a:cubicBezTo>
                  <a:cubicBezTo>
                    <a:pt x="4095" y="113221"/>
                    <a:pt x="0" y="95375"/>
                    <a:pt x="0" y="72028"/>
                  </a:cubicBezTo>
                  <a:cubicBezTo>
                    <a:pt x="0" y="48601"/>
                    <a:pt x="4095" y="30755"/>
                    <a:pt x="12286" y="18489"/>
                  </a:cubicBezTo>
                  <a:cubicBezTo>
                    <a:pt x="20516" y="6163"/>
                    <a:pt x="32400" y="0"/>
                    <a:pt x="47958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C5ABB90A-EB2B-2465-C8EA-FE50E404E2BC}"/>
                </a:ext>
              </a:extLst>
            </p:cNvPr>
            <p:cNvSpPr/>
            <p:nvPr/>
          </p:nvSpPr>
          <p:spPr>
            <a:xfrm>
              <a:off x="6254402" y="4594994"/>
              <a:ext cx="95916" cy="143955"/>
            </a:xfrm>
            <a:custGeom>
              <a:avLst/>
              <a:gdLst>
                <a:gd name="connsiteX0" fmla="*/ 47958 w 95916"/>
                <a:gd name="connsiteY0" fmla="*/ 14875 h 143955"/>
                <a:gd name="connsiteX1" fmla="*/ 26117 w 95916"/>
                <a:gd name="connsiteY1" fmla="*/ 29189 h 143955"/>
                <a:gd name="connsiteX2" fmla="*/ 18870 w 95916"/>
                <a:gd name="connsiteY2" fmla="*/ 72028 h 143955"/>
                <a:gd name="connsiteX3" fmla="*/ 26117 w 95916"/>
                <a:gd name="connsiteY3" fmla="*/ 114867 h 143955"/>
                <a:gd name="connsiteX4" fmla="*/ 47958 w 95916"/>
                <a:gd name="connsiteY4" fmla="*/ 129101 h 143955"/>
                <a:gd name="connsiteX5" fmla="*/ 69800 w 95916"/>
                <a:gd name="connsiteY5" fmla="*/ 114867 h 143955"/>
                <a:gd name="connsiteX6" fmla="*/ 77127 w 95916"/>
                <a:gd name="connsiteY6" fmla="*/ 72028 h 143955"/>
                <a:gd name="connsiteX7" fmla="*/ 69800 w 95916"/>
                <a:gd name="connsiteY7" fmla="*/ 29189 h 143955"/>
                <a:gd name="connsiteX8" fmla="*/ 47958 w 95916"/>
                <a:gd name="connsiteY8" fmla="*/ 14875 h 143955"/>
                <a:gd name="connsiteX9" fmla="*/ 47958 w 95916"/>
                <a:gd name="connsiteY9" fmla="*/ 0 h 143955"/>
                <a:gd name="connsiteX10" fmla="*/ 83551 w 95916"/>
                <a:gd name="connsiteY10" fmla="*/ 18489 h 143955"/>
                <a:gd name="connsiteX11" fmla="*/ 95917 w 95916"/>
                <a:gd name="connsiteY11" fmla="*/ 72028 h 143955"/>
                <a:gd name="connsiteX12" fmla="*/ 83551 w 95916"/>
                <a:gd name="connsiteY12" fmla="*/ 125567 h 143955"/>
                <a:gd name="connsiteX13" fmla="*/ 47958 w 95916"/>
                <a:gd name="connsiteY13" fmla="*/ 143956 h 143955"/>
                <a:gd name="connsiteX14" fmla="*/ 12265 w 95916"/>
                <a:gd name="connsiteY14" fmla="*/ 125567 h 143955"/>
                <a:gd name="connsiteX15" fmla="*/ 0 w 95916"/>
                <a:gd name="connsiteY15" fmla="*/ 72028 h 143955"/>
                <a:gd name="connsiteX16" fmla="*/ 12265 w 95916"/>
                <a:gd name="connsiteY16" fmla="*/ 18489 h 143955"/>
                <a:gd name="connsiteX17" fmla="*/ 47958 w 95916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6" h="143955">
                  <a:moveTo>
                    <a:pt x="47958" y="14875"/>
                  </a:moveTo>
                  <a:cubicBezTo>
                    <a:pt x="38282" y="14875"/>
                    <a:pt x="30995" y="19653"/>
                    <a:pt x="26117" y="29189"/>
                  </a:cubicBezTo>
                  <a:cubicBezTo>
                    <a:pt x="21279" y="38664"/>
                    <a:pt x="18870" y="52937"/>
                    <a:pt x="18870" y="72028"/>
                  </a:cubicBezTo>
                  <a:cubicBezTo>
                    <a:pt x="18870" y="91039"/>
                    <a:pt x="21279" y="105332"/>
                    <a:pt x="26117" y="114867"/>
                  </a:cubicBezTo>
                  <a:cubicBezTo>
                    <a:pt x="30995" y="124363"/>
                    <a:pt x="38282" y="129101"/>
                    <a:pt x="47958" y="129101"/>
                  </a:cubicBezTo>
                  <a:cubicBezTo>
                    <a:pt x="57675" y="129101"/>
                    <a:pt x="64961" y="124363"/>
                    <a:pt x="69800" y="114867"/>
                  </a:cubicBezTo>
                  <a:cubicBezTo>
                    <a:pt x="74678" y="105332"/>
                    <a:pt x="77127" y="91039"/>
                    <a:pt x="77127" y="72028"/>
                  </a:cubicBezTo>
                  <a:cubicBezTo>
                    <a:pt x="77127" y="52937"/>
                    <a:pt x="74678" y="38664"/>
                    <a:pt x="69800" y="29189"/>
                  </a:cubicBezTo>
                  <a:cubicBezTo>
                    <a:pt x="64961" y="19653"/>
                    <a:pt x="57675" y="14875"/>
                    <a:pt x="47958" y="14875"/>
                  </a:cubicBezTo>
                  <a:moveTo>
                    <a:pt x="47958" y="0"/>
                  </a:moveTo>
                  <a:cubicBezTo>
                    <a:pt x="63516" y="0"/>
                    <a:pt x="75381" y="6163"/>
                    <a:pt x="83551" y="18489"/>
                  </a:cubicBezTo>
                  <a:cubicBezTo>
                    <a:pt x="91802" y="30755"/>
                    <a:pt x="95917" y="48601"/>
                    <a:pt x="95917" y="72028"/>
                  </a:cubicBezTo>
                  <a:cubicBezTo>
                    <a:pt x="95917" y="95375"/>
                    <a:pt x="91802" y="113221"/>
                    <a:pt x="83551" y="125567"/>
                  </a:cubicBezTo>
                  <a:cubicBezTo>
                    <a:pt x="75381" y="137833"/>
                    <a:pt x="63516" y="143956"/>
                    <a:pt x="47958" y="143956"/>
                  </a:cubicBezTo>
                  <a:cubicBezTo>
                    <a:pt x="32400" y="143956"/>
                    <a:pt x="20516" y="137833"/>
                    <a:pt x="12265" y="125567"/>
                  </a:cubicBezTo>
                  <a:cubicBezTo>
                    <a:pt x="4095" y="113221"/>
                    <a:pt x="0" y="95375"/>
                    <a:pt x="0" y="72028"/>
                  </a:cubicBezTo>
                  <a:cubicBezTo>
                    <a:pt x="0" y="48601"/>
                    <a:pt x="4095" y="30755"/>
                    <a:pt x="12265" y="18489"/>
                  </a:cubicBezTo>
                  <a:cubicBezTo>
                    <a:pt x="20516" y="6163"/>
                    <a:pt x="32400" y="0"/>
                    <a:pt x="47958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638B5A79-5353-3DAF-49BC-77B4091DF9A6}"/>
                </a:ext>
              </a:extLst>
            </p:cNvPr>
            <p:cNvSpPr/>
            <p:nvPr/>
          </p:nvSpPr>
          <p:spPr>
            <a:xfrm>
              <a:off x="4232297" y="4829205"/>
              <a:ext cx="113201" cy="137752"/>
            </a:xfrm>
            <a:custGeom>
              <a:avLst/>
              <a:gdLst>
                <a:gd name="connsiteX0" fmla="*/ 113201 w 113201"/>
                <a:gd name="connsiteY0" fmla="*/ 34589 h 137752"/>
                <a:gd name="connsiteX1" fmla="*/ 105372 w 113201"/>
                <a:gd name="connsiteY1" fmla="*/ 64962 h 137752"/>
                <a:gd name="connsiteX2" fmla="*/ 85478 w 113201"/>
                <a:gd name="connsiteY2" fmla="*/ 89071 h 137752"/>
                <a:gd name="connsiteX3" fmla="*/ 60947 w 113201"/>
                <a:gd name="connsiteY3" fmla="*/ 98185 h 137752"/>
                <a:gd name="connsiteX4" fmla="*/ 48561 w 113201"/>
                <a:gd name="connsiteY4" fmla="*/ 94150 h 137752"/>
                <a:gd name="connsiteX5" fmla="*/ 41053 w 113201"/>
                <a:gd name="connsiteY5" fmla="*/ 84213 h 137752"/>
                <a:gd name="connsiteX6" fmla="*/ 34709 w 113201"/>
                <a:gd name="connsiteY6" fmla="*/ 108644 h 137752"/>
                <a:gd name="connsiteX7" fmla="*/ 30373 w 113201"/>
                <a:gd name="connsiteY7" fmla="*/ 127595 h 137752"/>
                <a:gd name="connsiteX8" fmla="*/ 30574 w 113201"/>
                <a:gd name="connsiteY8" fmla="*/ 128960 h 137752"/>
                <a:gd name="connsiteX9" fmla="*/ 31738 w 113201"/>
                <a:gd name="connsiteY9" fmla="*/ 129923 h 137752"/>
                <a:gd name="connsiteX10" fmla="*/ 35010 w 113201"/>
                <a:gd name="connsiteY10" fmla="*/ 130767 h 137752"/>
                <a:gd name="connsiteX11" fmla="*/ 41253 w 113201"/>
                <a:gd name="connsiteY11" fmla="*/ 131088 h 137752"/>
                <a:gd name="connsiteX12" fmla="*/ 44004 w 113201"/>
                <a:gd name="connsiteY12" fmla="*/ 131088 h 137752"/>
                <a:gd name="connsiteX13" fmla="*/ 45590 w 113201"/>
                <a:gd name="connsiteY13" fmla="*/ 131710 h 137752"/>
                <a:gd name="connsiteX14" fmla="*/ 46453 w 113201"/>
                <a:gd name="connsiteY14" fmla="*/ 133416 h 137752"/>
                <a:gd name="connsiteX15" fmla="*/ 42538 w 113201"/>
                <a:gd name="connsiteY15" fmla="*/ 137753 h 137752"/>
                <a:gd name="connsiteX16" fmla="*/ 31838 w 113201"/>
                <a:gd name="connsiteY16" fmla="*/ 137431 h 137752"/>
                <a:gd name="connsiteX17" fmla="*/ 21058 w 113201"/>
                <a:gd name="connsiteY17" fmla="*/ 137110 h 137752"/>
                <a:gd name="connsiteX18" fmla="*/ 11844 w 113201"/>
                <a:gd name="connsiteY18" fmla="*/ 137431 h 137752"/>
                <a:gd name="connsiteX19" fmla="*/ 2850 w 113201"/>
                <a:gd name="connsiteY19" fmla="*/ 137753 h 137752"/>
                <a:gd name="connsiteX20" fmla="*/ 0 w 113201"/>
                <a:gd name="connsiteY20" fmla="*/ 135203 h 137752"/>
                <a:gd name="connsiteX21" fmla="*/ 421 w 113201"/>
                <a:gd name="connsiteY21" fmla="*/ 132774 h 137752"/>
                <a:gd name="connsiteX22" fmla="*/ 1586 w 113201"/>
                <a:gd name="connsiteY22" fmla="*/ 131509 h 137752"/>
                <a:gd name="connsiteX23" fmla="*/ 3172 w 113201"/>
                <a:gd name="connsiteY23" fmla="*/ 131088 h 137752"/>
                <a:gd name="connsiteX24" fmla="*/ 5079 w 113201"/>
                <a:gd name="connsiteY24" fmla="*/ 131088 h 137752"/>
                <a:gd name="connsiteX25" fmla="*/ 12065 w 113201"/>
                <a:gd name="connsiteY25" fmla="*/ 130225 h 137752"/>
                <a:gd name="connsiteX26" fmla="*/ 14915 w 113201"/>
                <a:gd name="connsiteY26" fmla="*/ 127896 h 137752"/>
                <a:gd name="connsiteX27" fmla="*/ 16722 w 113201"/>
                <a:gd name="connsiteY27" fmla="*/ 122195 h 137752"/>
                <a:gd name="connsiteX28" fmla="*/ 41053 w 113201"/>
                <a:gd name="connsiteY28" fmla="*/ 25716 h 137752"/>
                <a:gd name="connsiteX29" fmla="*/ 42538 w 113201"/>
                <a:gd name="connsiteY29" fmla="*/ 14715 h 137752"/>
                <a:gd name="connsiteX30" fmla="*/ 40731 w 113201"/>
                <a:gd name="connsiteY30" fmla="*/ 6885 h 137752"/>
                <a:gd name="connsiteX31" fmla="*/ 35753 w 113201"/>
                <a:gd name="connsiteY31" fmla="*/ 4758 h 137752"/>
                <a:gd name="connsiteX32" fmla="*/ 26659 w 113201"/>
                <a:gd name="connsiteY32" fmla="*/ 11322 h 137752"/>
                <a:gd name="connsiteX33" fmla="*/ 19994 w 113201"/>
                <a:gd name="connsiteY33" fmla="*/ 30574 h 137752"/>
                <a:gd name="connsiteX34" fmla="*/ 18408 w 113201"/>
                <a:gd name="connsiteY34" fmla="*/ 34809 h 137752"/>
                <a:gd name="connsiteX35" fmla="*/ 16301 w 113201"/>
                <a:gd name="connsiteY35" fmla="*/ 35552 h 137752"/>
                <a:gd name="connsiteX36" fmla="*/ 13651 w 113201"/>
                <a:gd name="connsiteY36" fmla="*/ 33324 h 137752"/>
                <a:gd name="connsiteX37" fmla="*/ 14494 w 113201"/>
                <a:gd name="connsiteY37" fmla="*/ 29409 h 137752"/>
                <a:gd name="connsiteX38" fmla="*/ 16923 w 113201"/>
                <a:gd name="connsiteY38" fmla="*/ 20838 h 137752"/>
                <a:gd name="connsiteX39" fmla="*/ 20416 w 113201"/>
                <a:gd name="connsiteY39" fmla="*/ 12386 h 137752"/>
                <a:gd name="connsiteX40" fmla="*/ 22423 w 113201"/>
                <a:gd name="connsiteY40" fmla="*/ 8672 h 137752"/>
                <a:gd name="connsiteX41" fmla="*/ 25294 w 113201"/>
                <a:gd name="connsiteY41" fmla="*/ 4858 h 137752"/>
                <a:gd name="connsiteX42" fmla="*/ 30152 w 113201"/>
                <a:gd name="connsiteY42" fmla="*/ 1265 h 137752"/>
                <a:gd name="connsiteX43" fmla="*/ 36496 w 113201"/>
                <a:gd name="connsiteY43" fmla="*/ 0 h 137752"/>
                <a:gd name="connsiteX44" fmla="*/ 48882 w 113201"/>
                <a:gd name="connsiteY44" fmla="*/ 4015 h 137752"/>
                <a:gd name="connsiteX45" fmla="*/ 55968 w 113201"/>
                <a:gd name="connsiteY45" fmla="*/ 16180 h 137752"/>
                <a:gd name="connsiteX46" fmla="*/ 69398 w 113201"/>
                <a:gd name="connsiteY46" fmla="*/ 4557 h 137752"/>
                <a:gd name="connsiteX47" fmla="*/ 84314 w 113201"/>
                <a:gd name="connsiteY47" fmla="*/ 0 h 137752"/>
                <a:gd name="connsiteX48" fmla="*/ 104951 w 113201"/>
                <a:gd name="connsiteY48" fmla="*/ 9736 h 137752"/>
                <a:gd name="connsiteX49" fmla="*/ 113201 w 113201"/>
                <a:gd name="connsiteY49" fmla="*/ 34589 h 137752"/>
                <a:gd name="connsiteX50" fmla="*/ 97543 w 113201"/>
                <a:gd name="connsiteY50" fmla="*/ 25073 h 137752"/>
                <a:gd name="connsiteX51" fmla="*/ 93849 w 113201"/>
                <a:gd name="connsiteY51" fmla="*/ 10158 h 137752"/>
                <a:gd name="connsiteX52" fmla="*/ 83691 w 113201"/>
                <a:gd name="connsiteY52" fmla="*/ 4758 h 137752"/>
                <a:gd name="connsiteX53" fmla="*/ 66126 w 113201"/>
                <a:gd name="connsiteY53" fmla="*/ 13008 h 137752"/>
                <a:gd name="connsiteX54" fmla="*/ 54904 w 113201"/>
                <a:gd name="connsiteY54" fmla="*/ 28145 h 137752"/>
                <a:gd name="connsiteX55" fmla="*/ 44225 w 113201"/>
                <a:gd name="connsiteY55" fmla="*/ 70563 h 137752"/>
                <a:gd name="connsiteX56" fmla="*/ 43582 w 113201"/>
                <a:gd name="connsiteY56" fmla="*/ 74056 h 137752"/>
                <a:gd name="connsiteX57" fmla="*/ 43903 w 113201"/>
                <a:gd name="connsiteY57" fmla="*/ 76585 h 137752"/>
                <a:gd name="connsiteX58" fmla="*/ 45489 w 113201"/>
                <a:gd name="connsiteY58" fmla="*/ 81363 h 137752"/>
                <a:gd name="connsiteX59" fmla="*/ 48460 w 113201"/>
                <a:gd name="connsiteY59" fmla="*/ 86963 h 137752"/>
                <a:gd name="connsiteX60" fmla="*/ 53419 w 113201"/>
                <a:gd name="connsiteY60" fmla="*/ 91400 h 137752"/>
                <a:gd name="connsiteX61" fmla="*/ 60726 w 113201"/>
                <a:gd name="connsiteY61" fmla="*/ 93307 h 137752"/>
                <a:gd name="connsiteX62" fmla="*/ 74156 w 113201"/>
                <a:gd name="connsiteY62" fmla="*/ 87606 h 137752"/>
                <a:gd name="connsiteX63" fmla="*/ 86542 w 113201"/>
                <a:gd name="connsiteY63" fmla="*/ 71084 h 137752"/>
                <a:gd name="connsiteX64" fmla="*/ 93628 w 113201"/>
                <a:gd name="connsiteY64" fmla="*/ 49083 h 137752"/>
                <a:gd name="connsiteX65" fmla="*/ 97543 w 113201"/>
                <a:gd name="connsiteY65" fmla="*/ 25073 h 137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13201" h="137752">
                  <a:moveTo>
                    <a:pt x="113201" y="34589"/>
                  </a:moveTo>
                  <a:cubicBezTo>
                    <a:pt x="113201" y="44887"/>
                    <a:pt x="110591" y="55025"/>
                    <a:pt x="105372" y="64962"/>
                  </a:cubicBezTo>
                  <a:cubicBezTo>
                    <a:pt x="100213" y="74899"/>
                    <a:pt x="93588" y="82949"/>
                    <a:pt x="85478" y="89071"/>
                  </a:cubicBezTo>
                  <a:cubicBezTo>
                    <a:pt x="77368" y="95154"/>
                    <a:pt x="69197" y="98185"/>
                    <a:pt x="60947" y="98185"/>
                  </a:cubicBezTo>
                  <a:cubicBezTo>
                    <a:pt x="56008" y="98185"/>
                    <a:pt x="51873" y="96840"/>
                    <a:pt x="48561" y="94150"/>
                  </a:cubicBezTo>
                  <a:cubicBezTo>
                    <a:pt x="45329" y="91400"/>
                    <a:pt x="42819" y="88088"/>
                    <a:pt x="41053" y="84213"/>
                  </a:cubicBezTo>
                  <a:cubicBezTo>
                    <a:pt x="39708" y="89011"/>
                    <a:pt x="37600" y="97142"/>
                    <a:pt x="34709" y="108644"/>
                  </a:cubicBezTo>
                  <a:cubicBezTo>
                    <a:pt x="31818" y="120147"/>
                    <a:pt x="30373" y="126451"/>
                    <a:pt x="30373" y="127595"/>
                  </a:cubicBezTo>
                  <a:cubicBezTo>
                    <a:pt x="30373" y="128217"/>
                    <a:pt x="30433" y="128679"/>
                    <a:pt x="30574" y="128960"/>
                  </a:cubicBezTo>
                  <a:cubicBezTo>
                    <a:pt x="30714" y="129241"/>
                    <a:pt x="31116" y="129562"/>
                    <a:pt x="31738" y="129923"/>
                  </a:cubicBezTo>
                  <a:cubicBezTo>
                    <a:pt x="32381" y="130345"/>
                    <a:pt x="33464" y="130626"/>
                    <a:pt x="35010" y="130767"/>
                  </a:cubicBezTo>
                  <a:cubicBezTo>
                    <a:pt x="36556" y="130987"/>
                    <a:pt x="38644" y="131088"/>
                    <a:pt x="41253" y="131088"/>
                  </a:cubicBezTo>
                  <a:cubicBezTo>
                    <a:pt x="42598" y="131088"/>
                    <a:pt x="43522" y="131088"/>
                    <a:pt x="44004" y="131088"/>
                  </a:cubicBezTo>
                  <a:cubicBezTo>
                    <a:pt x="44586" y="131148"/>
                    <a:pt x="45108" y="131369"/>
                    <a:pt x="45590" y="131710"/>
                  </a:cubicBezTo>
                  <a:cubicBezTo>
                    <a:pt x="46172" y="132071"/>
                    <a:pt x="46453" y="132633"/>
                    <a:pt x="46453" y="133416"/>
                  </a:cubicBezTo>
                  <a:cubicBezTo>
                    <a:pt x="46453" y="136307"/>
                    <a:pt x="45148" y="137753"/>
                    <a:pt x="42538" y="137753"/>
                  </a:cubicBezTo>
                  <a:cubicBezTo>
                    <a:pt x="40210" y="137753"/>
                    <a:pt x="36636" y="137652"/>
                    <a:pt x="31838" y="137431"/>
                  </a:cubicBezTo>
                  <a:cubicBezTo>
                    <a:pt x="27041" y="137211"/>
                    <a:pt x="23447" y="137110"/>
                    <a:pt x="21058" y="137110"/>
                  </a:cubicBezTo>
                  <a:cubicBezTo>
                    <a:pt x="19011" y="137110"/>
                    <a:pt x="15939" y="137211"/>
                    <a:pt x="11844" y="137431"/>
                  </a:cubicBezTo>
                  <a:cubicBezTo>
                    <a:pt x="7769" y="137652"/>
                    <a:pt x="4758" y="137753"/>
                    <a:pt x="2850" y="137753"/>
                  </a:cubicBezTo>
                  <a:cubicBezTo>
                    <a:pt x="943" y="137753"/>
                    <a:pt x="0" y="136909"/>
                    <a:pt x="0" y="135203"/>
                  </a:cubicBezTo>
                  <a:cubicBezTo>
                    <a:pt x="0" y="134219"/>
                    <a:pt x="140" y="133396"/>
                    <a:pt x="421" y="132774"/>
                  </a:cubicBezTo>
                  <a:cubicBezTo>
                    <a:pt x="642" y="132212"/>
                    <a:pt x="1024" y="131790"/>
                    <a:pt x="1586" y="131509"/>
                  </a:cubicBezTo>
                  <a:cubicBezTo>
                    <a:pt x="2148" y="131289"/>
                    <a:pt x="2670" y="131148"/>
                    <a:pt x="3172" y="131088"/>
                  </a:cubicBezTo>
                  <a:cubicBezTo>
                    <a:pt x="3593" y="131088"/>
                    <a:pt x="4236" y="131088"/>
                    <a:pt x="5079" y="131088"/>
                  </a:cubicBezTo>
                  <a:cubicBezTo>
                    <a:pt x="8311" y="131088"/>
                    <a:pt x="10639" y="130807"/>
                    <a:pt x="12065" y="130225"/>
                  </a:cubicBezTo>
                  <a:cubicBezTo>
                    <a:pt x="13470" y="129743"/>
                    <a:pt x="14413" y="128960"/>
                    <a:pt x="14915" y="127896"/>
                  </a:cubicBezTo>
                  <a:cubicBezTo>
                    <a:pt x="15478" y="126912"/>
                    <a:pt x="16080" y="125025"/>
                    <a:pt x="16722" y="122195"/>
                  </a:cubicBezTo>
                  <a:lnTo>
                    <a:pt x="41053" y="25716"/>
                  </a:lnTo>
                  <a:cubicBezTo>
                    <a:pt x="42036" y="21399"/>
                    <a:pt x="42538" y="17746"/>
                    <a:pt x="42538" y="14715"/>
                  </a:cubicBezTo>
                  <a:cubicBezTo>
                    <a:pt x="42538" y="10900"/>
                    <a:pt x="41936" y="8291"/>
                    <a:pt x="40731" y="6885"/>
                  </a:cubicBezTo>
                  <a:cubicBezTo>
                    <a:pt x="39527" y="5460"/>
                    <a:pt x="37861" y="4758"/>
                    <a:pt x="35753" y="4758"/>
                  </a:cubicBezTo>
                  <a:cubicBezTo>
                    <a:pt x="32079" y="4758"/>
                    <a:pt x="29048" y="6946"/>
                    <a:pt x="26659" y="11322"/>
                  </a:cubicBezTo>
                  <a:cubicBezTo>
                    <a:pt x="24270" y="15698"/>
                    <a:pt x="22042" y="22122"/>
                    <a:pt x="19994" y="30574"/>
                  </a:cubicBezTo>
                  <a:cubicBezTo>
                    <a:pt x="19372" y="32902"/>
                    <a:pt x="18830" y="34308"/>
                    <a:pt x="18408" y="34809"/>
                  </a:cubicBezTo>
                  <a:cubicBezTo>
                    <a:pt x="18067" y="35311"/>
                    <a:pt x="17365" y="35552"/>
                    <a:pt x="16301" y="35552"/>
                  </a:cubicBezTo>
                  <a:cubicBezTo>
                    <a:pt x="14534" y="35472"/>
                    <a:pt x="13651" y="34729"/>
                    <a:pt x="13651" y="33324"/>
                  </a:cubicBezTo>
                  <a:cubicBezTo>
                    <a:pt x="13651" y="32983"/>
                    <a:pt x="13932" y="31678"/>
                    <a:pt x="14494" y="29409"/>
                  </a:cubicBezTo>
                  <a:cubicBezTo>
                    <a:pt x="15056" y="27081"/>
                    <a:pt x="15859" y="24230"/>
                    <a:pt x="16923" y="20838"/>
                  </a:cubicBezTo>
                  <a:cubicBezTo>
                    <a:pt x="18067" y="17385"/>
                    <a:pt x="19231" y="14574"/>
                    <a:pt x="20416" y="12386"/>
                  </a:cubicBezTo>
                  <a:cubicBezTo>
                    <a:pt x="21119" y="10900"/>
                    <a:pt x="21801" y="9656"/>
                    <a:pt x="22423" y="8672"/>
                  </a:cubicBezTo>
                  <a:cubicBezTo>
                    <a:pt x="23066" y="7689"/>
                    <a:pt x="24029" y="6404"/>
                    <a:pt x="25294" y="4858"/>
                  </a:cubicBezTo>
                  <a:cubicBezTo>
                    <a:pt x="26639" y="3312"/>
                    <a:pt x="28245" y="2108"/>
                    <a:pt x="30152" y="1265"/>
                  </a:cubicBezTo>
                  <a:cubicBezTo>
                    <a:pt x="32059" y="421"/>
                    <a:pt x="34167" y="0"/>
                    <a:pt x="36496" y="0"/>
                  </a:cubicBezTo>
                  <a:cubicBezTo>
                    <a:pt x="41012" y="0"/>
                    <a:pt x="45148" y="1345"/>
                    <a:pt x="48882" y="4015"/>
                  </a:cubicBezTo>
                  <a:cubicBezTo>
                    <a:pt x="52616" y="6685"/>
                    <a:pt x="54985" y="10740"/>
                    <a:pt x="55968" y="16180"/>
                  </a:cubicBezTo>
                  <a:cubicBezTo>
                    <a:pt x="59983" y="11463"/>
                    <a:pt x="64460" y="7588"/>
                    <a:pt x="69398" y="4557"/>
                  </a:cubicBezTo>
                  <a:cubicBezTo>
                    <a:pt x="74337" y="1526"/>
                    <a:pt x="79315" y="0"/>
                    <a:pt x="84314" y="0"/>
                  </a:cubicBezTo>
                  <a:cubicBezTo>
                    <a:pt x="92645" y="0"/>
                    <a:pt x="99510" y="3252"/>
                    <a:pt x="104951" y="9736"/>
                  </a:cubicBezTo>
                  <a:cubicBezTo>
                    <a:pt x="110451" y="16140"/>
                    <a:pt x="113201" y="24431"/>
                    <a:pt x="113201" y="34589"/>
                  </a:cubicBezTo>
                  <a:moveTo>
                    <a:pt x="97543" y="25073"/>
                  </a:moveTo>
                  <a:cubicBezTo>
                    <a:pt x="97543" y="18649"/>
                    <a:pt x="96318" y="13671"/>
                    <a:pt x="93849" y="10158"/>
                  </a:cubicBezTo>
                  <a:cubicBezTo>
                    <a:pt x="91440" y="6564"/>
                    <a:pt x="88048" y="4758"/>
                    <a:pt x="83691" y="4758"/>
                  </a:cubicBezTo>
                  <a:cubicBezTo>
                    <a:pt x="78251" y="4758"/>
                    <a:pt x="72409" y="7508"/>
                    <a:pt x="66126" y="13008"/>
                  </a:cubicBezTo>
                  <a:cubicBezTo>
                    <a:pt x="59923" y="18228"/>
                    <a:pt x="56169" y="23267"/>
                    <a:pt x="54904" y="28145"/>
                  </a:cubicBezTo>
                  <a:lnTo>
                    <a:pt x="44225" y="70563"/>
                  </a:lnTo>
                  <a:lnTo>
                    <a:pt x="43582" y="74056"/>
                  </a:lnTo>
                  <a:cubicBezTo>
                    <a:pt x="43582" y="74477"/>
                    <a:pt x="43683" y="75320"/>
                    <a:pt x="43903" y="76585"/>
                  </a:cubicBezTo>
                  <a:cubicBezTo>
                    <a:pt x="44184" y="77789"/>
                    <a:pt x="44706" y="79375"/>
                    <a:pt x="45489" y="81363"/>
                  </a:cubicBezTo>
                  <a:cubicBezTo>
                    <a:pt x="46332" y="83330"/>
                    <a:pt x="47316" y="85197"/>
                    <a:pt x="48460" y="86963"/>
                  </a:cubicBezTo>
                  <a:cubicBezTo>
                    <a:pt x="49645" y="88650"/>
                    <a:pt x="51311" y="90135"/>
                    <a:pt x="53419" y="91400"/>
                  </a:cubicBezTo>
                  <a:cubicBezTo>
                    <a:pt x="55607" y="92665"/>
                    <a:pt x="58056" y="93307"/>
                    <a:pt x="60726" y="93307"/>
                  </a:cubicBezTo>
                  <a:cubicBezTo>
                    <a:pt x="65042" y="93307"/>
                    <a:pt x="69519" y="91400"/>
                    <a:pt x="74156" y="87606"/>
                  </a:cubicBezTo>
                  <a:cubicBezTo>
                    <a:pt x="78873" y="83792"/>
                    <a:pt x="83009" y="78291"/>
                    <a:pt x="86542" y="71084"/>
                  </a:cubicBezTo>
                  <a:cubicBezTo>
                    <a:pt x="88730" y="66447"/>
                    <a:pt x="91079" y="59100"/>
                    <a:pt x="93628" y="49083"/>
                  </a:cubicBezTo>
                  <a:cubicBezTo>
                    <a:pt x="96238" y="39005"/>
                    <a:pt x="97543" y="30995"/>
                    <a:pt x="97543" y="25073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A38584E0-3590-F57A-DF57-05E72917194B}"/>
                </a:ext>
              </a:extLst>
            </p:cNvPr>
            <p:cNvSpPr/>
            <p:nvPr/>
          </p:nvSpPr>
          <p:spPr>
            <a:xfrm>
              <a:off x="2305194" y="1892205"/>
              <a:ext cx="2007" cy="2632065"/>
            </a:xfrm>
            <a:custGeom>
              <a:avLst/>
              <a:gdLst>
                <a:gd name="connsiteX0" fmla="*/ 0 w 2007"/>
                <a:gd name="connsiteY0" fmla="*/ 2632066 h 2632065"/>
                <a:gd name="connsiteX1" fmla="*/ 0 w 2007"/>
                <a:gd name="connsiteY1" fmla="*/ 0 h 263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07" h="2632065">
                  <a:moveTo>
                    <a:pt x="0" y="2632066"/>
                  </a:moveTo>
                  <a:lnTo>
                    <a:pt x="0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184F36E5-9AF6-9312-1A9D-6A71CE5D6AC5}"/>
                </a:ext>
              </a:extLst>
            </p:cNvPr>
            <p:cNvSpPr/>
            <p:nvPr/>
          </p:nvSpPr>
          <p:spPr>
            <a:xfrm>
              <a:off x="2305194" y="4449773"/>
              <a:ext cx="37937" cy="2007"/>
            </a:xfrm>
            <a:custGeom>
              <a:avLst/>
              <a:gdLst>
                <a:gd name="connsiteX0" fmla="*/ 0 w 37937"/>
                <a:gd name="connsiteY0" fmla="*/ 0 h 2007"/>
                <a:gd name="connsiteX1" fmla="*/ 37937 w 37937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37" h="2007">
                  <a:moveTo>
                    <a:pt x="0" y="0"/>
                  </a:moveTo>
                  <a:lnTo>
                    <a:pt x="37937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BEC99DBF-4B5D-D273-CCF0-80289833CA19}"/>
                </a:ext>
              </a:extLst>
            </p:cNvPr>
            <p:cNvSpPr/>
            <p:nvPr/>
          </p:nvSpPr>
          <p:spPr>
            <a:xfrm>
              <a:off x="2305194" y="3828963"/>
              <a:ext cx="37937" cy="2007"/>
            </a:xfrm>
            <a:custGeom>
              <a:avLst/>
              <a:gdLst>
                <a:gd name="connsiteX0" fmla="*/ 0 w 37937"/>
                <a:gd name="connsiteY0" fmla="*/ 0 h 2007"/>
                <a:gd name="connsiteX1" fmla="*/ 37937 w 37937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37" h="2007">
                  <a:moveTo>
                    <a:pt x="0" y="0"/>
                  </a:moveTo>
                  <a:lnTo>
                    <a:pt x="37937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1CFAAE5A-8AFE-F121-C628-76AC813515FB}"/>
                </a:ext>
              </a:extLst>
            </p:cNvPr>
            <p:cNvSpPr/>
            <p:nvPr/>
          </p:nvSpPr>
          <p:spPr>
            <a:xfrm>
              <a:off x="2305194" y="3208145"/>
              <a:ext cx="37937" cy="2007"/>
            </a:xfrm>
            <a:custGeom>
              <a:avLst/>
              <a:gdLst>
                <a:gd name="connsiteX0" fmla="*/ 0 w 37937"/>
                <a:gd name="connsiteY0" fmla="*/ 0 h 2007"/>
                <a:gd name="connsiteX1" fmla="*/ 37937 w 37937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37" h="2007">
                  <a:moveTo>
                    <a:pt x="0" y="0"/>
                  </a:moveTo>
                  <a:lnTo>
                    <a:pt x="37937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8EC08064-DA6F-1FCB-5BC4-5B8F6D22B8D7}"/>
                </a:ext>
              </a:extLst>
            </p:cNvPr>
            <p:cNvSpPr/>
            <p:nvPr/>
          </p:nvSpPr>
          <p:spPr>
            <a:xfrm>
              <a:off x="2305194" y="2587331"/>
              <a:ext cx="37937" cy="2007"/>
            </a:xfrm>
            <a:custGeom>
              <a:avLst/>
              <a:gdLst>
                <a:gd name="connsiteX0" fmla="*/ 0 w 37937"/>
                <a:gd name="connsiteY0" fmla="*/ 0 h 2007"/>
                <a:gd name="connsiteX1" fmla="*/ 37937 w 37937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37" h="2007">
                  <a:moveTo>
                    <a:pt x="0" y="0"/>
                  </a:moveTo>
                  <a:lnTo>
                    <a:pt x="37937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45259F23-FA3C-B969-4360-3C4CA834F71B}"/>
                </a:ext>
              </a:extLst>
            </p:cNvPr>
            <p:cNvSpPr/>
            <p:nvPr/>
          </p:nvSpPr>
          <p:spPr>
            <a:xfrm>
              <a:off x="2305194" y="1966514"/>
              <a:ext cx="37937" cy="2007"/>
            </a:xfrm>
            <a:custGeom>
              <a:avLst/>
              <a:gdLst>
                <a:gd name="connsiteX0" fmla="*/ 0 w 37937"/>
                <a:gd name="connsiteY0" fmla="*/ 0 h 2007"/>
                <a:gd name="connsiteX1" fmla="*/ 37937 w 37937"/>
                <a:gd name="connsiteY1" fmla="*/ 0 h 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7937" h="2007">
                  <a:moveTo>
                    <a:pt x="0" y="0"/>
                  </a:moveTo>
                  <a:lnTo>
                    <a:pt x="37937" y="0"/>
                  </a:lnTo>
                </a:path>
              </a:pathLst>
            </a:custGeom>
            <a:noFill/>
            <a:ln w="801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1" name="Freeform 200">
              <a:extLst>
                <a:ext uri="{FF2B5EF4-FFF2-40B4-BE49-F238E27FC236}">
                  <a16:creationId xmlns:a16="http://schemas.microsoft.com/office/drawing/2014/main" id="{A782A819-99F5-15B0-80F9-D7F71E5DF6C3}"/>
                </a:ext>
              </a:extLst>
            </p:cNvPr>
            <p:cNvSpPr/>
            <p:nvPr/>
          </p:nvSpPr>
          <p:spPr>
            <a:xfrm>
              <a:off x="1834314" y="4377886"/>
              <a:ext cx="95912" cy="143955"/>
            </a:xfrm>
            <a:custGeom>
              <a:avLst/>
              <a:gdLst>
                <a:gd name="connsiteX0" fmla="*/ 47956 w 95912"/>
                <a:gd name="connsiteY0" fmla="*/ 14875 h 143955"/>
                <a:gd name="connsiteX1" fmla="*/ 26115 w 95912"/>
                <a:gd name="connsiteY1" fmla="*/ 29189 h 143955"/>
                <a:gd name="connsiteX2" fmla="*/ 18866 w 95912"/>
                <a:gd name="connsiteY2" fmla="*/ 72028 h 143955"/>
                <a:gd name="connsiteX3" fmla="*/ 26115 w 95912"/>
                <a:gd name="connsiteY3" fmla="*/ 114868 h 143955"/>
                <a:gd name="connsiteX4" fmla="*/ 47956 w 95912"/>
                <a:gd name="connsiteY4" fmla="*/ 129101 h 143955"/>
                <a:gd name="connsiteX5" fmla="*/ 69796 w 95912"/>
                <a:gd name="connsiteY5" fmla="*/ 114868 h 143955"/>
                <a:gd name="connsiteX6" fmla="*/ 77139 w 95912"/>
                <a:gd name="connsiteY6" fmla="*/ 72028 h 143955"/>
                <a:gd name="connsiteX7" fmla="*/ 69796 w 95912"/>
                <a:gd name="connsiteY7" fmla="*/ 29189 h 143955"/>
                <a:gd name="connsiteX8" fmla="*/ 47956 w 95912"/>
                <a:gd name="connsiteY8" fmla="*/ 14875 h 143955"/>
                <a:gd name="connsiteX9" fmla="*/ 47956 w 95912"/>
                <a:gd name="connsiteY9" fmla="*/ 0 h 143955"/>
                <a:gd name="connsiteX10" fmla="*/ 83551 w 95912"/>
                <a:gd name="connsiteY10" fmla="*/ 18509 h 143955"/>
                <a:gd name="connsiteX11" fmla="*/ 95913 w 95912"/>
                <a:gd name="connsiteY11" fmla="*/ 72028 h 143955"/>
                <a:gd name="connsiteX12" fmla="*/ 83551 w 95912"/>
                <a:gd name="connsiteY12" fmla="*/ 125567 h 143955"/>
                <a:gd name="connsiteX13" fmla="*/ 47956 w 95912"/>
                <a:gd name="connsiteY13" fmla="*/ 143956 h 143955"/>
                <a:gd name="connsiteX14" fmla="*/ 12268 w 95912"/>
                <a:gd name="connsiteY14" fmla="*/ 125567 h 143955"/>
                <a:gd name="connsiteX15" fmla="*/ 0 w 95912"/>
                <a:gd name="connsiteY15" fmla="*/ 72028 h 143955"/>
                <a:gd name="connsiteX16" fmla="*/ 12268 w 95912"/>
                <a:gd name="connsiteY16" fmla="*/ 18509 h 143955"/>
                <a:gd name="connsiteX17" fmla="*/ 47956 w 95912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55">
                  <a:moveTo>
                    <a:pt x="47956" y="14875"/>
                  </a:moveTo>
                  <a:cubicBezTo>
                    <a:pt x="38290" y="14875"/>
                    <a:pt x="31011" y="19653"/>
                    <a:pt x="26115" y="29189"/>
                  </a:cubicBezTo>
                  <a:cubicBezTo>
                    <a:pt x="21283" y="38664"/>
                    <a:pt x="18866" y="52937"/>
                    <a:pt x="18866" y="72028"/>
                  </a:cubicBezTo>
                  <a:cubicBezTo>
                    <a:pt x="18866" y="91039"/>
                    <a:pt x="21283" y="105332"/>
                    <a:pt x="26115" y="114868"/>
                  </a:cubicBezTo>
                  <a:cubicBezTo>
                    <a:pt x="31011" y="124363"/>
                    <a:pt x="38290" y="129101"/>
                    <a:pt x="47956" y="129101"/>
                  </a:cubicBezTo>
                  <a:cubicBezTo>
                    <a:pt x="57683" y="129101"/>
                    <a:pt x="64964" y="124363"/>
                    <a:pt x="69796" y="114868"/>
                  </a:cubicBezTo>
                  <a:cubicBezTo>
                    <a:pt x="74692" y="105332"/>
                    <a:pt x="77139" y="91039"/>
                    <a:pt x="77139" y="72028"/>
                  </a:cubicBezTo>
                  <a:cubicBezTo>
                    <a:pt x="77139" y="52937"/>
                    <a:pt x="74692" y="38664"/>
                    <a:pt x="69796" y="29189"/>
                  </a:cubicBezTo>
                  <a:cubicBezTo>
                    <a:pt x="64964" y="19653"/>
                    <a:pt x="57683" y="14875"/>
                    <a:pt x="47956" y="14875"/>
                  </a:cubicBezTo>
                  <a:moveTo>
                    <a:pt x="47956" y="0"/>
                  </a:moveTo>
                  <a:cubicBezTo>
                    <a:pt x="63508" y="0"/>
                    <a:pt x="75372" y="6163"/>
                    <a:pt x="83551" y="18509"/>
                  </a:cubicBezTo>
                  <a:cubicBezTo>
                    <a:pt x="91792" y="30775"/>
                    <a:pt x="95913" y="48601"/>
                    <a:pt x="95913" y="72028"/>
                  </a:cubicBezTo>
                  <a:cubicBezTo>
                    <a:pt x="95913" y="95395"/>
                    <a:pt x="91792" y="113241"/>
                    <a:pt x="83551" y="125567"/>
                  </a:cubicBezTo>
                  <a:cubicBezTo>
                    <a:pt x="75372" y="137833"/>
                    <a:pt x="63508" y="143956"/>
                    <a:pt x="47956" y="143956"/>
                  </a:cubicBezTo>
                  <a:cubicBezTo>
                    <a:pt x="32405" y="143956"/>
                    <a:pt x="20508" y="137833"/>
                    <a:pt x="12268" y="125567"/>
                  </a:cubicBezTo>
                  <a:cubicBezTo>
                    <a:pt x="4089" y="113241"/>
                    <a:pt x="0" y="95395"/>
                    <a:pt x="0" y="72028"/>
                  </a:cubicBezTo>
                  <a:cubicBezTo>
                    <a:pt x="0" y="48601"/>
                    <a:pt x="4089" y="30775"/>
                    <a:pt x="12268" y="18509"/>
                  </a:cubicBezTo>
                  <a:cubicBezTo>
                    <a:pt x="20508" y="6163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2" name="Freeform 201">
              <a:extLst>
                <a:ext uri="{FF2B5EF4-FFF2-40B4-BE49-F238E27FC236}">
                  <a16:creationId xmlns:a16="http://schemas.microsoft.com/office/drawing/2014/main" id="{4CB9AE68-5C30-5505-EC6F-B17927F345D8}"/>
                </a:ext>
              </a:extLst>
            </p:cNvPr>
            <p:cNvSpPr/>
            <p:nvPr/>
          </p:nvSpPr>
          <p:spPr>
            <a:xfrm>
              <a:off x="1963220" y="4495544"/>
              <a:ext cx="19608" cy="23607"/>
            </a:xfrm>
            <a:custGeom>
              <a:avLst/>
              <a:gdLst>
                <a:gd name="connsiteX0" fmla="*/ 0 w 19608"/>
                <a:gd name="connsiteY0" fmla="*/ 0 h 23607"/>
                <a:gd name="connsiteX1" fmla="*/ 19609 w 19608"/>
                <a:gd name="connsiteY1" fmla="*/ 0 h 23607"/>
                <a:gd name="connsiteX2" fmla="*/ 19609 w 19608"/>
                <a:gd name="connsiteY2" fmla="*/ 23608 h 23607"/>
                <a:gd name="connsiteX3" fmla="*/ 0 w 19608"/>
                <a:gd name="connsiteY3" fmla="*/ 23608 h 23607"/>
                <a:gd name="connsiteX4" fmla="*/ 0 w 19608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7">
                  <a:moveTo>
                    <a:pt x="0" y="0"/>
                  </a:moveTo>
                  <a:lnTo>
                    <a:pt x="19609" y="0"/>
                  </a:lnTo>
                  <a:lnTo>
                    <a:pt x="19609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3" name="Freeform 202">
              <a:extLst>
                <a:ext uri="{FF2B5EF4-FFF2-40B4-BE49-F238E27FC236}">
                  <a16:creationId xmlns:a16="http://schemas.microsoft.com/office/drawing/2014/main" id="{EE992B82-B86A-199E-79E4-9273E4762148}"/>
                </a:ext>
              </a:extLst>
            </p:cNvPr>
            <p:cNvSpPr/>
            <p:nvPr/>
          </p:nvSpPr>
          <p:spPr>
            <a:xfrm>
              <a:off x="2015916" y="4377886"/>
              <a:ext cx="95910" cy="143955"/>
            </a:xfrm>
            <a:custGeom>
              <a:avLst/>
              <a:gdLst>
                <a:gd name="connsiteX0" fmla="*/ 47954 w 95910"/>
                <a:gd name="connsiteY0" fmla="*/ 14875 h 143955"/>
                <a:gd name="connsiteX1" fmla="*/ 26115 w 95910"/>
                <a:gd name="connsiteY1" fmla="*/ 29189 h 143955"/>
                <a:gd name="connsiteX2" fmla="*/ 18866 w 95910"/>
                <a:gd name="connsiteY2" fmla="*/ 72028 h 143955"/>
                <a:gd name="connsiteX3" fmla="*/ 26115 w 95910"/>
                <a:gd name="connsiteY3" fmla="*/ 114868 h 143955"/>
                <a:gd name="connsiteX4" fmla="*/ 47954 w 95910"/>
                <a:gd name="connsiteY4" fmla="*/ 129101 h 143955"/>
                <a:gd name="connsiteX5" fmla="*/ 69796 w 95910"/>
                <a:gd name="connsiteY5" fmla="*/ 114868 h 143955"/>
                <a:gd name="connsiteX6" fmla="*/ 77137 w 95910"/>
                <a:gd name="connsiteY6" fmla="*/ 72028 h 143955"/>
                <a:gd name="connsiteX7" fmla="*/ 69796 w 95910"/>
                <a:gd name="connsiteY7" fmla="*/ 29189 h 143955"/>
                <a:gd name="connsiteX8" fmla="*/ 47954 w 95910"/>
                <a:gd name="connsiteY8" fmla="*/ 14875 h 143955"/>
                <a:gd name="connsiteX9" fmla="*/ 47954 w 95910"/>
                <a:gd name="connsiteY9" fmla="*/ 0 h 143955"/>
                <a:gd name="connsiteX10" fmla="*/ 83551 w 95910"/>
                <a:gd name="connsiteY10" fmla="*/ 18509 h 143955"/>
                <a:gd name="connsiteX11" fmla="*/ 95911 w 95910"/>
                <a:gd name="connsiteY11" fmla="*/ 72028 h 143955"/>
                <a:gd name="connsiteX12" fmla="*/ 83551 w 95910"/>
                <a:gd name="connsiteY12" fmla="*/ 125567 h 143955"/>
                <a:gd name="connsiteX13" fmla="*/ 47954 w 95910"/>
                <a:gd name="connsiteY13" fmla="*/ 143956 h 143955"/>
                <a:gd name="connsiteX14" fmla="*/ 12268 w 95910"/>
                <a:gd name="connsiteY14" fmla="*/ 125567 h 143955"/>
                <a:gd name="connsiteX15" fmla="*/ 0 w 95910"/>
                <a:gd name="connsiteY15" fmla="*/ 72028 h 143955"/>
                <a:gd name="connsiteX16" fmla="*/ 12268 w 95910"/>
                <a:gd name="connsiteY16" fmla="*/ 18509 h 143955"/>
                <a:gd name="connsiteX17" fmla="*/ 47954 w 95910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0" h="143955">
                  <a:moveTo>
                    <a:pt x="47954" y="14875"/>
                  </a:moveTo>
                  <a:cubicBezTo>
                    <a:pt x="38288" y="14875"/>
                    <a:pt x="31009" y="19653"/>
                    <a:pt x="26115" y="29189"/>
                  </a:cubicBezTo>
                  <a:cubicBezTo>
                    <a:pt x="21283" y="38664"/>
                    <a:pt x="18866" y="52937"/>
                    <a:pt x="18866" y="72028"/>
                  </a:cubicBezTo>
                  <a:cubicBezTo>
                    <a:pt x="18866" y="91039"/>
                    <a:pt x="21283" y="105332"/>
                    <a:pt x="26115" y="114868"/>
                  </a:cubicBezTo>
                  <a:cubicBezTo>
                    <a:pt x="31009" y="124363"/>
                    <a:pt x="38288" y="129101"/>
                    <a:pt x="47954" y="129101"/>
                  </a:cubicBezTo>
                  <a:cubicBezTo>
                    <a:pt x="57683" y="129101"/>
                    <a:pt x="64964" y="124363"/>
                    <a:pt x="69796" y="114868"/>
                  </a:cubicBezTo>
                  <a:cubicBezTo>
                    <a:pt x="74690" y="105332"/>
                    <a:pt x="77137" y="91039"/>
                    <a:pt x="77137" y="72028"/>
                  </a:cubicBezTo>
                  <a:cubicBezTo>
                    <a:pt x="77137" y="52937"/>
                    <a:pt x="74690" y="38664"/>
                    <a:pt x="69796" y="29189"/>
                  </a:cubicBezTo>
                  <a:cubicBezTo>
                    <a:pt x="64964" y="19653"/>
                    <a:pt x="57683" y="14875"/>
                    <a:pt x="47954" y="14875"/>
                  </a:cubicBezTo>
                  <a:moveTo>
                    <a:pt x="47954" y="0"/>
                  </a:moveTo>
                  <a:cubicBezTo>
                    <a:pt x="63506" y="0"/>
                    <a:pt x="75372" y="6163"/>
                    <a:pt x="83551" y="18509"/>
                  </a:cubicBezTo>
                  <a:cubicBezTo>
                    <a:pt x="91792" y="30775"/>
                    <a:pt x="95911" y="48601"/>
                    <a:pt x="95911" y="72028"/>
                  </a:cubicBezTo>
                  <a:cubicBezTo>
                    <a:pt x="95911" y="95395"/>
                    <a:pt x="91792" y="113241"/>
                    <a:pt x="83551" y="125567"/>
                  </a:cubicBezTo>
                  <a:cubicBezTo>
                    <a:pt x="75372" y="137833"/>
                    <a:pt x="63506" y="143956"/>
                    <a:pt x="47954" y="143956"/>
                  </a:cubicBezTo>
                  <a:cubicBezTo>
                    <a:pt x="32403" y="143956"/>
                    <a:pt x="20508" y="137833"/>
                    <a:pt x="12268" y="125567"/>
                  </a:cubicBezTo>
                  <a:cubicBezTo>
                    <a:pt x="4089" y="113241"/>
                    <a:pt x="0" y="95395"/>
                    <a:pt x="0" y="72028"/>
                  </a:cubicBezTo>
                  <a:cubicBezTo>
                    <a:pt x="0" y="48601"/>
                    <a:pt x="4089" y="30775"/>
                    <a:pt x="12268" y="18509"/>
                  </a:cubicBezTo>
                  <a:cubicBezTo>
                    <a:pt x="20508" y="6163"/>
                    <a:pt x="32403" y="0"/>
                    <a:pt x="47954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4" name="Freeform 203">
              <a:extLst>
                <a:ext uri="{FF2B5EF4-FFF2-40B4-BE49-F238E27FC236}">
                  <a16:creationId xmlns:a16="http://schemas.microsoft.com/office/drawing/2014/main" id="{E838CC5A-CC95-30A6-95F8-7584150B7D4B}"/>
                </a:ext>
              </a:extLst>
            </p:cNvPr>
            <p:cNvSpPr/>
            <p:nvPr/>
          </p:nvSpPr>
          <p:spPr>
            <a:xfrm>
              <a:off x="2137012" y="4377886"/>
              <a:ext cx="95912" cy="143955"/>
            </a:xfrm>
            <a:custGeom>
              <a:avLst/>
              <a:gdLst>
                <a:gd name="connsiteX0" fmla="*/ 47956 w 95912"/>
                <a:gd name="connsiteY0" fmla="*/ 14875 h 143955"/>
                <a:gd name="connsiteX1" fmla="*/ 26117 w 95912"/>
                <a:gd name="connsiteY1" fmla="*/ 29189 h 143955"/>
                <a:gd name="connsiteX2" fmla="*/ 18866 w 95912"/>
                <a:gd name="connsiteY2" fmla="*/ 72028 h 143955"/>
                <a:gd name="connsiteX3" fmla="*/ 26117 w 95912"/>
                <a:gd name="connsiteY3" fmla="*/ 114868 h 143955"/>
                <a:gd name="connsiteX4" fmla="*/ 47956 w 95912"/>
                <a:gd name="connsiteY4" fmla="*/ 129101 h 143955"/>
                <a:gd name="connsiteX5" fmla="*/ 69798 w 95912"/>
                <a:gd name="connsiteY5" fmla="*/ 114868 h 143955"/>
                <a:gd name="connsiteX6" fmla="*/ 77139 w 95912"/>
                <a:gd name="connsiteY6" fmla="*/ 72028 h 143955"/>
                <a:gd name="connsiteX7" fmla="*/ 69798 w 95912"/>
                <a:gd name="connsiteY7" fmla="*/ 29189 h 143955"/>
                <a:gd name="connsiteX8" fmla="*/ 47956 w 95912"/>
                <a:gd name="connsiteY8" fmla="*/ 14875 h 143955"/>
                <a:gd name="connsiteX9" fmla="*/ 47956 w 95912"/>
                <a:gd name="connsiteY9" fmla="*/ 0 h 143955"/>
                <a:gd name="connsiteX10" fmla="*/ 83553 w 95912"/>
                <a:gd name="connsiteY10" fmla="*/ 18509 h 143955"/>
                <a:gd name="connsiteX11" fmla="*/ 95913 w 95912"/>
                <a:gd name="connsiteY11" fmla="*/ 72028 h 143955"/>
                <a:gd name="connsiteX12" fmla="*/ 83553 w 95912"/>
                <a:gd name="connsiteY12" fmla="*/ 125567 h 143955"/>
                <a:gd name="connsiteX13" fmla="*/ 47956 w 95912"/>
                <a:gd name="connsiteY13" fmla="*/ 143956 h 143955"/>
                <a:gd name="connsiteX14" fmla="*/ 12268 w 95912"/>
                <a:gd name="connsiteY14" fmla="*/ 125567 h 143955"/>
                <a:gd name="connsiteX15" fmla="*/ 0 w 95912"/>
                <a:gd name="connsiteY15" fmla="*/ 72028 h 143955"/>
                <a:gd name="connsiteX16" fmla="*/ 12268 w 95912"/>
                <a:gd name="connsiteY16" fmla="*/ 18509 h 143955"/>
                <a:gd name="connsiteX17" fmla="*/ 47956 w 95912"/>
                <a:gd name="connsiteY17" fmla="*/ 0 h 143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55">
                  <a:moveTo>
                    <a:pt x="47956" y="14875"/>
                  </a:moveTo>
                  <a:cubicBezTo>
                    <a:pt x="38290" y="14875"/>
                    <a:pt x="31011" y="19653"/>
                    <a:pt x="26117" y="29189"/>
                  </a:cubicBezTo>
                  <a:cubicBezTo>
                    <a:pt x="21283" y="38664"/>
                    <a:pt x="18866" y="52937"/>
                    <a:pt x="18866" y="72028"/>
                  </a:cubicBezTo>
                  <a:cubicBezTo>
                    <a:pt x="18866" y="91039"/>
                    <a:pt x="21283" y="105332"/>
                    <a:pt x="26117" y="114868"/>
                  </a:cubicBezTo>
                  <a:cubicBezTo>
                    <a:pt x="31011" y="124363"/>
                    <a:pt x="38290" y="129101"/>
                    <a:pt x="47956" y="129101"/>
                  </a:cubicBezTo>
                  <a:cubicBezTo>
                    <a:pt x="57685" y="129101"/>
                    <a:pt x="64966" y="124363"/>
                    <a:pt x="69798" y="114868"/>
                  </a:cubicBezTo>
                  <a:cubicBezTo>
                    <a:pt x="74692" y="105332"/>
                    <a:pt x="77139" y="91039"/>
                    <a:pt x="77139" y="72028"/>
                  </a:cubicBezTo>
                  <a:cubicBezTo>
                    <a:pt x="77139" y="52937"/>
                    <a:pt x="74692" y="38664"/>
                    <a:pt x="69798" y="29189"/>
                  </a:cubicBezTo>
                  <a:cubicBezTo>
                    <a:pt x="64966" y="19653"/>
                    <a:pt x="57685" y="14875"/>
                    <a:pt x="47956" y="14875"/>
                  </a:cubicBezTo>
                  <a:moveTo>
                    <a:pt x="47956" y="0"/>
                  </a:moveTo>
                  <a:cubicBezTo>
                    <a:pt x="63508" y="0"/>
                    <a:pt x="75372" y="6163"/>
                    <a:pt x="83553" y="18509"/>
                  </a:cubicBezTo>
                  <a:cubicBezTo>
                    <a:pt x="91794" y="30775"/>
                    <a:pt x="95913" y="48601"/>
                    <a:pt x="95913" y="72028"/>
                  </a:cubicBezTo>
                  <a:cubicBezTo>
                    <a:pt x="95913" y="95395"/>
                    <a:pt x="91794" y="113241"/>
                    <a:pt x="83553" y="125567"/>
                  </a:cubicBezTo>
                  <a:cubicBezTo>
                    <a:pt x="75372" y="137833"/>
                    <a:pt x="63508" y="143956"/>
                    <a:pt x="47956" y="143956"/>
                  </a:cubicBezTo>
                  <a:cubicBezTo>
                    <a:pt x="32405" y="143956"/>
                    <a:pt x="20508" y="137833"/>
                    <a:pt x="12268" y="125567"/>
                  </a:cubicBezTo>
                  <a:cubicBezTo>
                    <a:pt x="4089" y="113241"/>
                    <a:pt x="0" y="95395"/>
                    <a:pt x="0" y="72028"/>
                  </a:cubicBezTo>
                  <a:cubicBezTo>
                    <a:pt x="0" y="48601"/>
                    <a:pt x="4089" y="30775"/>
                    <a:pt x="12268" y="18509"/>
                  </a:cubicBezTo>
                  <a:cubicBezTo>
                    <a:pt x="20508" y="6163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5" name="Freeform 204">
              <a:extLst>
                <a:ext uri="{FF2B5EF4-FFF2-40B4-BE49-F238E27FC236}">
                  <a16:creationId xmlns:a16="http://schemas.microsoft.com/office/drawing/2014/main" id="{F949EFF1-239B-FD20-FF26-061041F37B49}"/>
                </a:ext>
              </a:extLst>
            </p:cNvPr>
            <p:cNvSpPr/>
            <p:nvPr/>
          </p:nvSpPr>
          <p:spPr>
            <a:xfrm>
              <a:off x="1838311" y="3757074"/>
              <a:ext cx="95910" cy="143957"/>
            </a:xfrm>
            <a:custGeom>
              <a:avLst/>
              <a:gdLst>
                <a:gd name="connsiteX0" fmla="*/ 47956 w 95910"/>
                <a:gd name="connsiteY0" fmla="*/ 14871 h 143957"/>
                <a:gd name="connsiteX1" fmla="*/ 26115 w 95910"/>
                <a:gd name="connsiteY1" fmla="*/ 29183 h 143957"/>
                <a:gd name="connsiteX2" fmla="*/ 18866 w 95910"/>
                <a:gd name="connsiteY2" fmla="*/ 72030 h 143957"/>
                <a:gd name="connsiteX3" fmla="*/ 26115 w 95910"/>
                <a:gd name="connsiteY3" fmla="*/ 114870 h 143957"/>
                <a:gd name="connsiteX4" fmla="*/ 47956 w 95910"/>
                <a:gd name="connsiteY4" fmla="*/ 129082 h 143957"/>
                <a:gd name="connsiteX5" fmla="*/ 69796 w 95910"/>
                <a:gd name="connsiteY5" fmla="*/ 114870 h 143957"/>
                <a:gd name="connsiteX6" fmla="*/ 77139 w 95910"/>
                <a:gd name="connsiteY6" fmla="*/ 72030 h 143957"/>
                <a:gd name="connsiteX7" fmla="*/ 69796 w 95910"/>
                <a:gd name="connsiteY7" fmla="*/ 29183 h 143957"/>
                <a:gd name="connsiteX8" fmla="*/ 47956 w 95910"/>
                <a:gd name="connsiteY8" fmla="*/ 14871 h 143957"/>
                <a:gd name="connsiteX9" fmla="*/ 47956 w 95910"/>
                <a:gd name="connsiteY9" fmla="*/ 0 h 143957"/>
                <a:gd name="connsiteX10" fmla="*/ 83551 w 95910"/>
                <a:gd name="connsiteY10" fmla="*/ 18495 h 143957"/>
                <a:gd name="connsiteX11" fmla="*/ 95911 w 95910"/>
                <a:gd name="connsiteY11" fmla="*/ 72030 h 143957"/>
                <a:gd name="connsiteX12" fmla="*/ 83551 w 95910"/>
                <a:gd name="connsiteY12" fmla="*/ 125569 h 143957"/>
                <a:gd name="connsiteX13" fmla="*/ 47956 w 95910"/>
                <a:gd name="connsiteY13" fmla="*/ 143958 h 143957"/>
                <a:gd name="connsiteX14" fmla="*/ 12268 w 95910"/>
                <a:gd name="connsiteY14" fmla="*/ 125569 h 143957"/>
                <a:gd name="connsiteX15" fmla="*/ 0 w 95910"/>
                <a:gd name="connsiteY15" fmla="*/ 72030 h 143957"/>
                <a:gd name="connsiteX16" fmla="*/ 12268 w 95910"/>
                <a:gd name="connsiteY16" fmla="*/ 18495 h 143957"/>
                <a:gd name="connsiteX17" fmla="*/ 47956 w 95910"/>
                <a:gd name="connsiteY17" fmla="*/ 0 h 143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0" h="143957">
                  <a:moveTo>
                    <a:pt x="47956" y="14871"/>
                  </a:moveTo>
                  <a:cubicBezTo>
                    <a:pt x="38290" y="14871"/>
                    <a:pt x="31009" y="19641"/>
                    <a:pt x="26115" y="29183"/>
                  </a:cubicBezTo>
                  <a:cubicBezTo>
                    <a:pt x="21283" y="38664"/>
                    <a:pt x="18866" y="52939"/>
                    <a:pt x="18866" y="72030"/>
                  </a:cubicBezTo>
                  <a:cubicBezTo>
                    <a:pt x="18866" y="91041"/>
                    <a:pt x="21283" y="105334"/>
                    <a:pt x="26115" y="114870"/>
                  </a:cubicBezTo>
                  <a:cubicBezTo>
                    <a:pt x="31009" y="124345"/>
                    <a:pt x="38290" y="129082"/>
                    <a:pt x="47956" y="129082"/>
                  </a:cubicBezTo>
                  <a:cubicBezTo>
                    <a:pt x="57683" y="129082"/>
                    <a:pt x="64964" y="124345"/>
                    <a:pt x="69796" y="114870"/>
                  </a:cubicBezTo>
                  <a:cubicBezTo>
                    <a:pt x="74692" y="105334"/>
                    <a:pt x="77139" y="91041"/>
                    <a:pt x="77139" y="72030"/>
                  </a:cubicBezTo>
                  <a:cubicBezTo>
                    <a:pt x="77139" y="52939"/>
                    <a:pt x="74692" y="38664"/>
                    <a:pt x="69796" y="29183"/>
                  </a:cubicBezTo>
                  <a:cubicBezTo>
                    <a:pt x="64964" y="19641"/>
                    <a:pt x="57683" y="14871"/>
                    <a:pt x="47956" y="14871"/>
                  </a:cubicBezTo>
                  <a:moveTo>
                    <a:pt x="47956" y="0"/>
                  </a:moveTo>
                  <a:cubicBezTo>
                    <a:pt x="63508" y="0"/>
                    <a:pt x="75372" y="6165"/>
                    <a:pt x="83551" y="18495"/>
                  </a:cubicBezTo>
                  <a:cubicBezTo>
                    <a:pt x="91792" y="30763"/>
                    <a:pt x="95911" y="48603"/>
                    <a:pt x="95911" y="72030"/>
                  </a:cubicBezTo>
                  <a:cubicBezTo>
                    <a:pt x="95911" y="95377"/>
                    <a:pt x="91792" y="113223"/>
                    <a:pt x="83551" y="125569"/>
                  </a:cubicBezTo>
                  <a:cubicBezTo>
                    <a:pt x="75372" y="137835"/>
                    <a:pt x="63508" y="143958"/>
                    <a:pt x="47956" y="143958"/>
                  </a:cubicBezTo>
                  <a:cubicBezTo>
                    <a:pt x="32405" y="143958"/>
                    <a:pt x="20508" y="137835"/>
                    <a:pt x="12268" y="125569"/>
                  </a:cubicBezTo>
                  <a:cubicBezTo>
                    <a:pt x="4089" y="113223"/>
                    <a:pt x="0" y="95377"/>
                    <a:pt x="0" y="72030"/>
                  </a:cubicBezTo>
                  <a:cubicBezTo>
                    <a:pt x="0" y="48603"/>
                    <a:pt x="4089" y="30763"/>
                    <a:pt x="12268" y="18495"/>
                  </a:cubicBezTo>
                  <a:cubicBezTo>
                    <a:pt x="20508" y="6165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6" name="Freeform 205">
              <a:extLst>
                <a:ext uri="{FF2B5EF4-FFF2-40B4-BE49-F238E27FC236}">
                  <a16:creationId xmlns:a16="http://schemas.microsoft.com/office/drawing/2014/main" id="{D4D830B0-41C3-0CDF-76CF-236C1184111E}"/>
                </a:ext>
              </a:extLst>
            </p:cNvPr>
            <p:cNvSpPr/>
            <p:nvPr/>
          </p:nvSpPr>
          <p:spPr>
            <a:xfrm>
              <a:off x="1967216" y="3874733"/>
              <a:ext cx="19608" cy="23607"/>
            </a:xfrm>
            <a:custGeom>
              <a:avLst/>
              <a:gdLst>
                <a:gd name="connsiteX0" fmla="*/ 0 w 19608"/>
                <a:gd name="connsiteY0" fmla="*/ 0 h 23607"/>
                <a:gd name="connsiteX1" fmla="*/ 19609 w 19608"/>
                <a:gd name="connsiteY1" fmla="*/ 0 h 23607"/>
                <a:gd name="connsiteX2" fmla="*/ 19609 w 19608"/>
                <a:gd name="connsiteY2" fmla="*/ 23608 h 23607"/>
                <a:gd name="connsiteX3" fmla="*/ 0 w 19608"/>
                <a:gd name="connsiteY3" fmla="*/ 23608 h 23607"/>
                <a:gd name="connsiteX4" fmla="*/ 0 w 19608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7">
                  <a:moveTo>
                    <a:pt x="0" y="0"/>
                  </a:moveTo>
                  <a:lnTo>
                    <a:pt x="19609" y="0"/>
                  </a:lnTo>
                  <a:lnTo>
                    <a:pt x="19609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7" name="Freeform 206">
              <a:extLst>
                <a:ext uri="{FF2B5EF4-FFF2-40B4-BE49-F238E27FC236}">
                  <a16:creationId xmlns:a16="http://schemas.microsoft.com/office/drawing/2014/main" id="{F9347D8A-803A-3D6D-3371-E53146EF980E}"/>
                </a:ext>
              </a:extLst>
            </p:cNvPr>
            <p:cNvSpPr/>
            <p:nvPr/>
          </p:nvSpPr>
          <p:spPr>
            <a:xfrm>
              <a:off x="2021306" y="3757074"/>
              <a:ext cx="88103" cy="141267"/>
            </a:xfrm>
            <a:custGeom>
              <a:avLst/>
              <a:gdLst>
                <a:gd name="connsiteX0" fmla="*/ 22584 w 88103"/>
                <a:gd name="connsiteY0" fmla="*/ 125469 h 141267"/>
                <a:gd name="connsiteX1" fmla="*/ 88104 w 88103"/>
                <a:gd name="connsiteY1" fmla="*/ 125469 h 141267"/>
                <a:gd name="connsiteX2" fmla="*/ 88104 w 88103"/>
                <a:gd name="connsiteY2" fmla="*/ 141268 h 141267"/>
                <a:gd name="connsiteX3" fmla="*/ 0 w 88103"/>
                <a:gd name="connsiteY3" fmla="*/ 141268 h 141267"/>
                <a:gd name="connsiteX4" fmla="*/ 0 w 88103"/>
                <a:gd name="connsiteY4" fmla="*/ 125469 h 141267"/>
                <a:gd name="connsiteX5" fmla="*/ 29088 w 88103"/>
                <a:gd name="connsiteY5" fmla="*/ 95819 h 141267"/>
                <a:gd name="connsiteX6" fmla="*/ 52323 w 88103"/>
                <a:gd name="connsiteY6" fmla="*/ 71749 h 141267"/>
                <a:gd name="connsiteX7" fmla="*/ 64869 w 88103"/>
                <a:gd name="connsiteY7" fmla="*/ 54645 h 141267"/>
                <a:gd name="connsiteX8" fmla="*/ 68495 w 88103"/>
                <a:gd name="connsiteY8" fmla="*/ 40800 h 141267"/>
                <a:gd name="connsiteX9" fmla="*/ 60688 w 88103"/>
                <a:gd name="connsiteY9" fmla="*/ 22771 h 141267"/>
                <a:gd name="connsiteX10" fmla="*/ 40521 w 88103"/>
                <a:gd name="connsiteY10" fmla="*/ 15801 h 141267"/>
                <a:gd name="connsiteX11" fmla="*/ 21839 w 88103"/>
                <a:gd name="connsiteY11" fmla="*/ 18866 h 141267"/>
                <a:gd name="connsiteX12" fmla="*/ 929 w 88103"/>
                <a:gd name="connsiteY12" fmla="*/ 28161 h 141267"/>
                <a:gd name="connsiteX13" fmla="*/ 929 w 88103"/>
                <a:gd name="connsiteY13" fmla="*/ 9202 h 141267"/>
                <a:gd name="connsiteX14" fmla="*/ 22118 w 88103"/>
                <a:gd name="connsiteY14" fmla="*/ 2325 h 141267"/>
                <a:gd name="connsiteX15" fmla="*/ 40149 w 88103"/>
                <a:gd name="connsiteY15" fmla="*/ 0 h 141267"/>
                <a:gd name="connsiteX16" fmla="*/ 74535 w 88103"/>
                <a:gd name="connsiteY16" fmla="*/ 10782 h 141267"/>
                <a:gd name="connsiteX17" fmla="*/ 87361 w 88103"/>
                <a:gd name="connsiteY17" fmla="*/ 39591 h 141267"/>
                <a:gd name="connsiteX18" fmla="*/ 84109 w 88103"/>
                <a:gd name="connsiteY18" fmla="*/ 55850 h 141267"/>
                <a:gd name="connsiteX19" fmla="*/ 72492 w 88103"/>
                <a:gd name="connsiteY19" fmla="*/ 73877 h 141267"/>
                <a:gd name="connsiteX20" fmla="*/ 57715 w 88103"/>
                <a:gd name="connsiteY20" fmla="*/ 89495 h 141267"/>
                <a:gd name="connsiteX21" fmla="*/ 22584 w 88103"/>
                <a:gd name="connsiteY21" fmla="*/ 125469 h 14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8103" h="141267">
                  <a:moveTo>
                    <a:pt x="22584" y="125469"/>
                  </a:moveTo>
                  <a:lnTo>
                    <a:pt x="88104" y="125469"/>
                  </a:lnTo>
                  <a:lnTo>
                    <a:pt x="88104" y="141268"/>
                  </a:lnTo>
                  <a:lnTo>
                    <a:pt x="0" y="141268"/>
                  </a:lnTo>
                  <a:lnTo>
                    <a:pt x="0" y="125469"/>
                  </a:lnTo>
                  <a:cubicBezTo>
                    <a:pt x="7125" y="118102"/>
                    <a:pt x="16821" y="108205"/>
                    <a:pt x="29088" y="95819"/>
                  </a:cubicBezTo>
                  <a:cubicBezTo>
                    <a:pt x="41418" y="83372"/>
                    <a:pt x="49163" y="75342"/>
                    <a:pt x="52323" y="71749"/>
                  </a:cubicBezTo>
                  <a:cubicBezTo>
                    <a:pt x="58333" y="64984"/>
                    <a:pt x="62515" y="59283"/>
                    <a:pt x="64869" y="54645"/>
                  </a:cubicBezTo>
                  <a:cubicBezTo>
                    <a:pt x="67286" y="49948"/>
                    <a:pt x="68495" y="45323"/>
                    <a:pt x="68495" y="40800"/>
                  </a:cubicBezTo>
                  <a:cubicBezTo>
                    <a:pt x="68495" y="33426"/>
                    <a:pt x="65893" y="27418"/>
                    <a:pt x="60688" y="22771"/>
                  </a:cubicBezTo>
                  <a:cubicBezTo>
                    <a:pt x="55547" y="18123"/>
                    <a:pt x="48824" y="15801"/>
                    <a:pt x="40521" y="15801"/>
                  </a:cubicBezTo>
                  <a:cubicBezTo>
                    <a:pt x="34635" y="15801"/>
                    <a:pt x="28408" y="16823"/>
                    <a:pt x="21839" y="18866"/>
                  </a:cubicBezTo>
                  <a:cubicBezTo>
                    <a:pt x="15333" y="20912"/>
                    <a:pt x="8363" y="24009"/>
                    <a:pt x="929" y="28161"/>
                  </a:cubicBezTo>
                  <a:lnTo>
                    <a:pt x="929" y="9202"/>
                  </a:lnTo>
                  <a:cubicBezTo>
                    <a:pt x="8488" y="6165"/>
                    <a:pt x="15552" y="3872"/>
                    <a:pt x="22118" y="2325"/>
                  </a:cubicBezTo>
                  <a:cubicBezTo>
                    <a:pt x="28687" y="775"/>
                    <a:pt x="34697" y="0"/>
                    <a:pt x="40149" y="0"/>
                  </a:cubicBezTo>
                  <a:cubicBezTo>
                    <a:pt x="54523" y="0"/>
                    <a:pt x="65986" y="3593"/>
                    <a:pt x="74535" y="10782"/>
                  </a:cubicBezTo>
                  <a:cubicBezTo>
                    <a:pt x="83085" y="17969"/>
                    <a:pt x="87361" y="27573"/>
                    <a:pt x="87361" y="39591"/>
                  </a:cubicBezTo>
                  <a:cubicBezTo>
                    <a:pt x="87361" y="45291"/>
                    <a:pt x="86277" y="50711"/>
                    <a:pt x="84109" y="55850"/>
                  </a:cubicBezTo>
                  <a:cubicBezTo>
                    <a:pt x="82003" y="60929"/>
                    <a:pt x="78131" y="66951"/>
                    <a:pt x="72492" y="73877"/>
                  </a:cubicBezTo>
                  <a:cubicBezTo>
                    <a:pt x="70942" y="75684"/>
                    <a:pt x="66016" y="80883"/>
                    <a:pt x="57715" y="89495"/>
                  </a:cubicBezTo>
                  <a:cubicBezTo>
                    <a:pt x="49412" y="98047"/>
                    <a:pt x="37702" y="110032"/>
                    <a:pt x="22584" y="125469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8" name="Freeform 207">
              <a:extLst>
                <a:ext uri="{FF2B5EF4-FFF2-40B4-BE49-F238E27FC236}">
                  <a16:creationId xmlns:a16="http://schemas.microsoft.com/office/drawing/2014/main" id="{209D5C24-E0A4-231E-B549-2E61F7FAA3DE}"/>
                </a:ext>
              </a:extLst>
            </p:cNvPr>
            <p:cNvSpPr/>
            <p:nvPr/>
          </p:nvSpPr>
          <p:spPr>
            <a:xfrm>
              <a:off x="2143147" y="3759583"/>
              <a:ext cx="89778" cy="141448"/>
            </a:xfrm>
            <a:custGeom>
              <a:avLst/>
              <a:gdLst>
                <a:gd name="connsiteX0" fmla="*/ 5856 w 89778"/>
                <a:gd name="connsiteY0" fmla="*/ 0 h 141448"/>
                <a:gd name="connsiteX1" fmla="*/ 79554 w 89778"/>
                <a:gd name="connsiteY1" fmla="*/ 0 h 141448"/>
                <a:gd name="connsiteX2" fmla="*/ 79554 w 89778"/>
                <a:gd name="connsiteY2" fmla="*/ 15801 h 141448"/>
                <a:gd name="connsiteX3" fmla="*/ 23048 w 89778"/>
                <a:gd name="connsiteY3" fmla="*/ 15801 h 141448"/>
                <a:gd name="connsiteX4" fmla="*/ 23048 w 89778"/>
                <a:gd name="connsiteY4" fmla="*/ 49807 h 141448"/>
                <a:gd name="connsiteX5" fmla="*/ 31226 w 89778"/>
                <a:gd name="connsiteY5" fmla="*/ 47780 h 141448"/>
                <a:gd name="connsiteX6" fmla="*/ 39405 w 89778"/>
                <a:gd name="connsiteY6" fmla="*/ 47037 h 141448"/>
                <a:gd name="connsiteX7" fmla="*/ 76210 w 89778"/>
                <a:gd name="connsiteY7" fmla="*/ 59764 h 141448"/>
                <a:gd name="connsiteX8" fmla="*/ 89778 w 89778"/>
                <a:gd name="connsiteY8" fmla="*/ 94233 h 141448"/>
                <a:gd name="connsiteX9" fmla="*/ 75838 w 89778"/>
                <a:gd name="connsiteY9" fmla="*/ 129082 h 141448"/>
                <a:gd name="connsiteX10" fmla="*/ 36524 w 89778"/>
                <a:gd name="connsiteY10" fmla="*/ 141448 h 141448"/>
                <a:gd name="connsiteX11" fmla="*/ 18679 w 89778"/>
                <a:gd name="connsiteY11" fmla="*/ 139963 h 141448"/>
                <a:gd name="connsiteX12" fmla="*/ 0 w 89778"/>
                <a:gd name="connsiteY12" fmla="*/ 135506 h 141448"/>
                <a:gd name="connsiteX13" fmla="*/ 0 w 89778"/>
                <a:gd name="connsiteY13" fmla="*/ 116636 h 141448"/>
                <a:gd name="connsiteX14" fmla="*/ 17286 w 89778"/>
                <a:gd name="connsiteY14" fmla="*/ 123421 h 141448"/>
                <a:gd name="connsiteX15" fmla="*/ 36153 w 89778"/>
                <a:gd name="connsiteY15" fmla="*/ 125650 h 141448"/>
                <a:gd name="connsiteX16" fmla="*/ 61617 w 89778"/>
                <a:gd name="connsiteY16" fmla="*/ 117198 h 141448"/>
                <a:gd name="connsiteX17" fmla="*/ 71004 w 89778"/>
                <a:gd name="connsiteY17" fmla="*/ 94233 h 141448"/>
                <a:gd name="connsiteX18" fmla="*/ 61617 w 89778"/>
                <a:gd name="connsiteY18" fmla="*/ 71287 h 141448"/>
                <a:gd name="connsiteX19" fmla="*/ 36153 w 89778"/>
                <a:gd name="connsiteY19" fmla="*/ 62836 h 141448"/>
                <a:gd name="connsiteX20" fmla="*/ 21097 w 89778"/>
                <a:gd name="connsiteY20" fmla="*/ 64502 h 141448"/>
                <a:gd name="connsiteX21" fmla="*/ 5856 w 89778"/>
                <a:gd name="connsiteY21" fmla="*/ 69701 h 141448"/>
                <a:gd name="connsiteX22" fmla="*/ 5856 w 89778"/>
                <a:gd name="connsiteY22" fmla="*/ 0 h 141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778" h="141448">
                  <a:moveTo>
                    <a:pt x="5856" y="0"/>
                  </a:moveTo>
                  <a:lnTo>
                    <a:pt x="79554" y="0"/>
                  </a:lnTo>
                  <a:lnTo>
                    <a:pt x="79554" y="15801"/>
                  </a:lnTo>
                  <a:lnTo>
                    <a:pt x="23048" y="15801"/>
                  </a:lnTo>
                  <a:lnTo>
                    <a:pt x="23048" y="49807"/>
                  </a:lnTo>
                  <a:cubicBezTo>
                    <a:pt x="25774" y="48884"/>
                    <a:pt x="28500" y="48201"/>
                    <a:pt x="31226" y="47780"/>
                  </a:cubicBezTo>
                  <a:cubicBezTo>
                    <a:pt x="33952" y="47278"/>
                    <a:pt x="36678" y="47037"/>
                    <a:pt x="39405" y="47037"/>
                  </a:cubicBezTo>
                  <a:cubicBezTo>
                    <a:pt x="54894" y="47037"/>
                    <a:pt x="67162" y="51273"/>
                    <a:pt x="76210" y="59764"/>
                  </a:cubicBezTo>
                  <a:cubicBezTo>
                    <a:pt x="85255" y="68256"/>
                    <a:pt x="89778" y="79739"/>
                    <a:pt x="89778" y="94233"/>
                  </a:cubicBezTo>
                  <a:cubicBezTo>
                    <a:pt x="89778" y="109168"/>
                    <a:pt x="85131" y="120792"/>
                    <a:pt x="75838" y="129082"/>
                  </a:cubicBezTo>
                  <a:cubicBezTo>
                    <a:pt x="66544" y="137333"/>
                    <a:pt x="53439" y="141448"/>
                    <a:pt x="36524" y="141448"/>
                  </a:cubicBezTo>
                  <a:cubicBezTo>
                    <a:pt x="30700" y="141448"/>
                    <a:pt x="24752" y="140947"/>
                    <a:pt x="18679" y="139963"/>
                  </a:cubicBezTo>
                  <a:cubicBezTo>
                    <a:pt x="12671" y="138979"/>
                    <a:pt x="6444" y="137494"/>
                    <a:pt x="0" y="135506"/>
                  </a:cubicBezTo>
                  <a:lnTo>
                    <a:pt x="0" y="116636"/>
                  </a:lnTo>
                  <a:cubicBezTo>
                    <a:pt x="5577" y="119667"/>
                    <a:pt x="11338" y="121936"/>
                    <a:pt x="17286" y="123421"/>
                  </a:cubicBezTo>
                  <a:cubicBezTo>
                    <a:pt x="23234" y="124907"/>
                    <a:pt x="29522" y="125650"/>
                    <a:pt x="36153" y="125650"/>
                  </a:cubicBezTo>
                  <a:cubicBezTo>
                    <a:pt x="46870" y="125650"/>
                    <a:pt x="55360" y="122839"/>
                    <a:pt x="61617" y="117198"/>
                  </a:cubicBezTo>
                  <a:cubicBezTo>
                    <a:pt x="67875" y="111557"/>
                    <a:pt x="71004" y="103909"/>
                    <a:pt x="71004" y="94233"/>
                  </a:cubicBezTo>
                  <a:cubicBezTo>
                    <a:pt x="71004" y="84577"/>
                    <a:pt x="67875" y="76928"/>
                    <a:pt x="61617" y="71287"/>
                  </a:cubicBezTo>
                  <a:cubicBezTo>
                    <a:pt x="55360" y="65646"/>
                    <a:pt x="46870" y="62836"/>
                    <a:pt x="36153" y="62836"/>
                  </a:cubicBezTo>
                  <a:cubicBezTo>
                    <a:pt x="31134" y="62836"/>
                    <a:pt x="26115" y="63398"/>
                    <a:pt x="21097" y="64502"/>
                  </a:cubicBezTo>
                  <a:cubicBezTo>
                    <a:pt x="16140" y="65606"/>
                    <a:pt x="11059" y="67353"/>
                    <a:pt x="5856" y="69701"/>
                  </a:cubicBezTo>
                  <a:lnTo>
                    <a:pt x="5856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93E645A3-51DD-9343-B9E6-D97CCC2F66DA}"/>
                </a:ext>
              </a:extLst>
            </p:cNvPr>
            <p:cNvSpPr/>
            <p:nvPr/>
          </p:nvSpPr>
          <p:spPr>
            <a:xfrm>
              <a:off x="1834314" y="3136258"/>
              <a:ext cx="95912" cy="143961"/>
            </a:xfrm>
            <a:custGeom>
              <a:avLst/>
              <a:gdLst>
                <a:gd name="connsiteX0" fmla="*/ 47956 w 95912"/>
                <a:gd name="connsiteY0" fmla="*/ 14871 h 143961"/>
                <a:gd name="connsiteX1" fmla="*/ 26115 w 95912"/>
                <a:gd name="connsiteY1" fmla="*/ 29183 h 143961"/>
                <a:gd name="connsiteX2" fmla="*/ 18866 w 95912"/>
                <a:gd name="connsiteY2" fmla="*/ 72028 h 143961"/>
                <a:gd name="connsiteX3" fmla="*/ 26115 w 95912"/>
                <a:gd name="connsiteY3" fmla="*/ 114871 h 143961"/>
                <a:gd name="connsiteX4" fmla="*/ 47956 w 95912"/>
                <a:gd name="connsiteY4" fmla="*/ 129092 h 143961"/>
                <a:gd name="connsiteX5" fmla="*/ 69796 w 95912"/>
                <a:gd name="connsiteY5" fmla="*/ 114871 h 143961"/>
                <a:gd name="connsiteX6" fmla="*/ 77139 w 95912"/>
                <a:gd name="connsiteY6" fmla="*/ 72028 h 143961"/>
                <a:gd name="connsiteX7" fmla="*/ 69796 w 95912"/>
                <a:gd name="connsiteY7" fmla="*/ 29183 h 143961"/>
                <a:gd name="connsiteX8" fmla="*/ 47956 w 95912"/>
                <a:gd name="connsiteY8" fmla="*/ 14871 h 143961"/>
                <a:gd name="connsiteX9" fmla="*/ 47956 w 95912"/>
                <a:gd name="connsiteY9" fmla="*/ 0 h 143961"/>
                <a:gd name="connsiteX10" fmla="*/ 83551 w 95912"/>
                <a:gd name="connsiteY10" fmla="*/ 18495 h 143961"/>
                <a:gd name="connsiteX11" fmla="*/ 95913 w 95912"/>
                <a:gd name="connsiteY11" fmla="*/ 72028 h 143961"/>
                <a:gd name="connsiteX12" fmla="*/ 83551 w 95912"/>
                <a:gd name="connsiteY12" fmla="*/ 125559 h 143961"/>
                <a:gd name="connsiteX13" fmla="*/ 47956 w 95912"/>
                <a:gd name="connsiteY13" fmla="*/ 143962 h 143961"/>
                <a:gd name="connsiteX14" fmla="*/ 12268 w 95912"/>
                <a:gd name="connsiteY14" fmla="*/ 125559 h 143961"/>
                <a:gd name="connsiteX15" fmla="*/ 0 w 95912"/>
                <a:gd name="connsiteY15" fmla="*/ 72028 h 143961"/>
                <a:gd name="connsiteX16" fmla="*/ 12268 w 95912"/>
                <a:gd name="connsiteY16" fmla="*/ 18495 h 143961"/>
                <a:gd name="connsiteX17" fmla="*/ 47956 w 95912"/>
                <a:gd name="connsiteY17" fmla="*/ 0 h 14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61">
                  <a:moveTo>
                    <a:pt x="47956" y="14871"/>
                  </a:moveTo>
                  <a:cubicBezTo>
                    <a:pt x="38290" y="14871"/>
                    <a:pt x="31011" y="19641"/>
                    <a:pt x="26115" y="29183"/>
                  </a:cubicBezTo>
                  <a:cubicBezTo>
                    <a:pt x="21283" y="38664"/>
                    <a:pt x="18866" y="52945"/>
                    <a:pt x="18866" y="72028"/>
                  </a:cubicBezTo>
                  <a:cubicBezTo>
                    <a:pt x="18866" y="91049"/>
                    <a:pt x="21283" y="105330"/>
                    <a:pt x="26115" y="114871"/>
                  </a:cubicBezTo>
                  <a:cubicBezTo>
                    <a:pt x="31011" y="124353"/>
                    <a:pt x="38290" y="129092"/>
                    <a:pt x="47956" y="129092"/>
                  </a:cubicBezTo>
                  <a:cubicBezTo>
                    <a:pt x="57683" y="129092"/>
                    <a:pt x="64964" y="124353"/>
                    <a:pt x="69796" y="114871"/>
                  </a:cubicBezTo>
                  <a:cubicBezTo>
                    <a:pt x="74692" y="105330"/>
                    <a:pt x="77139" y="91049"/>
                    <a:pt x="77139" y="72028"/>
                  </a:cubicBezTo>
                  <a:cubicBezTo>
                    <a:pt x="77139" y="52945"/>
                    <a:pt x="74692" y="38664"/>
                    <a:pt x="69796" y="29183"/>
                  </a:cubicBezTo>
                  <a:cubicBezTo>
                    <a:pt x="64964" y="19641"/>
                    <a:pt x="57683" y="14871"/>
                    <a:pt x="47956" y="14871"/>
                  </a:cubicBezTo>
                  <a:moveTo>
                    <a:pt x="47956" y="0"/>
                  </a:moveTo>
                  <a:cubicBezTo>
                    <a:pt x="63508" y="0"/>
                    <a:pt x="75372" y="6165"/>
                    <a:pt x="83551" y="18495"/>
                  </a:cubicBezTo>
                  <a:cubicBezTo>
                    <a:pt x="91792" y="30763"/>
                    <a:pt x="95913" y="48607"/>
                    <a:pt x="95913" y="72028"/>
                  </a:cubicBezTo>
                  <a:cubicBezTo>
                    <a:pt x="95913" y="95387"/>
                    <a:pt x="91792" y="113231"/>
                    <a:pt x="83551" y="125559"/>
                  </a:cubicBezTo>
                  <a:cubicBezTo>
                    <a:pt x="75372" y="137827"/>
                    <a:pt x="63508" y="143962"/>
                    <a:pt x="47956" y="143962"/>
                  </a:cubicBezTo>
                  <a:cubicBezTo>
                    <a:pt x="32405" y="143962"/>
                    <a:pt x="20508" y="137827"/>
                    <a:pt x="12268" y="125559"/>
                  </a:cubicBezTo>
                  <a:cubicBezTo>
                    <a:pt x="4089" y="113231"/>
                    <a:pt x="0" y="95387"/>
                    <a:pt x="0" y="72028"/>
                  </a:cubicBezTo>
                  <a:cubicBezTo>
                    <a:pt x="0" y="48607"/>
                    <a:pt x="4089" y="30763"/>
                    <a:pt x="12268" y="18495"/>
                  </a:cubicBezTo>
                  <a:cubicBezTo>
                    <a:pt x="20508" y="6165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3ACCF416-C5C0-11BC-D8A5-7761D3BBA553}"/>
                </a:ext>
              </a:extLst>
            </p:cNvPr>
            <p:cNvSpPr/>
            <p:nvPr/>
          </p:nvSpPr>
          <p:spPr>
            <a:xfrm>
              <a:off x="1963220" y="3253918"/>
              <a:ext cx="19608" cy="23605"/>
            </a:xfrm>
            <a:custGeom>
              <a:avLst/>
              <a:gdLst>
                <a:gd name="connsiteX0" fmla="*/ 0 w 19608"/>
                <a:gd name="connsiteY0" fmla="*/ 0 h 23605"/>
                <a:gd name="connsiteX1" fmla="*/ 19609 w 19608"/>
                <a:gd name="connsiteY1" fmla="*/ 0 h 23605"/>
                <a:gd name="connsiteX2" fmla="*/ 19609 w 19608"/>
                <a:gd name="connsiteY2" fmla="*/ 23606 h 23605"/>
                <a:gd name="connsiteX3" fmla="*/ 0 w 19608"/>
                <a:gd name="connsiteY3" fmla="*/ 23606 h 23605"/>
                <a:gd name="connsiteX4" fmla="*/ 0 w 19608"/>
                <a:gd name="connsiteY4" fmla="*/ 0 h 2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5">
                  <a:moveTo>
                    <a:pt x="0" y="0"/>
                  </a:moveTo>
                  <a:lnTo>
                    <a:pt x="19609" y="0"/>
                  </a:lnTo>
                  <a:lnTo>
                    <a:pt x="19609" y="23606"/>
                  </a:lnTo>
                  <a:lnTo>
                    <a:pt x="0" y="236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1" name="Freeform 210">
              <a:extLst>
                <a:ext uri="{FF2B5EF4-FFF2-40B4-BE49-F238E27FC236}">
                  <a16:creationId xmlns:a16="http://schemas.microsoft.com/office/drawing/2014/main" id="{E87FAFCB-85C9-7B84-8799-E5B1E1E94158}"/>
                </a:ext>
              </a:extLst>
            </p:cNvPr>
            <p:cNvSpPr/>
            <p:nvPr/>
          </p:nvSpPr>
          <p:spPr>
            <a:xfrm>
              <a:off x="2018052" y="3138767"/>
              <a:ext cx="89778" cy="141452"/>
            </a:xfrm>
            <a:custGeom>
              <a:avLst/>
              <a:gdLst>
                <a:gd name="connsiteX0" fmla="*/ 5856 w 89778"/>
                <a:gd name="connsiteY0" fmla="*/ 0 h 141452"/>
                <a:gd name="connsiteX1" fmla="*/ 79556 w 89778"/>
                <a:gd name="connsiteY1" fmla="*/ 0 h 141452"/>
                <a:gd name="connsiteX2" fmla="*/ 79556 w 89778"/>
                <a:gd name="connsiteY2" fmla="*/ 15801 h 141452"/>
                <a:gd name="connsiteX3" fmla="*/ 23050 w 89778"/>
                <a:gd name="connsiteY3" fmla="*/ 15801 h 141452"/>
                <a:gd name="connsiteX4" fmla="*/ 23050 w 89778"/>
                <a:gd name="connsiteY4" fmla="*/ 49815 h 141452"/>
                <a:gd name="connsiteX5" fmla="*/ 31228 w 89778"/>
                <a:gd name="connsiteY5" fmla="*/ 47772 h 141452"/>
                <a:gd name="connsiteX6" fmla="*/ 39407 w 89778"/>
                <a:gd name="connsiteY6" fmla="*/ 47027 h 141452"/>
                <a:gd name="connsiteX7" fmla="*/ 76210 w 89778"/>
                <a:gd name="connsiteY7" fmla="*/ 59760 h 141452"/>
                <a:gd name="connsiteX8" fmla="*/ 89778 w 89778"/>
                <a:gd name="connsiteY8" fmla="*/ 94241 h 141452"/>
                <a:gd name="connsiteX9" fmla="*/ 75838 w 89778"/>
                <a:gd name="connsiteY9" fmla="*/ 129092 h 141452"/>
                <a:gd name="connsiteX10" fmla="*/ 36526 w 89778"/>
                <a:gd name="connsiteY10" fmla="*/ 141452 h 141452"/>
                <a:gd name="connsiteX11" fmla="*/ 18682 w 89778"/>
                <a:gd name="connsiteY11" fmla="*/ 139965 h 141452"/>
                <a:gd name="connsiteX12" fmla="*/ 0 w 89778"/>
                <a:gd name="connsiteY12" fmla="*/ 135504 h 141452"/>
                <a:gd name="connsiteX13" fmla="*/ 0 w 89778"/>
                <a:gd name="connsiteY13" fmla="*/ 116638 h 141452"/>
                <a:gd name="connsiteX14" fmla="*/ 17288 w 89778"/>
                <a:gd name="connsiteY14" fmla="*/ 123423 h 141452"/>
                <a:gd name="connsiteX15" fmla="*/ 36155 w 89778"/>
                <a:gd name="connsiteY15" fmla="*/ 125654 h 141452"/>
                <a:gd name="connsiteX16" fmla="*/ 61619 w 89778"/>
                <a:gd name="connsiteY16" fmla="*/ 117196 h 141452"/>
                <a:gd name="connsiteX17" fmla="*/ 71006 w 89778"/>
                <a:gd name="connsiteY17" fmla="*/ 94241 h 141452"/>
                <a:gd name="connsiteX18" fmla="*/ 61619 w 89778"/>
                <a:gd name="connsiteY18" fmla="*/ 71285 h 141452"/>
                <a:gd name="connsiteX19" fmla="*/ 36155 w 89778"/>
                <a:gd name="connsiteY19" fmla="*/ 62828 h 141452"/>
                <a:gd name="connsiteX20" fmla="*/ 21099 w 89778"/>
                <a:gd name="connsiteY20" fmla="*/ 64500 h 141452"/>
                <a:gd name="connsiteX21" fmla="*/ 5856 w 89778"/>
                <a:gd name="connsiteY21" fmla="*/ 69703 h 141452"/>
                <a:gd name="connsiteX22" fmla="*/ 5856 w 89778"/>
                <a:gd name="connsiteY22" fmla="*/ 0 h 14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778" h="141452">
                  <a:moveTo>
                    <a:pt x="5856" y="0"/>
                  </a:moveTo>
                  <a:lnTo>
                    <a:pt x="79556" y="0"/>
                  </a:lnTo>
                  <a:lnTo>
                    <a:pt x="79556" y="15801"/>
                  </a:lnTo>
                  <a:lnTo>
                    <a:pt x="23050" y="15801"/>
                  </a:lnTo>
                  <a:lnTo>
                    <a:pt x="23050" y="49815"/>
                  </a:lnTo>
                  <a:cubicBezTo>
                    <a:pt x="25776" y="48886"/>
                    <a:pt x="28502" y="48205"/>
                    <a:pt x="31228" y="47772"/>
                  </a:cubicBezTo>
                  <a:cubicBezTo>
                    <a:pt x="33954" y="47276"/>
                    <a:pt x="36681" y="47027"/>
                    <a:pt x="39407" y="47027"/>
                  </a:cubicBezTo>
                  <a:cubicBezTo>
                    <a:pt x="54896" y="47027"/>
                    <a:pt x="67164" y="51271"/>
                    <a:pt x="76210" y="59760"/>
                  </a:cubicBezTo>
                  <a:cubicBezTo>
                    <a:pt x="85255" y="68248"/>
                    <a:pt x="89778" y="79741"/>
                    <a:pt x="89778" y="94241"/>
                  </a:cubicBezTo>
                  <a:cubicBezTo>
                    <a:pt x="89778" y="109172"/>
                    <a:pt x="85131" y="120789"/>
                    <a:pt x="75838" y="129092"/>
                  </a:cubicBezTo>
                  <a:cubicBezTo>
                    <a:pt x="66546" y="137333"/>
                    <a:pt x="53441" y="141452"/>
                    <a:pt x="36526" y="141452"/>
                  </a:cubicBezTo>
                  <a:cubicBezTo>
                    <a:pt x="30702" y="141452"/>
                    <a:pt x="24754" y="140957"/>
                    <a:pt x="18682" y="139965"/>
                  </a:cubicBezTo>
                  <a:cubicBezTo>
                    <a:pt x="12671" y="138975"/>
                    <a:pt x="6444" y="137488"/>
                    <a:pt x="0" y="135504"/>
                  </a:cubicBezTo>
                  <a:lnTo>
                    <a:pt x="0" y="116638"/>
                  </a:lnTo>
                  <a:cubicBezTo>
                    <a:pt x="5577" y="119673"/>
                    <a:pt x="11340" y="121936"/>
                    <a:pt x="17288" y="123423"/>
                  </a:cubicBezTo>
                  <a:cubicBezTo>
                    <a:pt x="23236" y="124911"/>
                    <a:pt x="29524" y="125654"/>
                    <a:pt x="36155" y="125654"/>
                  </a:cubicBezTo>
                  <a:cubicBezTo>
                    <a:pt x="46872" y="125654"/>
                    <a:pt x="55362" y="122835"/>
                    <a:pt x="61619" y="117196"/>
                  </a:cubicBezTo>
                  <a:cubicBezTo>
                    <a:pt x="67877" y="111557"/>
                    <a:pt x="71006" y="103907"/>
                    <a:pt x="71006" y="94241"/>
                  </a:cubicBezTo>
                  <a:cubicBezTo>
                    <a:pt x="71006" y="84575"/>
                    <a:pt x="67877" y="76922"/>
                    <a:pt x="61619" y="71285"/>
                  </a:cubicBezTo>
                  <a:cubicBezTo>
                    <a:pt x="55362" y="65646"/>
                    <a:pt x="46872" y="62828"/>
                    <a:pt x="36155" y="62828"/>
                  </a:cubicBezTo>
                  <a:cubicBezTo>
                    <a:pt x="31136" y="62828"/>
                    <a:pt x="26117" y="63386"/>
                    <a:pt x="21099" y="64500"/>
                  </a:cubicBezTo>
                  <a:cubicBezTo>
                    <a:pt x="16142" y="65614"/>
                    <a:pt x="11061" y="67349"/>
                    <a:pt x="5856" y="69703"/>
                  </a:cubicBezTo>
                  <a:lnTo>
                    <a:pt x="5856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2" name="Freeform 211">
              <a:extLst>
                <a:ext uri="{FF2B5EF4-FFF2-40B4-BE49-F238E27FC236}">
                  <a16:creationId xmlns:a16="http://schemas.microsoft.com/office/drawing/2014/main" id="{13BEBD3E-D57D-E06D-8052-065DB0287126}"/>
                </a:ext>
              </a:extLst>
            </p:cNvPr>
            <p:cNvSpPr/>
            <p:nvPr/>
          </p:nvSpPr>
          <p:spPr>
            <a:xfrm>
              <a:off x="2137012" y="3136258"/>
              <a:ext cx="95912" cy="143961"/>
            </a:xfrm>
            <a:custGeom>
              <a:avLst/>
              <a:gdLst>
                <a:gd name="connsiteX0" fmla="*/ 47956 w 95912"/>
                <a:gd name="connsiteY0" fmla="*/ 14871 h 143961"/>
                <a:gd name="connsiteX1" fmla="*/ 26117 w 95912"/>
                <a:gd name="connsiteY1" fmla="*/ 29183 h 143961"/>
                <a:gd name="connsiteX2" fmla="*/ 18866 w 95912"/>
                <a:gd name="connsiteY2" fmla="*/ 72028 h 143961"/>
                <a:gd name="connsiteX3" fmla="*/ 26117 w 95912"/>
                <a:gd name="connsiteY3" fmla="*/ 114871 h 143961"/>
                <a:gd name="connsiteX4" fmla="*/ 47956 w 95912"/>
                <a:gd name="connsiteY4" fmla="*/ 129092 h 143961"/>
                <a:gd name="connsiteX5" fmla="*/ 69798 w 95912"/>
                <a:gd name="connsiteY5" fmla="*/ 114871 h 143961"/>
                <a:gd name="connsiteX6" fmla="*/ 77139 w 95912"/>
                <a:gd name="connsiteY6" fmla="*/ 72028 h 143961"/>
                <a:gd name="connsiteX7" fmla="*/ 69798 w 95912"/>
                <a:gd name="connsiteY7" fmla="*/ 29183 h 143961"/>
                <a:gd name="connsiteX8" fmla="*/ 47956 w 95912"/>
                <a:gd name="connsiteY8" fmla="*/ 14871 h 143961"/>
                <a:gd name="connsiteX9" fmla="*/ 47956 w 95912"/>
                <a:gd name="connsiteY9" fmla="*/ 0 h 143961"/>
                <a:gd name="connsiteX10" fmla="*/ 83553 w 95912"/>
                <a:gd name="connsiteY10" fmla="*/ 18495 h 143961"/>
                <a:gd name="connsiteX11" fmla="*/ 95913 w 95912"/>
                <a:gd name="connsiteY11" fmla="*/ 72028 h 143961"/>
                <a:gd name="connsiteX12" fmla="*/ 83553 w 95912"/>
                <a:gd name="connsiteY12" fmla="*/ 125559 h 143961"/>
                <a:gd name="connsiteX13" fmla="*/ 47956 w 95912"/>
                <a:gd name="connsiteY13" fmla="*/ 143962 h 143961"/>
                <a:gd name="connsiteX14" fmla="*/ 12268 w 95912"/>
                <a:gd name="connsiteY14" fmla="*/ 125559 h 143961"/>
                <a:gd name="connsiteX15" fmla="*/ 0 w 95912"/>
                <a:gd name="connsiteY15" fmla="*/ 72028 h 143961"/>
                <a:gd name="connsiteX16" fmla="*/ 12268 w 95912"/>
                <a:gd name="connsiteY16" fmla="*/ 18495 h 143961"/>
                <a:gd name="connsiteX17" fmla="*/ 47956 w 95912"/>
                <a:gd name="connsiteY17" fmla="*/ 0 h 14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61">
                  <a:moveTo>
                    <a:pt x="47956" y="14871"/>
                  </a:moveTo>
                  <a:cubicBezTo>
                    <a:pt x="38290" y="14871"/>
                    <a:pt x="31011" y="19641"/>
                    <a:pt x="26117" y="29183"/>
                  </a:cubicBezTo>
                  <a:cubicBezTo>
                    <a:pt x="21283" y="38664"/>
                    <a:pt x="18866" y="52945"/>
                    <a:pt x="18866" y="72028"/>
                  </a:cubicBezTo>
                  <a:cubicBezTo>
                    <a:pt x="18866" y="91049"/>
                    <a:pt x="21283" y="105330"/>
                    <a:pt x="26117" y="114871"/>
                  </a:cubicBezTo>
                  <a:cubicBezTo>
                    <a:pt x="31011" y="124353"/>
                    <a:pt x="38290" y="129092"/>
                    <a:pt x="47956" y="129092"/>
                  </a:cubicBezTo>
                  <a:cubicBezTo>
                    <a:pt x="57685" y="129092"/>
                    <a:pt x="64966" y="124353"/>
                    <a:pt x="69798" y="114871"/>
                  </a:cubicBezTo>
                  <a:cubicBezTo>
                    <a:pt x="74692" y="105330"/>
                    <a:pt x="77139" y="91049"/>
                    <a:pt x="77139" y="72028"/>
                  </a:cubicBezTo>
                  <a:cubicBezTo>
                    <a:pt x="77139" y="52945"/>
                    <a:pt x="74692" y="38664"/>
                    <a:pt x="69798" y="29183"/>
                  </a:cubicBezTo>
                  <a:cubicBezTo>
                    <a:pt x="64966" y="19641"/>
                    <a:pt x="57685" y="14871"/>
                    <a:pt x="47956" y="14871"/>
                  </a:cubicBezTo>
                  <a:moveTo>
                    <a:pt x="47956" y="0"/>
                  </a:moveTo>
                  <a:cubicBezTo>
                    <a:pt x="63508" y="0"/>
                    <a:pt x="75372" y="6165"/>
                    <a:pt x="83553" y="18495"/>
                  </a:cubicBezTo>
                  <a:cubicBezTo>
                    <a:pt x="91794" y="30763"/>
                    <a:pt x="95913" y="48607"/>
                    <a:pt x="95913" y="72028"/>
                  </a:cubicBezTo>
                  <a:cubicBezTo>
                    <a:pt x="95913" y="95387"/>
                    <a:pt x="91794" y="113231"/>
                    <a:pt x="83553" y="125559"/>
                  </a:cubicBezTo>
                  <a:cubicBezTo>
                    <a:pt x="75372" y="137827"/>
                    <a:pt x="63508" y="143962"/>
                    <a:pt x="47956" y="143962"/>
                  </a:cubicBezTo>
                  <a:cubicBezTo>
                    <a:pt x="32405" y="143962"/>
                    <a:pt x="20508" y="137827"/>
                    <a:pt x="12268" y="125559"/>
                  </a:cubicBezTo>
                  <a:cubicBezTo>
                    <a:pt x="4089" y="113231"/>
                    <a:pt x="0" y="95387"/>
                    <a:pt x="0" y="72028"/>
                  </a:cubicBezTo>
                  <a:cubicBezTo>
                    <a:pt x="0" y="48607"/>
                    <a:pt x="4089" y="30763"/>
                    <a:pt x="12268" y="18495"/>
                  </a:cubicBezTo>
                  <a:cubicBezTo>
                    <a:pt x="20508" y="6165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3" name="Freeform 212">
              <a:extLst>
                <a:ext uri="{FF2B5EF4-FFF2-40B4-BE49-F238E27FC236}">
                  <a16:creationId xmlns:a16="http://schemas.microsoft.com/office/drawing/2014/main" id="{F5908A1B-8999-0E7F-3181-4A53286ED230}"/>
                </a:ext>
              </a:extLst>
            </p:cNvPr>
            <p:cNvSpPr/>
            <p:nvPr/>
          </p:nvSpPr>
          <p:spPr>
            <a:xfrm>
              <a:off x="1838311" y="2515444"/>
              <a:ext cx="95910" cy="143959"/>
            </a:xfrm>
            <a:custGeom>
              <a:avLst/>
              <a:gdLst>
                <a:gd name="connsiteX0" fmla="*/ 47956 w 95910"/>
                <a:gd name="connsiteY0" fmla="*/ 14869 h 143959"/>
                <a:gd name="connsiteX1" fmla="*/ 26115 w 95910"/>
                <a:gd name="connsiteY1" fmla="*/ 29183 h 143959"/>
                <a:gd name="connsiteX2" fmla="*/ 18866 w 95910"/>
                <a:gd name="connsiteY2" fmla="*/ 72026 h 143959"/>
                <a:gd name="connsiteX3" fmla="*/ 26115 w 95910"/>
                <a:gd name="connsiteY3" fmla="*/ 114869 h 143959"/>
                <a:gd name="connsiteX4" fmla="*/ 47956 w 95910"/>
                <a:gd name="connsiteY4" fmla="*/ 129090 h 143959"/>
                <a:gd name="connsiteX5" fmla="*/ 69796 w 95910"/>
                <a:gd name="connsiteY5" fmla="*/ 114869 h 143959"/>
                <a:gd name="connsiteX6" fmla="*/ 77139 w 95910"/>
                <a:gd name="connsiteY6" fmla="*/ 72026 h 143959"/>
                <a:gd name="connsiteX7" fmla="*/ 69796 w 95910"/>
                <a:gd name="connsiteY7" fmla="*/ 29183 h 143959"/>
                <a:gd name="connsiteX8" fmla="*/ 47956 w 95910"/>
                <a:gd name="connsiteY8" fmla="*/ 14869 h 143959"/>
                <a:gd name="connsiteX9" fmla="*/ 47956 w 95910"/>
                <a:gd name="connsiteY9" fmla="*/ 0 h 143959"/>
                <a:gd name="connsiteX10" fmla="*/ 83551 w 95910"/>
                <a:gd name="connsiteY10" fmla="*/ 18493 h 143959"/>
                <a:gd name="connsiteX11" fmla="*/ 95911 w 95910"/>
                <a:gd name="connsiteY11" fmla="*/ 72026 h 143959"/>
                <a:gd name="connsiteX12" fmla="*/ 83551 w 95910"/>
                <a:gd name="connsiteY12" fmla="*/ 125559 h 143959"/>
                <a:gd name="connsiteX13" fmla="*/ 47956 w 95910"/>
                <a:gd name="connsiteY13" fmla="*/ 143960 h 143959"/>
                <a:gd name="connsiteX14" fmla="*/ 12268 w 95910"/>
                <a:gd name="connsiteY14" fmla="*/ 125559 h 143959"/>
                <a:gd name="connsiteX15" fmla="*/ 0 w 95910"/>
                <a:gd name="connsiteY15" fmla="*/ 72026 h 143959"/>
                <a:gd name="connsiteX16" fmla="*/ 12268 w 95910"/>
                <a:gd name="connsiteY16" fmla="*/ 18493 h 143959"/>
                <a:gd name="connsiteX17" fmla="*/ 47956 w 95910"/>
                <a:gd name="connsiteY17" fmla="*/ 0 h 14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0" h="143959">
                  <a:moveTo>
                    <a:pt x="47956" y="14869"/>
                  </a:moveTo>
                  <a:cubicBezTo>
                    <a:pt x="38290" y="14869"/>
                    <a:pt x="31009" y="19641"/>
                    <a:pt x="26115" y="29183"/>
                  </a:cubicBezTo>
                  <a:cubicBezTo>
                    <a:pt x="21283" y="38662"/>
                    <a:pt x="18866" y="52943"/>
                    <a:pt x="18866" y="72026"/>
                  </a:cubicBezTo>
                  <a:cubicBezTo>
                    <a:pt x="18866" y="91047"/>
                    <a:pt x="21283" y="105328"/>
                    <a:pt x="26115" y="114869"/>
                  </a:cubicBezTo>
                  <a:cubicBezTo>
                    <a:pt x="31009" y="124351"/>
                    <a:pt x="38290" y="129090"/>
                    <a:pt x="47956" y="129090"/>
                  </a:cubicBezTo>
                  <a:cubicBezTo>
                    <a:pt x="57683" y="129090"/>
                    <a:pt x="64964" y="124351"/>
                    <a:pt x="69796" y="114869"/>
                  </a:cubicBezTo>
                  <a:cubicBezTo>
                    <a:pt x="74692" y="105328"/>
                    <a:pt x="77139" y="91047"/>
                    <a:pt x="77139" y="72026"/>
                  </a:cubicBezTo>
                  <a:cubicBezTo>
                    <a:pt x="77139" y="52943"/>
                    <a:pt x="74692" y="38662"/>
                    <a:pt x="69796" y="29183"/>
                  </a:cubicBezTo>
                  <a:cubicBezTo>
                    <a:pt x="64964" y="19641"/>
                    <a:pt x="57683" y="14869"/>
                    <a:pt x="47956" y="14869"/>
                  </a:cubicBezTo>
                  <a:moveTo>
                    <a:pt x="47956" y="0"/>
                  </a:moveTo>
                  <a:cubicBezTo>
                    <a:pt x="63508" y="0"/>
                    <a:pt x="75372" y="6165"/>
                    <a:pt x="83551" y="18493"/>
                  </a:cubicBezTo>
                  <a:cubicBezTo>
                    <a:pt x="91792" y="30760"/>
                    <a:pt x="95911" y="48605"/>
                    <a:pt x="95911" y="72026"/>
                  </a:cubicBezTo>
                  <a:cubicBezTo>
                    <a:pt x="95911" y="95385"/>
                    <a:pt x="91792" y="113229"/>
                    <a:pt x="83551" y="125559"/>
                  </a:cubicBezTo>
                  <a:cubicBezTo>
                    <a:pt x="75372" y="137827"/>
                    <a:pt x="63508" y="143960"/>
                    <a:pt x="47956" y="143960"/>
                  </a:cubicBezTo>
                  <a:cubicBezTo>
                    <a:pt x="32405" y="143960"/>
                    <a:pt x="20508" y="137827"/>
                    <a:pt x="12268" y="125559"/>
                  </a:cubicBezTo>
                  <a:cubicBezTo>
                    <a:pt x="4089" y="113229"/>
                    <a:pt x="0" y="95385"/>
                    <a:pt x="0" y="72026"/>
                  </a:cubicBezTo>
                  <a:cubicBezTo>
                    <a:pt x="0" y="48605"/>
                    <a:pt x="4089" y="30760"/>
                    <a:pt x="12268" y="18493"/>
                  </a:cubicBezTo>
                  <a:cubicBezTo>
                    <a:pt x="20508" y="6165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4" name="Freeform 213">
              <a:extLst>
                <a:ext uri="{FF2B5EF4-FFF2-40B4-BE49-F238E27FC236}">
                  <a16:creationId xmlns:a16="http://schemas.microsoft.com/office/drawing/2014/main" id="{CDF40D80-0A22-A751-55F3-0119BFE0810D}"/>
                </a:ext>
              </a:extLst>
            </p:cNvPr>
            <p:cNvSpPr/>
            <p:nvPr/>
          </p:nvSpPr>
          <p:spPr>
            <a:xfrm>
              <a:off x="1967216" y="2633101"/>
              <a:ext cx="19608" cy="23607"/>
            </a:xfrm>
            <a:custGeom>
              <a:avLst/>
              <a:gdLst>
                <a:gd name="connsiteX0" fmla="*/ 0 w 19608"/>
                <a:gd name="connsiteY0" fmla="*/ 0 h 23607"/>
                <a:gd name="connsiteX1" fmla="*/ 19609 w 19608"/>
                <a:gd name="connsiteY1" fmla="*/ 0 h 23607"/>
                <a:gd name="connsiteX2" fmla="*/ 19609 w 19608"/>
                <a:gd name="connsiteY2" fmla="*/ 23608 h 23607"/>
                <a:gd name="connsiteX3" fmla="*/ 0 w 19608"/>
                <a:gd name="connsiteY3" fmla="*/ 23608 h 23607"/>
                <a:gd name="connsiteX4" fmla="*/ 0 w 19608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7">
                  <a:moveTo>
                    <a:pt x="0" y="0"/>
                  </a:moveTo>
                  <a:lnTo>
                    <a:pt x="19609" y="0"/>
                  </a:lnTo>
                  <a:lnTo>
                    <a:pt x="19609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5" name="Freeform 214">
              <a:extLst>
                <a:ext uri="{FF2B5EF4-FFF2-40B4-BE49-F238E27FC236}">
                  <a16:creationId xmlns:a16="http://schemas.microsoft.com/office/drawing/2014/main" id="{920F7D42-C02B-117F-9369-28FFEA45CDE9}"/>
                </a:ext>
              </a:extLst>
            </p:cNvPr>
            <p:cNvSpPr/>
            <p:nvPr/>
          </p:nvSpPr>
          <p:spPr>
            <a:xfrm>
              <a:off x="2022978" y="2517953"/>
              <a:ext cx="89219" cy="138756"/>
            </a:xfrm>
            <a:custGeom>
              <a:avLst/>
              <a:gdLst>
                <a:gd name="connsiteX0" fmla="*/ 0 w 89219"/>
                <a:gd name="connsiteY0" fmla="*/ 0 h 138756"/>
                <a:gd name="connsiteX1" fmla="*/ 89220 w 89219"/>
                <a:gd name="connsiteY1" fmla="*/ 0 h 138756"/>
                <a:gd name="connsiteX2" fmla="*/ 89220 w 89219"/>
                <a:gd name="connsiteY2" fmla="*/ 7992 h 138756"/>
                <a:gd name="connsiteX3" fmla="*/ 38849 w 89219"/>
                <a:gd name="connsiteY3" fmla="*/ 138756 h 138756"/>
                <a:gd name="connsiteX4" fmla="*/ 19238 w 89219"/>
                <a:gd name="connsiteY4" fmla="*/ 138756 h 138756"/>
                <a:gd name="connsiteX5" fmla="*/ 66636 w 89219"/>
                <a:gd name="connsiteY5" fmla="*/ 15799 h 138756"/>
                <a:gd name="connsiteX6" fmla="*/ 0 w 89219"/>
                <a:gd name="connsiteY6" fmla="*/ 15799 h 138756"/>
                <a:gd name="connsiteX7" fmla="*/ 0 w 89219"/>
                <a:gd name="connsiteY7" fmla="*/ 0 h 13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9219" h="138756">
                  <a:moveTo>
                    <a:pt x="0" y="0"/>
                  </a:moveTo>
                  <a:lnTo>
                    <a:pt x="89220" y="0"/>
                  </a:lnTo>
                  <a:lnTo>
                    <a:pt x="89220" y="7992"/>
                  </a:lnTo>
                  <a:lnTo>
                    <a:pt x="38849" y="138756"/>
                  </a:lnTo>
                  <a:lnTo>
                    <a:pt x="19238" y="138756"/>
                  </a:lnTo>
                  <a:lnTo>
                    <a:pt x="66636" y="15799"/>
                  </a:lnTo>
                  <a:lnTo>
                    <a:pt x="0" y="15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6" name="Freeform 215">
              <a:extLst>
                <a:ext uri="{FF2B5EF4-FFF2-40B4-BE49-F238E27FC236}">
                  <a16:creationId xmlns:a16="http://schemas.microsoft.com/office/drawing/2014/main" id="{44E7E6DF-7AC5-88F0-AD4F-930CB88DE5CE}"/>
                </a:ext>
              </a:extLst>
            </p:cNvPr>
            <p:cNvSpPr/>
            <p:nvPr/>
          </p:nvSpPr>
          <p:spPr>
            <a:xfrm>
              <a:off x="2143147" y="2517953"/>
              <a:ext cx="89778" cy="141450"/>
            </a:xfrm>
            <a:custGeom>
              <a:avLst/>
              <a:gdLst>
                <a:gd name="connsiteX0" fmla="*/ 5856 w 89778"/>
                <a:gd name="connsiteY0" fmla="*/ 0 h 141450"/>
                <a:gd name="connsiteX1" fmla="*/ 79554 w 89778"/>
                <a:gd name="connsiteY1" fmla="*/ 0 h 141450"/>
                <a:gd name="connsiteX2" fmla="*/ 79554 w 89778"/>
                <a:gd name="connsiteY2" fmla="*/ 15799 h 141450"/>
                <a:gd name="connsiteX3" fmla="*/ 23048 w 89778"/>
                <a:gd name="connsiteY3" fmla="*/ 15799 h 141450"/>
                <a:gd name="connsiteX4" fmla="*/ 23048 w 89778"/>
                <a:gd name="connsiteY4" fmla="*/ 49813 h 141450"/>
                <a:gd name="connsiteX5" fmla="*/ 31226 w 89778"/>
                <a:gd name="connsiteY5" fmla="*/ 47770 h 141450"/>
                <a:gd name="connsiteX6" fmla="*/ 39405 w 89778"/>
                <a:gd name="connsiteY6" fmla="*/ 47025 h 141450"/>
                <a:gd name="connsiteX7" fmla="*/ 76210 w 89778"/>
                <a:gd name="connsiteY7" fmla="*/ 59758 h 141450"/>
                <a:gd name="connsiteX8" fmla="*/ 89778 w 89778"/>
                <a:gd name="connsiteY8" fmla="*/ 94239 h 141450"/>
                <a:gd name="connsiteX9" fmla="*/ 75838 w 89778"/>
                <a:gd name="connsiteY9" fmla="*/ 129090 h 141450"/>
                <a:gd name="connsiteX10" fmla="*/ 36524 w 89778"/>
                <a:gd name="connsiteY10" fmla="*/ 141450 h 141450"/>
                <a:gd name="connsiteX11" fmla="*/ 18679 w 89778"/>
                <a:gd name="connsiteY11" fmla="*/ 139963 h 141450"/>
                <a:gd name="connsiteX12" fmla="*/ 0 w 89778"/>
                <a:gd name="connsiteY12" fmla="*/ 135502 h 141450"/>
                <a:gd name="connsiteX13" fmla="*/ 0 w 89778"/>
                <a:gd name="connsiteY13" fmla="*/ 116636 h 141450"/>
                <a:gd name="connsiteX14" fmla="*/ 17286 w 89778"/>
                <a:gd name="connsiteY14" fmla="*/ 123421 h 141450"/>
                <a:gd name="connsiteX15" fmla="*/ 36153 w 89778"/>
                <a:gd name="connsiteY15" fmla="*/ 125652 h 141450"/>
                <a:gd name="connsiteX16" fmla="*/ 61617 w 89778"/>
                <a:gd name="connsiteY16" fmla="*/ 117194 h 141450"/>
                <a:gd name="connsiteX17" fmla="*/ 71004 w 89778"/>
                <a:gd name="connsiteY17" fmla="*/ 94239 h 141450"/>
                <a:gd name="connsiteX18" fmla="*/ 61617 w 89778"/>
                <a:gd name="connsiteY18" fmla="*/ 71283 h 141450"/>
                <a:gd name="connsiteX19" fmla="*/ 36153 w 89778"/>
                <a:gd name="connsiteY19" fmla="*/ 62826 h 141450"/>
                <a:gd name="connsiteX20" fmla="*/ 21097 w 89778"/>
                <a:gd name="connsiteY20" fmla="*/ 64498 h 141450"/>
                <a:gd name="connsiteX21" fmla="*/ 5856 w 89778"/>
                <a:gd name="connsiteY21" fmla="*/ 69703 h 141450"/>
                <a:gd name="connsiteX22" fmla="*/ 5856 w 89778"/>
                <a:gd name="connsiteY22" fmla="*/ 0 h 14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778" h="141450">
                  <a:moveTo>
                    <a:pt x="5856" y="0"/>
                  </a:moveTo>
                  <a:lnTo>
                    <a:pt x="79554" y="0"/>
                  </a:lnTo>
                  <a:lnTo>
                    <a:pt x="79554" y="15799"/>
                  </a:lnTo>
                  <a:lnTo>
                    <a:pt x="23048" y="15799"/>
                  </a:lnTo>
                  <a:lnTo>
                    <a:pt x="23048" y="49813"/>
                  </a:lnTo>
                  <a:cubicBezTo>
                    <a:pt x="25774" y="48884"/>
                    <a:pt x="28500" y="48203"/>
                    <a:pt x="31226" y="47770"/>
                  </a:cubicBezTo>
                  <a:cubicBezTo>
                    <a:pt x="33952" y="47274"/>
                    <a:pt x="36678" y="47025"/>
                    <a:pt x="39405" y="47025"/>
                  </a:cubicBezTo>
                  <a:cubicBezTo>
                    <a:pt x="54894" y="47025"/>
                    <a:pt x="67162" y="51269"/>
                    <a:pt x="76210" y="59758"/>
                  </a:cubicBezTo>
                  <a:cubicBezTo>
                    <a:pt x="85255" y="68246"/>
                    <a:pt x="89778" y="79739"/>
                    <a:pt x="89778" y="94239"/>
                  </a:cubicBezTo>
                  <a:cubicBezTo>
                    <a:pt x="89778" y="109170"/>
                    <a:pt x="85131" y="120787"/>
                    <a:pt x="75838" y="129090"/>
                  </a:cubicBezTo>
                  <a:cubicBezTo>
                    <a:pt x="66544" y="137331"/>
                    <a:pt x="53439" y="141450"/>
                    <a:pt x="36524" y="141450"/>
                  </a:cubicBezTo>
                  <a:cubicBezTo>
                    <a:pt x="30700" y="141450"/>
                    <a:pt x="24752" y="140955"/>
                    <a:pt x="18679" y="139963"/>
                  </a:cubicBezTo>
                  <a:cubicBezTo>
                    <a:pt x="12671" y="138973"/>
                    <a:pt x="6444" y="137486"/>
                    <a:pt x="0" y="135502"/>
                  </a:cubicBezTo>
                  <a:lnTo>
                    <a:pt x="0" y="116636"/>
                  </a:lnTo>
                  <a:cubicBezTo>
                    <a:pt x="5577" y="119673"/>
                    <a:pt x="11338" y="121934"/>
                    <a:pt x="17286" y="123421"/>
                  </a:cubicBezTo>
                  <a:cubicBezTo>
                    <a:pt x="23234" y="124909"/>
                    <a:pt x="29522" y="125652"/>
                    <a:pt x="36153" y="125652"/>
                  </a:cubicBezTo>
                  <a:cubicBezTo>
                    <a:pt x="46870" y="125652"/>
                    <a:pt x="55360" y="122833"/>
                    <a:pt x="61617" y="117194"/>
                  </a:cubicBezTo>
                  <a:cubicBezTo>
                    <a:pt x="67875" y="111555"/>
                    <a:pt x="71004" y="103905"/>
                    <a:pt x="71004" y="94239"/>
                  </a:cubicBezTo>
                  <a:cubicBezTo>
                    <a:pt x="71004" y="84573"/>
                    <a:pt x="67875" y="76922"/>
                    <a:pt x="61617" y="71283"/>
                  </a:cubicBezTo>
                  <a:cubicBezTo>
                    <a:pt x="55360" y="65644"/>
                    <a:pt x="46870" y="62826"/>
                    <a:pt x="36153" y="62826"/>
                  </a:cubicBezTo>
                  <a:cubicBezTo>
                    <a:pt x="31134" y="62826"/>
                    <a:pt x="26115" y="63384"/>
                    <a:pt x="21097" y="64498"/>
                  </a:cubicBezTo>
                  <a:cubicBezTo>
                    <a:pt x="16140" y="65612"/>
                    <a:pt x="11059" y="67349"/>
                    <a:pt x="5856" y="69703"/>
                  </a:cubicBezTo>
                  <a:lnTo>
                    <a:pt x="5856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7" name="Freeform 216">
              <a:extLst>
                <a:ext uri="{FF2B5EF4-FFF2-40B4-BE49-F238E27FC236}">
                  <a16:creationId xmlns:a16="http://schemas.microsoft.com/office/drawing/2014/main" id="{630DD386-2B0F-63EA-D7FB-BBBB402035FC}"/>
                </a:ext>
              </a:extLst>
            </p:cNvPr>
            <p:cNvSpPr/>
            <p:nvPr/>
          </p:nvSpPr>
          <p:spPr>
            <a:xfrm>
              <a:off x="1842679" y="1897136"/>
              <a:ext cx="82621" cy="138756"/>
            </a:xfrm>
            <a:custGeom>
              <a:avLst/>
              <a:gdLst>
                <a:gd name="connsiteX0" fmla="*/ 2694 w 82621"/>
                <a:gd name="connsiteY0" fmla="*/ 122956 h 138756"/>
                <a:gd name="connsiteX1" fmla="*/ 33364 w 82621"/>
                <a:gd name="connsiteY1" fmla="*/ 122956 h 138756"/>
                <a:gd name="connsiteX2" fmla="*/ 33364 w 82621"/>
                <a:gd name="connsiteY2" fmla="*/ 17100 h 138756"/>
                <a:gd name="connsiteX3" fmla="*/ 0 w 82621"/>
                <a:gd name="connsiteY3" fmla="*/ 23792 h 138756"/>
                <a:gd name="connsiteX4" fmla="*/ 0 w 82621"/>
                <a:gd name="connsiteY4" fmla="*/ 6692 h 138756"/>
                <a:gd name="connsiteX5" fmla="*/ 33177 w 82621"/>
                <a:gd name="connsiteY5" fmla="*/ 0 h 138756"/>
                <a:gd name="connsiteX6" fmla="*/ 51951 w 82621"/>
                <a:gd name="connsiteY6" fmla="*/ 0 h 138756"/>
                <a:gd name="connsiteX7" fmla="*/ 51951 w 82621"/>
                <a:gd name="connsiteY7" fmla="*/ 122956 h 138756"/>
                <a:gd name="connsiteX8" fmla="*/ 82621 w 82621"/>
                <a:gd name="connsiteY8" fmla="*/ 122956 h 138756"/>
                <a:gd name="connsiteX9" fmla="*/ 82621 w 82621"/>
                <a:gd name="connsiteY9" fmla="*/ 138757 h 138756"/>
                <a:gd name="connsiteX10" fmla="*/ 2694 w 82621"/>
                <a:gd name="connsiteY10" fmla="*/ 138757 h 138756"/>
                <a:gd name="connsiteX11" fmla="*/ 2694 w 82621"/>
                <a:gd name="connsiteY11" fmla="*/ 122956 h 13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621" h="138756">
                  <a:moveTo>
                    <a:pt x="2694" y="122956"/>
                  </a:moveTo>
                  <a:lnTo>
                    <a:pt x="33364" y="122956"/>
                  </a:lnTo>
                  <a:lnTo>
                    <a:pt x="33364" y="17100"/>
                  </a:lnTo>
                  <a:lnTo>
                    <a:pt x="0" y="23792"/>
                  </a:lnTo>
                  <a:lnTo>
                    <a:pt x="0" y="6692"/>
                  </a:lnTo>
                  <a:lnTo>
                    <a:pt x="33177" y="0"/>
                  </a:lnTo>
                  <a:lnTo>
                    <a:pt x="51951" y="0"/>
                  </a:lnTo>
                  <a:lnTo>
                    <a:pt x="51951" y="122956"/>
                  </a:lnTo>
                  <a:lnTo>
                    <a:pt x="82621" y="122956"/>
                  </a:lnTo>
                  <a:lnTo>
                    <a:pt x="82621" y="138757"/>
                  </a:lnTo>
                  <a:lnTo>
                    <a:pt x="2694" y="138757"/>
                  </a:lnTo>
                  <a:lnTo>
                    <a:pt x="2694" y="122956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8" name="Freeform 217">
              <a:extLst>
                <a:ext uri="{FF2B5EF4-FFF2-40B4-BE49-F238E27FC236}">
                  <a16:creationId xmlns:a16="http://schemas.microsoft.com/office/drawing/2014/main" id="{CF659C48-0AA1-8977-7470-3A3493CCDE51}"/>
                </a:ext>
              </a:extLst>
            </p:cNvPr>
            <p:cNvSpPr/>
            <p:nvPr/>
          </p:nvSpPr>
          <p:spPr>
            <a:xfrm>
              <a:off x="1963220" y="2012285"/>
              <a:ext cx="19608" cy="23607"/>
            </a:xfrm>
            <a:custGeom>
              <a:avLst/>
              <a:gdLst>
                <a:gd name="connsiteX0" fmla="*/ 0 w 19608"/>
                <a:gd name="connsiteY0" fmla="*/ 0 h 23607"/>
                <a:gd name="connsiteX1" fmla="*/ 19609 w 19608"/>
                <a:gd name="connsiteY1" fmla="*/ 0 h 23607"/>
                <a:gd name="connsiteX2" fmla="*/ 19609 w 19608"/>
                <a:gd name="connsiteY2" fmla="*/ 23608 h 23607"/>
                <a:gd name="connsiteX3" fmla="*/ 0 w 19608"/>
                <a:gd name="connsiteY3" fmla="*/ 23608 h 23607"/>
                <a:gd name="connsiteX4" fmla="*/ 0 w 19608"/>
                <a:gd name="connsiteY4" fmla="*/ 0 h 23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08" h="23607">
                  <a:moveTo>
                    <a:pt x="0" y="0"/>
                  </a:moveTo>
                  <a:lnTo>
                    <a:pt x="19609" y="0"/>
                  </a:lnTo>
                  <a:lnTo>
                    <a:pt x="19609" y="23608"/>
                  </a:lnTo>
                  <a:lnTo>
                    <a:pt x="0" y="236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19" name="Freeform 218">
              <a:extLst>
                <a:ext uri="{FF2B5EF4-FFF2-40B4-BE49-F238E27FC236}">
                  <a16:creationId xmlns:a16="http://schemas.microsoft.com/office/drawing/2014/main" id="{F2B6BEC5-D877-C9CF-6B42-77733FAE5512}"/>
                </a:ext>
              </a:extLst>
            </p:cNvPr>
            <p:cNvSpPr/>
            <p:nvPr/>
          </p:nvSpPr>
          <p:spPr>
            <a:xfrm>
              <a:off x="2015916" y="1894627"/>
              <a:ext cx="95910" cy="143960"/>
            </a:xfrm>
            <a:custGeom>
              <a:avLst/>
              <a:gdLst>
                <a:gd name="connsiteX0" fmla="*/ 47954 w 95910"/>
                <a:gd name="connsiteY0" fmla="*/ 14870 h 143960"/>
                <a:gd name="connsiteX1" fmla="*/ 26115 w 95910"/>
                <a:gd name="connsiteY1" fmla="*/ 29182 h 143960"/>
                <a:gd name="connsiteX2" fmla="*/ 18866 w 95910"/>
                <a:gd name="connsiteY2" fmla="*/ 72027 h 143960"/>
                <a:gd name="connsiteX3" fmla="*/ 26115 w 95910"/>
                <a:gd name="connsiteY3" fmla="*/ 114872 h 143960"/>
                <a:gd name="connsiteX4" fmla="*/ 47954 w 95910"/>
                <a:gd name="connsiteY4" fmla="*/ 129091 h 143960"/>
                <a:gd name="connsiteX5" fmla="*/ 69796 w 95910"/>
                <a:gd name="connsiteY5" fmla="*/ 114872 h 143960"/>
                <a:gd name="connsiteX6" fmla="*/ 77137 w 95910"/>
                <a:gd name="connsiteY6" fmla="*/ 72027 h 143960"/>
                <a:gd name="connsiteX7" fmla="*/ 69796 w 95910"/>
                <a:gd name="connsiteY7" fmla="*/ 29182 h 143960"/>
                <a:gd name="connsiteX8" fmla="*/ 47954 w 95910"/>
                <a:gd name="connsiteY8" fmla="*/ 14870 h 143960"/>
                <a:gd name="connsiteX9" fmla="*/ 47954 w 95910"/>
                <a:gd name="connsiteY9" fmla="*/ 0 h 143960"/>
                <a:gd name="connsiteX10" fmla="*/ 83551 w 95910"/>
                <a:gd name="connsiteY10" fmla="*/ 18495 h 143960"/>
                <a:gd name="connsiteX11" fmla="*/ 95911 w 95910"/>
                <a:gd name="connsiteY11" fmla="*/ 72027 h 143960"/>
                <a:gd name="connsiteX12" fmla="*/ 83551 w 95910"/>
                <a:gd name="connsiteY12" fmla="*/ 125560 h 143960"/>
                <a:gd name="connsiteX13" fmla="*/ 47954 w 95910"/>
                <a:gd name="connsiteY13" fmla="*/ 143960 h 143960"/>
                <a:gd name="connsiteX14" fmla="*/ 12268 w 95910"/>
                <a:gd name="connsiteY14" fmla="*/ 125560 h 143960"/>
                <a:gd name="connsiteX15" fmla="*/ 0 w 95910"/>
                <a:gd name="connsiteY15" fmla="*/ 72027 h 143960"/>
                <a:gd name="connsiteX16" fmla="*/ 12268 w 95910"/>
                <a:gd name="connsiteY16" fmla="*/ 18495 h 143960"/>
                <a:gd name="connsiteX17" fmla="*/ 47954 w 95910"/>
                <a:gd name="connsiteY17" fmla="*/ 0 h 14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0" h="143960">
                  <a:moveTo>
                    <a:pt x="47954" y="14870"/>
                  </a:moveTo>
                  <a:cubicBezTo>
                    <a:pt x="38288" y="14870"/>
                    <a:pt x="31009" y="19641"/>
                    <a:pt x="26115" y="29182"/>
                  </a:cubicBezTo>
                  <a:cubicBezTo>
                    <a:pt x="21283" y="38662"/>
                    <a:pt x="18866" y="52944"/>
                    <a:pt x="18866" y="72027"/>
                  </a:cubicBezTo>
                  <a:cubicBezTo>
                    <a:pt x="18866" y="91048"/>
                    <a:pt x="21283" y="105331"/>
                    <a:pt x="26115" y="114872"/>
                  </a:cubicBezTo>
                  <a:cubicBezTo>
                    <a:pt x="31009" y="124351"/>
                    <a:pt x="38288" y="129091"/>
                    <a:pt x="47954" y="129091"/>
                  </a:cubicBezTo>
                  <a:cubicBezTo>
                    <a:pt x="57683" y="129091"/>
                    <a:pt x="64964" y="124351"/>
                    <a:pt x="69796" y="114872"/>
                  </a:cubicBezTo>
                  <a:cubicBezTo>
                    <a:pt x="74690" y="105331"/>
                    <a:pt x="77137" y="91048"/>
                    <a:pt x="77137" y="72027"/>
                  </a:cubicBezTo>
                  <a:cubicBezTo>
                    <a:pt x="77137" y="52944"/>
                    <a:pt x="74690" y="38662"/>
                    <a:pt x="69796" y="29182"/>
                  </a:cubicBezTo>
                  <a:cubicBezTo>
                    <a:pt x="64964" y="19641"/>
                    <a:pt x="57683" y="14870"/>
                    <a:pt x="47954" y="14870"/>
                  </a:cubicBezTo>
                  <a:moveTo>
                    <a:pt x="47954" y="0"/>
                  </a:moveTo>
                  <a:cubicBezTo>
                    <a:pt x="63506" y="0"/>
                    <a:pt x="75372" y="6165"/>
                    <a:pt x="83551" y="18495"/>
                  </a:cubicBezTo>
                  <a:cubicBezTo>
                    <a:pt x="91792" y="30762"/>
                    <a:pt x="95911" y="48606"/>
                    <a:pt x="95911" y="72027"/>
                  </a:cubicBezTo>
                  <a:cubicBezTo>
                    <a:pt x="95911" y="95386"/>
                    <a:pt x="91792" y="113230"/>
                    <a:pt x="83551" y="125560"/>
                  </a:cubicBezTo>
                  <a:cubicBezTo>
                    <a:pt x="75372" y="137827"/>
                    <a:pt x="63506" y="143960"/>
                    <a:pt x="47954" y="143960"/>
                  </a:cubicBezTo>
                  <a:cubicBezTo>
                    <a:pt x="32403" y="143960"/>
                    <a:pt x="20508" y="137827"/>
                    <a:pt x="12268" y="125560"/>
                  </a:cubicBezTo>
                  <a:cubicBezTo>
                    <a:pt x="4089" y="113230"/>
                    <a:pt x="0" y="95386"/>
                    <a:pt x="0" y="72027"/>
                  </a:cubicBezTo>
                  <a:cubicBezTo>
                    <a:pt x="0" y="48606"/>
                    <a:pt x="4089" y="30762"/>
                    <a:pt x="12268" y="18495"/>
                  </a:cubicBezTo>
                  <a:cubicBezTo>
                    <a:pt x="20508" y="6165"/>
                    <a:pt x="32403" y="0"/>
                    <a:pt x="47954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0" name="Freeform 219">
              <a:extLst>
                <a:ext uri="{FF2B5EF4-FFF2-40B4-BE49-F238E27FC236}">
                  <a16:creationId xmlns:a16="http://schemas.microsoft.com/office/drawing/2014/main" id="{9B22052E-0451-47A3-FC22-3B52AE7080E8}"/>
                </a:ext>
              </a:extLst>
            </p:cNvPr>
            <p:cNvSpPr/>
            <p:nvPr/>
          </p:nvSpPr>
          <p:spPr>
            <a:xfrm>
              <a:off x="2137012" y="1894627"/>
              <a:ext cx="95912" cy="143960"/>
            </a:xfrm>
            <a:custGeom>
              <a:avLst/>
              <a:gdLst>
                <a:gd name="connsiteX0" fmla="*/ 47956 w 95912"/>
                <a:gd name="connsiteY0" fmla="*/ 14870 h 143960"/>
                <a:gd name="connsiteX1" fmla="*/ 26117 w 95912"/>
                <a:gd name="connsiteY1" fmla="*/ 29182 h 143960"/>
                <a:gd name="connsiteX2" fmla="*/ 18866 w 95912"/>
                <a:gd name="connsiteY2" fmla="*/ 72027 h 143960"/>
                <a:gd name="connsiteX3" fmla="*/ 26117 w 95912"/>
                <a:gd name="connsiteY3" fmla="*/ 114872 h 143960"/>
                <a:gd name="connsiteX4" fmla="*/ 47956 w 95912"/>
                <a:gd name="connsiteY4" fmla="*/ 129091 h 143960"/>
                <a:gd name="connsiteX5" fmla="*/ 69798 w 95912"/>
                <a:gd name="connsiteY5" fmla="*/ 114872 h 143960"/>
                <a:gd name="connsiteX6" fmla="*/ 77139 w 95912"/>
                <a:gd name="connsiteY6" fmla="*/ 72027 h 143960"/>
                <a:gd name="connsiteX7" fmla="*/ 69798 w 95912"/>
                <a:gd name="connsiteY7" fmla="*/ 29182 h 143960"/>
                <a:gd name="connsiteX8" fmla="*/ 47956 w 95912"/>
                <a:gd name="connsiteY8" fmla="*/ 14870 h 143960"/>
                <a:gd name="connsiteX9" fmla="*/ 47956 w 95912"/>
                <a:gd name="connsiteY9" fmla="*/ 0 h 143960"/>
                <a:gd name="connsiteX10" fmla="*/ 83553 w 95912"/>
                <a:gd name="connsiteY10" fmla="*/ 18495 h 143960"/>
                <a:gd name="connsiteX11" fmla="*/ 95913 w 95912"/>
                <a:gd name="connsiteY11" fmla="*/ 72027 h 143960"/>
                <a:gd name="connsiteX12" fmla="*/ 83553 w 95912"/>
                <a:gd name="connsiteY12" fmla="*/ 125560 h 143960"/>
                <a:gd name="connsiteX13" fmla="*/ 47956 w 95912"/>
                <a:gd name="connsiteY13" fmla="*/ 143960 h 143960"/>
                <a:gd name="connsiteX14" fmla="*/ 12268 w 95912"/>
                <a:gd name="connsiteY14" fmla="*/ 125560 h 143960"/>
                <a:gd name="connsiteX15" fmla="*/ 0 w 95912"/>
                <a:gd name="connsiteY15" fmla="*/ 72027 h 143960"/>
                <a:gd name="connsiteX16" fmla="*/ 12268 w 95912"/>
                <a:gd name="connsiteY16" fmla="*/ 18495 h 143960"/>
                <a:gd name="connsiteX17" fmla="*/ 47956 w 95912"/>
                <a:gd name="connsiteY17" fmla="*/ 0 h 14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5912" h="143960">
                  <a:moveTo>
                    <a:pt x="47956" y="14870"/>
                  </a:moveTo>
                  <a:cubicBezTo>
                    <a:pt x="38290" y="14870"/>
                    <a:pt x="31011" y="19641"/>
                    <a:pt x="26117" y="29182"/>
                  </a:cubicBezTo>
                  <a:cubicBezTo>
                    <a:pt x="21283" y="38662"/>
                    <a:pt x="18866" y="52944"/>
                    <a:pt x="18866" y="72027"/>
                  </a:cubicBezTo>
                  <a:cubicBezTo>
                    <a:pt x="18866" y="91048"/>
                    <a:pt x="21283" y="105331"/>
                    <a:pt x="26117" y="114872"/>
                  </a:cubicBezTo>
                  <a:cubicBezTo>
                    <a:pt x="31011" y="124351"/>
                    <a:pt x="38290" y="129091"/>
                    <a:pt x="47956" y="129091"/>
                  </a:cubicBezTo>
                  <a:cubicBezTo>
                    <a:pt x="57685" y="129091"/>
                    <a:pt x="64966" y="124351"/>
                    <a:pt x="69798" y="114872"/>
                  </a:cubicBezTo>
                  <a:cubicBezTo>
                    <a:pt x="74692" y="105331"/>
                    <a:pt x="77139" y="91048"/>
                    <a:pt x="77139" y="72027"/>
                  </a:cubicBezTo>
                  <a:cubicBezTo>
                    <a:pt x="77139" y="52944"/>
                    <a:pt x="74692" y="38662"/>
                    <a:pt x="69798" y="29182"/>
                  </a:cubicBezTo>
                  <a:cubicBezTo>
                    <a:pt x="64966" y="19641"/>
                    <a:pt x="57685" y="14870"/>
                    <a:pt x="47956" y="14870"/>
                  </a:cubicBezTo>
                  <a:moveTo>
                    <a:pt x="47956" y="0"/>
                  </a:moveTo>
                  <a:cubicBezTo>
                    <a:pt x="63508" y="0"/>
                    <a:pt x="75372" y="6165"/>
                    <a:pt x="83553" y="18495"/>
                  </a:cubicBezTo>
                  <a:cubicBezTo>
                    <a:pt x="91794" y="30762"/>
                    <a:pt x="95913" y="48606"/>
                    <a:pt x="95913" y="72027"/>
                  </a:cubicBezTo>
                  <a:cubicBezTo>
                    <a:pt x="95913" y="95386"/>
                    <a:pt x="91794" y="113230"/>
                    <a:pt x="83553" y="125560"/>
                  </a:cubicBezTo>
                  <a:cubicBezTo>
                    <a:pt x="75372" y="137827"/>
                    <a:pt x="63508" y="143960"/>
                    <a:pt x="47956" y="143960"/>
                  </a:cubicBezTo>
                  <a:cubicBezTo>
                    <a:pt x="32405" y="143960"/>
                    <a:pt x="20508" y="137827"/>
                    <a:pt x="12268" y="125560"/>
                  </a:cubicBezTo>
                  <a:cubicBezTo>
                    <a:pt x="4089" y="113230"/>
                    <a:pt x="0" y="95386"/>
                    <a:pt x="0" y="72027"/>
                  </a:cubicBezTo>
                  <a:cubicBezTo>
                    <a:pt x="0" y="48606"/>
                    <a:pt x="4089" y="30762"/>
                    <a:pt x="12268" y="18495"/>
                  </a:cubicBezTo>
                  <a:cubicBezTo>
                    <a:pt x="20508" y="6165"/>
                    <a:pt x="32405" y="0"/>
                    <a:pt x="47956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1" name="Freeform 220">
              <a:extLst>
                <a:ext uri="{FF2B5EF4-FFF2-40B4-BE49-F238E27FC236}">
                  <a16:creationId xmlns:a16="http://schemas.microsoft.com/office/drawing/2014/main" id="{81598A04-7922-A9B1-286F-CD3904802F0B}"/>
                </a:ext>
              </a:extLst>
            </p:cNvPr>
            <p:cNvSpPr/>
            <p:nvPr/>
          </p:nvSpPr>
          <p:spPr>
            <a:xfrm>
              <a:off x="1570839" y="3585722"/>
              <a:ext cx="148006" cy="182390"/>
            </a:xfrm>
            <a:custGeom>
              <a:avLst/>
              <a:gdLst>
                <a:gd name="connsiteX0" fmla="*/ 2433 w 148006"/>
                <a:gd name="connsiteY0" fmla="*/ 0 h 182390"/>
                <a:gd name="connsiteX1" fmla="*/ 6136 w 148006"/>
                <a:gd name="connsiteY1" fmla="*/ 1375 h 182390"/>
                <a:gd name="connsiteX2" fmla="*/ 6771 w 148006"/>
                <a:gd name="connsiteY2" fmla="*/ 7299 h 182390"/>
                <a:gd name="connsiteX3" fmla="*/ 7829 w 148006"/>
                <a:gd name="connsiteY3" fmla="*/ 18832 h 182390"/>
                <a:gd name="connsiteX4" fmla="*/ 10474 w 148006"/>
                <a:gd name="connsiteY4" fmla="*/ 23381 h 182390"/>
                <a:gd name="connsiteX5" fmla="*/ 16716 w 148006"/>
                <a:gd name="connsiteY5" fmla="*/ 25497 h 182390"/>
                <a:gd name="connsiteX6" fmla="*/ 133725 w 148006"/>
                <a:gd name="connsiteY6" fmla="*/ 54802 h 182390"/>
                <a:gd name="connsiteX7" fmla="*/ 135312 w 148006"/>
                <a:gd name="connsiteY7" fmla="*/ 55119 h 182390"/>
                <a:gd name="connsiteX8" fmla="*/ 137427 w 148006"/>
                <a:gd name="connsiteY8" fmla="*/ 55436 h 182390"/>
                <a:gd name="connsiteX9" fmla="*/ 139649 w 148006"/>
                <a:gd name="connsiteY9" fmla="*/ 54591 h 182390"/>
                <a:gd name="connsiteX10" fmla="*/ 140919 w 148006"/>
                <a:gd name="connsiteY10" fmla="*/ 51311 h 182390"/>
                <a:gd name="connsiteX11" fmla="*/ 141342 w 148006"/>
                <a:gd name="connsiteY11" fmla="*/ 47186 h 182390"/>
                <a:gd name="connsiteX12" fmla="*/ 141342 w 148006"/>
                <a:gd name="connsiteY12" fmla="*/ 41366 h 182390"/>
                <a:gd name="connsiteX13" fmla="*/ 142188 w 148006"/>
                <a:gd name="connsiteY13" fmla="*/ 35759 h 182390"/>
                <a:gd name="connsiteX14" fmla="*/ 143669 w 148006"/>
                <a:gd name="connsiteY14" fmla="*/ 35335 h 182390"/>
                <a:gd name="connsiteX15" fmla="*/ 146737 w 148006"/>
                <a:gd name="connsiteY15" fmla="*/ 36183 h 182390"/>
                <a:gd name="connsiteX16" fmla="*/ 147901 w 148006"/>
                <a:gd name="connsiteY16" fmla="*/ 37664 h 182390"/>
                <a:gd name="connsiteX17" fmla="*/ 148007 w 148006"/>
                <a:gd name="connsiteY17" fmla="*/ 39567 h 182390"/>
                <a:gd name="connsiteX18" fmla="*/ 147795 w 148006"/>
                <a:gd name="connsiteY18" fmla="*/ 46549 h 182390"/>
                <a:gd name="connsiteX19" fmla="*/ 147584 w 148006"/>
                <a:gd name="connsiteY19" fmla="*/ 53744 h 182390"/>
                <a:gd name="connsiteX20" fmla="*/ 147372 w 148006"/>
                <a:gd name="connsiteY20" fmla="*/ 67604 h 182390"/>
                <a:gd name="connsiteX21" fmla="*/ 148007 w 148006"/>
                <a:gd name="connsiteY21" fmla="*/ 95110 h 182390"/>
                <a:gd name="connsiteX22" fmla="*/ 145574 w 148006"/>
                <a:gd name="connsiteY22" fmla="*/ 98073 h 182390"/>
                <a:gd name="connsiteX23" fmla="*/ 142505 w 148006"/>
                <a:gd name="connsiteY23" fmla="*/ 97332 h 182390"/>
                <a:gd name="connsiteX24" fmla="*/ 141448 w 148006"/>
                <a:gd name="connsiteY24" fmla="*/ 95851 h 182390"/>
                <a:gd name="connsiteX25" fmla="*/ 141342 w 148006"/>
                <a:gd name="connsiteY25" fmla="*/ 92888 h 182390"/>
                <a:gd name="connsiteX26" fmla="*/ 140284 w 148006"/>
                <a:gd name="connsiteY26" fmla="*/ 78394 h 182390"/>
                <a:gd name="connsiteX27" fmla="*/ 134148 w 148006"/>
                <a:gd name="connsiteY27" fmla="*/ 73210 h 182390"/>
                <a:gd name="connsiteX28" fmla="*/ 74374 w 148006"/>
                <a:gd name="connsiteY28" fmla="*/ 58293 h 182390"/>
                <a:gd name="connsiteX29" fmla="*/ 74374 w 148006"/>
                <a:gd name="connsiteY29" fmla="*/ 124309 h 182390"/>
                <a:gd name="connsiteX30" fmla="*/ 133725 w 148006"/>
                <a:gd name="connsiteY30" fmla="*/ 139120 h 182390"/>
                <a:gd name="connsiteX31" fmla="*/ 135312 w 148006"/>
                <a:gd name="connsiteY31" fmla="*/ 139437 h 182390"/>
                <a:gd name="connsiteX32" fmla="*/ 137427 w 148006"/>
                <a:gd name="connsiteY32" fmla="*/ 139756 h 182390"/>
                <a:gd name="connsiteX33" fmla="*/ 139649 w 148006"/>
                <a:gd name="connsiteY33" fmla="*/ 138909 h 182390"/>
                <a:gd name="connsiteX34" fmla="*/ 140919 w 148006"/>
                <a:gd name="connsiteY34" fmla="*/ 135629 h 182390"/>
                <a:gd name="connsiteX35" fmla="*/ 141342 w 148006"/>
                <a:gd name="connsiteY35" fmla="*/ 131503 h 182390"/>
                <a:gd name="connsiteX36" fmla="*/ 141342 w 148006"/>
                <a:gd name="connsiteY36" fmla="*/ 125684 h 182390"/>
                <a:gd name="connsiteX37" fmla="*/ 142188 w 148006"/>
                <a:gd name="connsiteY37" fmla="*/ 119972 h 182390"/>
                <a:gd name="connsiteX38" fmla="*/ 143669 w 148006"/>
                <a:gd name="connsiteY38" fmla="*/ 119549 h 182390"/>
                <a:gd name="connsiteX39" fmla="*/ 146208 w 148006"/>
                <a:gd name="connsiteY39" fmla="*/ 119972 h 182390"/>
                <a:gd name="connsiteX40" fmla="*/ 147478 w 148006"/>
                <a:gd name="connsiteY40" fmla="*/ 121135 h 182390"/>
                <a:gd name="connsiteX41" fmla="*/ 147901 w 148006"/>
                <a:gd name="connsiteY41" fmla="*/ 122406 h 182390"/>
                <a:gd name="connsiteX42" fmla="*/ 148007 w 148006"/>
                <a:gd name="connsiteY42" fmla="*/ 123885 h 182390"/>
                <a:gd name="connsiteX43" fmla="*/ 147795 w 148006"/>
                <a:gd name="connsiteY43" fmla="*/ 130869 h 182390"/>
                <a:gd name="connsiteX44" fmla="*/ 147584 w 148006"/>
                <a:gd name="connsiteY44" fmla="*/ 137957 h 182390"/>
                <a:gd name="connsiteX45" fmla="*/ 147372 w 148006"/>
                <a:gd name="connsiteY45" fmla="*/ 151815 h 182390"/>
                <a:gd name="connsiteX46" fmla="*/ 148007 w 148006"/>
                <a:gd name="connsiteY46" fmla="*/ 179321 h 182390"/>
                <a:gd name="connsiteX47" fmla="*/ 145574 w 148006"/>
                <a:gd name="connsiteY47" fmla="*/ 182391 h 182390"/>
                <a:gd name="connsiteX48" fmla="*/ 142611 w 148006"/>
                <a:gd name="connsiteY48" fmla="*/ 181650 h 182390"/>
                <a:gd name="connsiteX49" fmla="*/ 141553 w 148006"/>
                <a:gd name="connsiteY49" fmla="*/ 179958 h 182390"/>
                <a:gd name="connsiteX50" fmla="*/ 141342 w 148006"/>
                <a:gd name="connsiteY50" fmla="*/ 176571 h 182390"/>
                <a:gd name="connsiteX51" fmla="*/ 141024 w 148006"/>
                <a:gd name="connsiteY51" fmla="*/ 168108 h 182390"/>
                <a:gd name="connsiteX52" fmla="*/ 140284 w 148006"/>
                <a:gd name="connsiteY52" fmla="*/ 162924 h 182390"/>
                <a:gd name="connsiteX53" fmla="*/ 138274 w 148006"/>
                <a:gd name="connsiteY53" fmla="*/ 159750 h 182390"/>
                <a:gd name="connsiteX54" fmla="*/ 135523 w 148006"/>
                <a:gd name="connsiteY54" fmla="*/ 158058 h 182390"/>
                <a:gd name="connsiteX55" fmla="*/ 131080 w 148006"/>
                <a:gd name="connsiteY55" fmla="*/ 156787 h 182390"/>
                <a:gd name="connsiteX56" fmla="*/ 14706 w 148006"/>
                <a:gd name="connsiteY56" fmla="*/ 127800 h 182390"/>
                <a:gd name="connsiteX57" fmla="*/ 10685 w 148006"/>
                <a:gd name="connsiteY57" fmla="*/ 126954 h 182390"/>
                <a:gd name="connsiteX58" fmla="*/ 8146 w 148006"/>
                <a:gd name="connsiteY58" fmla="*/ 128223 h 182390"/>
                <a:gd name="connsiteX59" fmla="*/ 7194 w 148006"/>
                <a:gd name="connsiteY59" fmla="*/ 132772 h 182390"/>
                <a:gd name="connsiteX60" fmla="*/ 6771 w 148006"/>
                <a:gd name="connsiteY60" fmla="*/ 141025 h 182390"/>
                <a:gd name="connsiteX61" fmla="*/ 6665 w 148006"/>
                <a:gd name="connsiteY61" fmla="*/ 144622 h 182390"/>
                <a:gd name="connsiteX62" fmla="*/ 6030 w 148006"/>
                <a:gd name="connsiteY62" fmla="*/ 146314 h 182390"/>
                <a:gd name="connsiteX63" fmla="*/ 4338 w 148006"/>
                <a:gd name="connsiteY63" fmla="*/ 147055 h 182390"/>
                <a:gd name="connsiteX64" fmla="*/ 1904 w 148006"/>
                <a:gd name="connsiteY64" fmla="*/ 146738 h 182390"/>
                <a:gd name="connsiteX65" fmla="*/ 529 w 148006"/>
                <a:gd name="connsiteY65" fmla="*/ 145574 h 182390"/>
                <a:gd name="connsiteX66" fmla="*/ 106 w 148006"/>
                <a:gd name="connsiteY66" fmla="*/ 144305 h 182390"/>
                <a:gd name="connsiteX67" fmla="*/ 0 w 148006"/>
                <a:gd name="connsiteY67" fmla="*/ 142930 h 182390"/>
                <a:gd name="connsiteX68" fmla="*/ 635 w 148006"/>
                <a:gd name="connsiteY68" fmla="*/ 115000 h 182390"/>
                <a:gd name="connsiteX69" fmla="*/ 0 w 148006"/>
                <a:gd name="connsiteY69" fmla="*/ 87281 h 182390"/>
                <a:gd name="connsiteX70" fmla="*/ 2433 w 148006"/>
                <a:gd name="connsiteY70" fmla="*/ 84213 h 182390"/>
                <a:gd name="connsiteX71" fmla="*/ 6136 w 148006"/>
                <a:gd name="connsiteY71" fmla="*/ 85589 h 182390"/>
                <a:gd name="connsiteX72" fmla="*/ 6771 w 148006"/>
                <a:gd name="connsiteY72" fmla="*/ 91619 h 182390"/>
                <a:gd name="connsiteX73" fmla="*/ 7829 w 148006"/>
                <a:gd name="connsiteY73" fmla="*/ 102939 h 182390"/>
                <a:gd name="connsiteX74" fmla="*/ 10474 w 148006"/>
                <a:gd name="connsiteY74" fmla="*/ 107699 h 182390"/>
                <a:gd name="connsiteX75" fmla="*/ 16716 w 148006"/>
                <a:gd name="connsiteY75" fmla="*/ 109815 h 182390"/>
                <a:gd name="connsiteX76" fmla="*/ 67603 w 148006"/>
                <a:gd name="connsiteY76" fmla="*/ 122616 h 182390"/>
                <a:gd name="connsiteX77" fmla="*/ 67603 w 148006"/>
                <a:gd name="connsiteY77" fmla="*/ 56494 h 182390"/>
                <a:gd name="connsiteX78" fmla="*/ 14706 w 148006"/>
                <a:gd name="connsiteY78" fmla="*/ 43482 h 182390"/>
                <a:gd name="connsiteX79" fmla="*/ 10685 w 148006"/>
                <a:gd name="connsiteY79" fmla="*/ 42635 h 182390"/>
                <a:gd name="connsiteX80" fmla="*/ 8146 w 148006"/>
                <a:gd name="connsiteY80" fmla="*/ 43905 h 182390"/>
                <a:gd name="connsiteX81" fmla="*/ 7194 w 148006"/>
                <a:gd name="connsiteY81" fmla="*/ 48454 h 182390"/>
                <a:gd name="connsiteX82" fmla="*/ 6771 w 148006"/>
                <a:gd name="connsiteY82" fmla="*/ 56707 h 182390"/>
                <a:gd name="connsiteX83" fmla="*/ 6665 w 148006"/>
                <a:gd name="connsiteY83" fmla="*/ 60302 h 182390"/>
                <a:gd name="connsiteX84" fmla="*/ 6030 w 148006"/>
                <a:gd name="connsiteY84" fmla="*/ 62101 h 182390"/>
                <a:gd name="connsiteX85" fmla="*/ 4338 w 148006"/>
                <a:gd name="connsiteY85" fmla="*/ 62842 h 182390"/>
                <a:gd name="connsiteX86" fmla="*/ 1904 w 148006"/>
                <a:gd name="connsiteY86" fmla="*/ 62525 h 182390"/>
                <a:gd name="connsiteX87" fmla="*/ 529 w 148006"/>
                <a:gd name="connsiteY87" fmla="*/ 61360 h 182390"/>
                <a:gd name="connsiteX88" fmla="*/ 106 w 148006"/>
                <a:gd name="connsiteY88" fmla="*/ 60092 h 182390"/>
                <a:gd name="connsiteX89" fmla="*/ 0 w 148006"/>
                <a:gd name="connsiteY89" fmla="*/ 58717 h 182390"/>
                <a:gd name="connsiteX90" fmla="*/ 635 w 148006"/>
                <a:gd name="connsiteY90" fmla="*/ 30787 h 182390"/>
                <a:gd name="connsiteX91" fmla="*/ 0 w 148006"/>
                <a:gd name="connsiteY91" fmla="*/ 2963 h 182390"/>
                <a:gd name="connsiteX92" fmla="*/ 2433 w 148006"/>
                <a:gd name="connsiteY92" fmla="*/ 0 h 18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48006" h="182390">
                  <a:moveTo>
                    <a:pt x="2433" y="0"/>
                  </a:moveTo>
                  <a:cubicBezTo>
                    <a:pt x="4479" y="0"/>
                    <a:pt x="5713" y="458"/>
                    <a:pt x="6136" y="1375"/>
                  </a:cubicBezTo>
                  <a:cubicBezTo>
                    <a:pt x="6559" y="2222"/>
                    <a:pt x="6771" y="4198"/>
                    <a:pt x="6771" y="7299"/>
                  </a:cubicBezTo>
                  <a:cubicBezTo>
                    <a:pt x="6771" y="12589"/>
                    <a:pt x="7124" y="16433"/>
                    <a:pt x="7829" y="18832"/>
                  </a:cubicBezTo>
                  <a:cubicBezTo>
                    <a:pt x="8464" y="21159"/>
                    <a:pt x="9345" y="22676"/>
                    <a:pt x="10474" y="23381"/>
                  </a:cubicBezTo>
                  <a:cubicBezTo>
                    <a:pt x="11532" y="24015"/>
                    <a:pt x="13612" y="24720"/>
                    <a:pt x="16716" y="25497"/>
                  </a:cubicBezTo>
                  <a:lnTo>
                    <a:pt x="133725" y="54802"/>
                  </a:lnTo>
                  <a:cubicBezTo>
                    <a:pt x="133795" y="54802"/>
                    <a:pt x="134324" y="54908"/>
                    <a:pt x="135312" y="55119"/>
                  </a:cubicBezTo>
                  <a:cubicBezTo>
                    <a:pt x="136228" y="55330"/>
                    <a:pt x="136934" y="55436"/>
                    <a:pt x="137427" y="55436"/>
                  </a:cubicBezTo>
                  <a:cubicBezTo>
                    <a:pt x="138344" y="55436"/>
                    <a:pt x="139085" y="55155"/>
                    <a:pt x="139649" y="54591"/>
                  </a:cubicBezTo>
                  <a:cubicBezTo>
                    <a:pt x="140213" y="53955"/>
                    <a:pt x="140637" y="52863"/>
                    <a:pt x="140919" y="51311"/>
                  </a:cubicBezTo>
                  <a:cubicBezTo>
                    <a:pt x="141130" y="49759"/>
                    <a:pt x="141271" y="48384"/>
                    <a:pt x="141342" y="47186"/>
                  </a:cubicBezTo>
                  <a:cubicBezTo>
                    <a:pt x="141342" y="45915"/>
                    <a:pt x="141342" y="43976"/>
                    <a:pt x="141342" y="41366"/>
                  </a:cubicBezTo>
                  <a:cubicBezTo>
                    <a:pt x="141342" y="38122"/>
                    <a:pt x="141624" y="36253"/>
                    <a:pt x="142188" y="35759"/>
                  </a:cubicBezTo>
                  <a:cubicBezTo>
                    <a:pt x="142541" y="35476"/>
                    <a:pt x="143034" y="35335"/>
                    <a:pt x="143669" y="35335"/>
                  </a:cubicBezTo>
                  <a:cubicBezTo>
                    <a:pt x="145009" y="35335"/>
                    <a:pt x="146032" y="35619"/>
                    <a:pt x="146737" y="36183"/>
                  </a:cubicBezTo>
                  <a:cubicBezTo>
                    <a:pt x="147372" y="36677"/>
                    <a:pt x="147760" y="37170"/>
                    <a:pt x="147901" y="37664"/>
                  </a:cubicBezTo>
                  <a:cubicBezTo>
                    <a:pt x="147971" y="38088"/>
                    <a:pt x="148007" y="38722"/>
                    <a:pt x="148007" y="39567"/>
                  </a:cubicBezTo>
                  <a:cubicBezTo>
                    <a:pt x="148007" y="41049"/>
                    <a:pt x="147936" y="43375"/>
                    <a:pt x="147795" y="46549"/>
                  </a:cubicBezTo>
                  <a:cubicBezTo>
                    <a:pt x="147654" y="49723"/>
                    <a:pt x="147584" y="52122"/>
                    <a:pt x="147584" y="53744"/>
                  </a:cubicBezTo>
                  <a:lnTo>
                    <a:pt x="147372" y="67604"/>
                  </a:lnTo>
                  <a:lnTo>
                    <a:pt x="148007" y="95110"/>
                  </a:lnTo>
                  <a:cubicBezTo>
                    <a:pt x="148007" y="97085"/>
                    <a:pt x="147196" y="98073"/>
                    <a:pt x="145574" y="98073"/>
                  </a:cubicBezTo>
                  <a:cubicBezTo>
                    <a:pt x="144163" y="98073"/>
                    <a:pt x="143140" y="97826"/>
                    <a:pt x="142505" y="97332"/>
                  </a:cubicBezTo>
                  <a:cubicBezTo>
                    <a:pt x="141871" y="96838"/>
                    <a:pt x="141518" y="96344"/>
                    <a:pt x="141448" y="95851"/>
                  </a:cubicBezTo>
                  <a:cubicBezTo>
                    <a:pt x="141377" y="95287"/>
                    <a:pt x="141342" y="94299"/>
                    <a:pt x="141342" y="92888"/>
                  </a:cubicBezTo>
                  <a:cubicBezTo>
                    <a:pt x="141342" y="85623"/>
                    <a:pt x="140989" y="80793"/>
                    <a:pt x="140284" y="78394"/>
                  </a:cubicBezTo>
                  <a:cubicBezTo>
                    <a:pt x="139508" y="75927"/>
                    <a:pt x="137463" y="74198"/>
                    <a:pt x="134148" y="73210"/>
                  </a:cubicBezTo>
                  <a:lnTo>
                    <a:pt x="74374" y="58293"/>
                  </a:lnTo>
                  <a:lnTo>
                    <a:pt x="74374" y="124309"/>
                  </a:lnTo>
                  <a:lnTo>
                    <a:pt x="133725" y="139120"/>
                  </a:lnTo>
                  <a:cubicBezTo>
                    <a:pt x="133795" y="139120"/>
                    <a:pt x="134324" y="139226"/>
                    <a:pt x="135312" y="139437"/>
                  </a:cubicBezTo>
                  <a:cubicBezTo>
                    <a:pt x="136228" y="139650"/>
                    <a:pt x="136934" y="139756"/>
                    <a:pt x="137427" y="139756"/>
                  </a:cubicBezTo>
                  <a:cubicBezTo>
                    <a:pt x="138344" y="139756"/>
                    <a:pt x="139085" y="139473"/>
                    <a:pt x="139649" y="138909"/>
                  </a:cubicBezTo>
                  <a:cubicBezTo>
                    <a:pt x="140213" y="138275"/>
                    <a:pt x="140637" y="137181"/>
                    <a:pt x="140919" y="135629"/>
                  </a:cubicBezTo>
                  <a:cubicBezTo>
                    <a:pt x="141130" y="134077"/>
                    <a:pt x="141271" y="132702"/>
                    <a:pt x="141342" y="131503"/>
                  </a:cubicBezTo>
                  <a:cubicBezTo>
                    <a:pt x="141342" y="130233"/>
                    <a:pt x="141342" y="128293"/>
                    <a:pt x="141342" y="125684"/>
                  </a:cubicBezTo>
                  <a:cubicBezTo>
                    <a:pt x="141342" y="122440"/>
                    <a:pt x="141624" y="120537"/>
                    <a:pt x="142188" y="119972"/>
                  </a:cubicBezTo>
                  <a:cubicBezTo>
                    <a:pt x="142541" y="119689"/>
                    <a:pt x="143034" y="119549"/>
                    <a:pt x="143669" y="119549"/>
                  </a:cubicBezTo>
                  <a:cubicBezTo>
                    <a:pt x="144657" y="119549"/>
                    <a:pt x="145503" y="119689"/>
                    <a:pt x="146208" y="119972"/>
                  </a:cubicBezTo>
                  <a:cubicBezTo>
                    <a:pt x="146843" y="120183"/>
                    <a:pt x="147266" y="120571"/>
                    <a:pt x="147478" y="121135"/>
                  </a:cubicBezTo>
                  <a:cubicBezTo>
                    <a:pt x="147689" y="121629"/>
                    <a:pt x="147830" y="122052"/>
                    <a:pt x="147901" y="122406"/>
                  </a:cubicBezTo>
                  <a:cubicBezTo>
                    <a:pt x="147971" y="122757"/>
                    <a:pt x="148007" y="123251"/>
                    <a:pt x="148007" y="123885"/>
                  </a:cubicBezTo>
                  <a:cubicBezTo>
                    <a:pt x="148007" y="125367"/>
                    <a:pt x="147936" y="127695"/>
                    <a:pt x="147795" y="130869"/>
                  </a:cubicBezTo>
                  <a:cubicBezTo>
                    <a:pt x="147654" y="133971"/>
                    <a:pt x="147584" y="136333"/>
                    <a:pt x="147584" y="137957"/>
                  </a:cubicBezTo>
                  <a:lnTo>
                    <a:pt x="147372" y="151815"/>
                  </a:lnTo>
                  <a:lnTo>
                    <a:pt x="148007" y="179321"/>
                  </a:lnTo>
                  <a:cubicBezTo>
                    <a:pt x="148007" y="181367"/>
                    <a:pt x="147196" y="182391"/>
                    <a:pt x="145574" y="182391"/>
                  </a:cubicBezTo>
                  <a:cubicBezTo>
                    <a:pt x="144163" y="182391"/>
                    <a:pt x="143176" y="182144"/>
                    <a:pt x="142611" y="181650"/>
                  </a:cubicBezTo>
                  <a:cubicBezTo>
                    <a:pt x="141977" y="181156"/>
                    <a:pt x="141624" y="180592"/>
                    <a:pt x="141553" y="179958"/>
                  </a:cubicBezTo>
                  <a:cubicBezTo>
                    <a:pt x="141412" y="179321"/>
                    <a:pt x="141342" y="178193"/>
                    <a:pt x="141342" y="176571"/>
                  </a:cubicBezTo>
                  <a:cubicBezTo>
                    <a:pt x="141342" y="173044"/>
                    <a:pt x="141236" y="170223"/>
                    <a:pt x="141024" y="168108"/>
                  </a:cubicBezTo>
                  <a:cubicBezTo>
                    <a:pt x="140813" y="165992"/>
                    <a:pt x="140566" y="164263"/>
                    <a:pt x="140284" y="162924"/>
                  </a:cubicBezTo>
                  <a:cubicBezTo>
                    <a:pt x="139931" y="161513"/>
                    <a:pt x="139261" y="160455"/>
                    <a:pt x="138274" y="159750"/>
                  </a:cubicBezTo>
                  <a:cubicBezTo>
                    <a:pt x="137286" y="158974"/>
                    <a:pt x="136369" y="158410"/>
                    <a:pt x="135523" y="158058"/>
                  </a:cubicBezTo>
                  <a:cubicBezTo>
                    <a:pt x="134606" y="157705"/>
                    <a:pt x="133125" y="157281"/>
                    <a:pt x="131080" y="156787"/>
                  </a:cubicBezTo>
                  <a:lnTo>
                    <a:pt x="14706" y="127800"/>
                  </a:lnTo>
                  <a:cubicBezTo>
                    <a:pt x="12378" y="127235"/>
                    <a:pt x="11038" y="126954"/>
                    <a:pt x="10685" y="126954"/>
                  </a:cubicBezTo>
                  <a:cubicBezTo>
                    <a:pt x="9345" y="126954"/>
                    <a:pt x="8499" y="127378"/>
                    <a:pt x="8146" y="128223"/>
                  </a:cubicBezTo>
                  <a:cubicBezTo>
                    <a:pt x="7723" y="129000"/>
                    <a:pt x="7406" y="130516"/>
                    <a:pt x="7194" y="132772"/>
                  </a:cubicBezTo>
                  <a:lnTo>
                    <a:pt x="6771" y="141025"/>
                  </a:lnTo>
                  <a:cubicBezTo>
                    <a:pt x="6771" y="142717"/>
                    <a:pt x="6736" y="143918"/>
                    <a:pt x="6665" y="144622"/>
                  </a:cubicBezTo>
                  <a:cubicBezTo>
                    <a:pt x="6595" y="145257"/>
                    <a:pt x="6383" y="145821"/>
                    <a:pt x="6030" y="146314"/>
                  </a:cubicBezTo>
                  <a:cubicBezTo>
                    <a:pt x="5678" y="146808"/>
                    <a:pt x="5113" y="147055"/>
                    <a:pt x="4338" y="147055"/>
                  </a:cubicBezTo>
                  <a:cubicBezTo>
                    <a:pt x="3350" y="147055"/>
                    <a:pt x="2539" y="146949"/>
                    <a:pt x="1904" y="146738"/>
                  </a:cubicBezTo>
                  <a:cubicBezTo>
                    <a:pt x="1199" y="146455"/>
                    <a:pt x="741" y="146068"/>
                    <a:pt x="529" y="145574"/>
                  </a:cubicBezTo>
                  <a:cubicBezTo>
                    <a:pt x="317" y="145080"/>
                    <a:pt x="176" y="144656"/>
                    <a:pt x="106" y="144305"/>
                  </a:cubicBezTo>
                  <a:cubicBezTo>
                    <a:pt x="35" y="143952"/>
                    <a:pt x="0" y="143494"/>
                    <a:pt x="0" y="142930"/>
                  </a:cubicBezTo>
                  <a:lnTo>
                    <a:pt x="635" y="115000"/>
                  </a:lnTo>
                  <a:lnTo>
                    <a:pt x="0" y="87281"/>
                  </a:lnTo>
                  <a:cubicBezTo>
                    <a:pt x="0" y="85235"/>
                    <a:pt x="811" y="84213"/>
                    <a:pt x="2433" y="84213"/>
                  </a:cubicBezTo>
                  <a:cubicBezTo>
                    <a:pt x="4479" y="84213"/>
                    <a:pt x="5713" y="84671"/>
                    <a:pt x="6136" y="85589"/>
                  </a:cubicBezTo>
                  <a:cubicBezTo>
                    <a:pt x="6559" y="86506"/>
                    <a:pt x="6771" y="88515"/>
                    <a:pt x="6771" y="91619"/>
                  </a:cubicBezTo>
                  <a:cubicBezTo>
                    <a:pt x="6771" y="96768"/>
                    <a:pt x="7124" y="100540"/>
                    <a:pt x="7829" y="102939"/>
                  </a:cubicBezTo>
                  <a:cubicBezTo>
                    <a:pt x="8464" y="105338"/>
                    <a:pt x="9345" y="106924"/>
                    <a:pt x="10474" y="107699"/>
                  </a:cubicBezTo>
                  <a:cubicBezTo>
                    <a:pt x="11602" y="108403"/>
                    <a:pt x="13683" y="109110"/>
                    <a:pt x="16716" y="109815"/>
                  </a:cubicBezTo>
                  <a:lnTo>
                    <a:pt x="67603" y="122616"/>
                  </a:lnTo>
                  <a:lnTo>
                    <a:pt x="67603" y="56494"/>
                  </a:lnTo>
                  <a:lnTo>
                    <a:pt x="14706" y="43482"/>
                  </a:lnTo>
                  <a:cubicBezTo>
                    <a:pt x="12166" y="42918"/>
                    <a:pt x="10826" y="42635"/>
                    <a:pt x="10685" y="42635"/>
                  </a:cubicBezTo>
                  <a:cubicBezTo>
                    <a:pt x="9345" y="42635"/>
                    <a:pt x="8499" y="43058"/>
                    <a:pt x="8146" y="43905"/>
                  </a:cubicBezTo>
                  <a:cubicBezTo>
                    <a:pt x="7723" y="44682"/>
                    <a:pt x="7406" y="46198"/>
                    <a:pt x="7194" y="48454"/>
                  </a:cubicBezTo>
                  <a:lnTo>
                    <a:pt x="6771" y="56707"/>
                  </a:lnTo>
                  <a:cubicBezTo>
                    <a:pt x="6771" y="58399"/>
                    <a:pt x="6736" y="59598"/>
                    <a:pt x="6665" y="60302"/>
                  </a:cubicBezTo>
                  <a:cubicBezTo>
                    <a:pt x="6595" y="60939"/>
                    <a:pt x="6383" y="61537"/>
                    <a:pt x="6030" y="62101"/>
                  </a:cubicBezTo>
                  <a:cubicBezTo>
                    <a:pt x="5678" y="62595"/>
                    <a:pt x="5113" y="62842"/>
                    <a:pt x="4338" y="62842"/>
                  </a:cubicBezTo>
                  <a:cubicBezTo>
                    <a:pt x="3350" y="62842"/>
                    <a:pt x="2539" y="62736"/>
                    <a:pt x="1904" y="62525"/>
                  </a:cubicBezTo>
                  <a:cubicBezTo>
                    <a:pt x="1199" y="62242"/>
                    <a:pt x="741" y="61854"/>
                    <a:pt x="529" y="61360"/>
                  </a:cubicBezTo>
                  <a:cubicBezTo>
                    <a:pt x="317" y="60868"/>
                    <a:pt x="176" y="60445"/>
                    <a:pt x="106" y="60092"/>
                  </a:cubicBezTo>
                  <a:cubicBezTo>
                    <a:pt x="35" y="59740"/>
                    <a:pt x="0" y="59281"/>
                    <a:pt x="0" y="58717"/>
                  </a:cubicBezTo>
                  <a:lnTo>
                    <a:pt x="635" y="30787"/>
                  </a:lnTo>
                  <a:lnTo>
                    <a:pt x="0" y="2963"/>
                  </a:lnTo>
                  <a:cubicBezTo>
                    <a:pt x="0" y="988"/>
                    <a:pt x="811" y="0"/>
                    <a:pt x="2433" y="0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2" name="Freeform 221">
              <a:extLst>
                <a:ext uri="{FF2B5EF4-FFF2-40B4-BE49-F238E27FC236}">
                  <a16:creationId xmlns:a16="http://schemas.microsoft.com/office/drawing/2014/main" id="{773A11A3-3190-C79D-E2D0-050E6DDD019F}"/>
                </a:ext>
              </a:extLst>
            </p:cNvPr>
            <p:cNvSpPr/>
            <p:nvPr/>
          </p:nvSpPr>
          <p:spPr>
            <a:xfrm>
              <a:off x="1677854" y="3503799"/>
              <a:ext cx="101011" cy="60577"/>
            </a:xfrm>
            <a:custGeom>
              <a:avLst/>
              <a:gdLst>
                <a:gd name="connsiteX0" fmla="*/ 101012 w 101011"/>
                <a:gd name="connsiteY0" fmla="*/ 60577 h 60577"/>
                <a:gd name="connsiteX1" fmla="*/ 97459 w 101011"/>
                <a:gd name="connsiteY1" fmla="*/ 60354 h 60577"/>
                <a:gd name="connsiteX2" fmla="*/ 95385 w 101011"/>
                <a:gd name="connsiteY2" fmla="*/ 58875 h 60577"/>
                <a:gd name="connsiteX3" fmla="*/ 62948 w 101011"/>
                <a:gd name="connsiteY3" fmla="*/ 29771 h 60577"/>
                <a:gd name="connsiteX4" fmla="*/ 29400 w 101011"/>
                <a:gd name="connsiteY4" fmla="*/ 13847 h 60577"/>
                <a:gd name="connsiteX5" fmla="*/ 11997 w 101011"/>
                <a:gd name="connsiteY5" fmla="*/ 19179 h 60577"/>
                <a:gd name="connsiteX6" fmla="*/ 4740 w 101011"/>
                <a:gd name="connsiteY6" fmla="*/ 34139 h 60577"/>
                <a:gd name="connsiteX7" fmla="*/ 8813 w 101011"/>
                <a:gd name="connsiteY7" fmla="*/ 46433 h 60577"/>
                <a:gd name="connsiteX8" fmla="*/ 20143 w 101011"/>
                <a:gd name="connsiteY8" fmla="*/ 54653 h 60577"/>
                <a:gd name="connsiteX9" fmla="*/ 19995 w 101011"/>
                <a:gd name="connsiteY9" fmla="*/ 52654 h 60577"/>
                <a:gd name="connsiteX10" fmla="*/ 22365 w 101011"/>
                <a:gd name="connsiteY10" fmla="*/ 46802 h 60577"/>
                <a:gd name="connsiteX11" fmla="*/ 27919 w 101011"/>
                <a:gd name="connsiteY11" fmla="*/ 44656 h 60577"/>
                <a:gd name="connsiteX12" fmla="*/ 33992 w 101011"/>
                <a:gd name="connsiteY12" fmla="*/ 47322 h 60577"/>
                <a:gd name="connsiteX13" fmla="*/ 35917 w 101011"/>
                <a:gd name="connsiteY13" fmla="*/ 52505 h 60577"/>
                <a:gd name="connsiteX14" fmla="*/ 35695 w 101011"/>
                <a:gd name="connsiteY14" fmla="*/ 54948 h 60577"/>
                <a:gd name="connsiteX15" fmla="*/ 33399 w 101011"/>
                <a:gd name="connsiteY15" fmla="*/ 58429 h 60577"/>
                <a:gd name="connsiteX16" fmla="*/ 27475 w 101011"/>
                <a:gd name="connsiteY16" fmla="*/ 60577 h 60577"/>
                <a:gd name="connsiteX17" fmla="*/ 8442 w 101011"/>
                <a:gd name="connsiteY17" fmla="*/ 52580 h 60577"/>
                <a:gd name="connsiteX18" fmla="*/ 0 w 101011"/>
                <a:gd name="connsiteY18" fmla="*/ 32214 h 60577"/>
                <a:gd name="connsiteX19" fmla="*/ 8294 w 101011"/>
                <a:gd name="connsiteY19" fmla="*/ 9182 h 60577"/>
                <a:gd name="connsiteX20" fmla="*/ 29400 w 101011"/>
                <a:gd name="connsiteY20" fmla="*/ 0 h 60577"/>
                <a:gd name="connsiteX21" fmla="*/ 38065 w 101011"/>
                <a:gd name="connsiteY21" fmla="*/ 1407 h 60577"/>
                <a:gd name="connsiteX22" fmla="*/ 45322 w 101011"/>
                <a:gd name="connsiteY22" fmla="*/ 4591 h 60577"/>
                <a:gd name="connsiteX23" fmla="*/ 53617 w 101011"/>
                <a:gd name="connsiteY23" fmla="*/ 11256 h 60577"/>
                <a:gd name="connsiteX24" fmla="*/ 62355 w 101011"/>
                <a:gd name="connsiteY24" fmla="*/ 20069 h 60577"/>
                <a:gd name="connsiteX25" fmla="*/ 73686 w 101011"/>
                <a:gd name="connsiteY25" fmla="*/ 32806 h 60577"/>
                <a:gd name="connsiteX26" fmla="*/ 89312 w 101011"/>
                <a:gd name="connsiteY26" fmla="*/ 48876 h 60577"/>
                <a:gd name="connsiteX27" fmla="*/ 89312 w 101011"/>
                <a:gd name="connsiteY27" fmla="*/ 21550 h 60577"/>
                <a:gd name="connsiteX28" fmla="*/ 88128 w 101011"/>
                <a:gd name="connsiteY28" fmla="*/ 7183 h 60577"/>
                <a:gd name="connsiteX29" fmla="*/ 74650 w 101011"/>
                <a:gd name="connsiteY29" fmla="*/ 3850 h 60577"/>
                <a:gd name="connsiteX30" fmla="*/ 74650 w 101011"/>
                <a:gd name="connsiteY30" fmla="*/ 0 h 60577"/>
                <a:gd name="connsiteX31" fmla="*/ 101012 w 101011"/>
                <a:gd name="connsiteY31" fmla="*/ 4294 h 60577"/>
                <a:gd name="connsiteX32" fmla="*/ 101012 w 101011"/>
                <a:gd name="connsiteY32" fmla="*/ 60577 h 6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01011" h="60577">
                  <a:moveTo>
                    <a:pt x="101012" y="60577"/>
                  </a:moveTo>
                  <a:cubicBezTo>
                    <a:pt x="99187" y="60577"/>
                    <a:pt x="98003" y="60503"/>
                    <a:pt x="97459" y="60354"/>
                  </a:cubicBezTo>
                  <a:cubicBezTo>
                    <a:pt x="96915" y="60158"/>
                    <a:pt x="96224" y="59664"/>
                    <a:pt x="95385" y="58875"/>
                  </a:cubicBezTo>
                  <a:lnTo>
                    <a:pt x="62948" y="29771"/>
                  </a:lnTo>
                  <a:cubicBezTo>
                    <a:pt x="51000" y="19155"/>
                    <a:pt x="39818" y="13847"/>
                    <a:pt x="29400" y="13847"/>
                  </a:cubicBezTo>
                  <a:cubicBezTo>
                    <a:pt x="22637" y="13847"/>
                    <a:pt x="16835" y="15624"/>
                    <a:pt x="11997" y="19179"/>
                  </a:cubicBezTo>
                  <a:cubicBezTo>
                    <a:pt x="7159" y="22686"/>
                    <a:pt x="4740" y="27673"/>
                    <a:pt x="4740" y="34139"/>
                  </a:cubicBezTo>
                  <a:cubicBezTo>
                    <a:pt x="4740" y="38582"/>
                    <a:pt x="6097" y="42681"/>
                    <a:pt x="8813" y="46433"/>
                  </a:cubicBezTo>
                  <a:cubicBezTo>
                    <a:pt x="11528" y="50185"/>
                    <a:pt x="15305" y="52925"/>
                    <a:pt x="20143" y="54653"/>
                  </a:cubicBezTo>
                  <a:cubicBezTo>
                    <a:pt x="20045" y="54356"/>
                    <a:pt x="19995" y="53690"/>
                    <a:pt x="19995" y="52654"/>
                  </a:cubicBezTo>
                  <a:cubicBezTo>
                    <a:pt x="19995" y="50135"/>
                    <a:pt x="20785" y="48185"/>
                    <a:pt x="22365" y="46802"/>
                  </a:cubicBezTo>
                  <a:cubicBezTo>
                    <a:pt x="23945" y="45371"/>
                    <a:pt x="25796" y="44656"/>
                    <a:pt x="27919" y="44656"/>
                  </a:cubicBezTo>
                  <a:cubicBezTo>
                    <a:pt x="30635" y="44656"/>
                    <a:pt x="32659" y="45545"/>
                    <a:pt x="33992" y="47322"/>
                  </a:cubicBezTo>
                  <a:cubicBezTo>
                    <a:pt x="35276" y="49050"/>
                    <a:pt x="35917" y="50777"/>
                    <a:pt x="35917" y="52505"/>
                  </a:cubicBezTo>
                  <a:cubicBezTo>
                    <a:pt x="35917" y="53196"/>
                    <a:pt x="35843" y="54011"/>
                    <a:pt x="35695" y="54948"/>
                  </a:cubicBezTo>
                  <a:cubicBezTo>
                    <a:pt x="35547" y="55838"/>
                    <a:pt x="34782" y="56998"/>
                    <a:pt x="33399" y="58429"/>
                  </a:cubicBezTo>
                  <a:cubicBezTo>
                    <a:pt x="31968" y="59861"/>
                    <a:pt x="29993" y="60577"/>
                    <a:pt x="27475" y="60577"/>
                  </a:cubicBezTo>
                  <a:cubicBezTo>
                    <a:pt x="20415" y="60577"/>
                    <a:pt x="14071" y="57911"/>
                    <a:pt x="8442" y="52580"/>
                  </a:cubicBezTo>
                  <a:cubicBezTo>
                    <a:pt x="2814" y="47198"/>
                    <a:pt x="0" y="40410"/>
                    <a:pt x="0" y="32214"/>
                  </a:cubicBezTo>
                  <a:cubicBezTo>
                    <a:pt x="0" y="22933"/>
                    <a:pt x="2765" y="15255"/>
                    <a:pt x="8294" y="9182"/>
                  </a:cubicBezTo>
                  <a:cubicBezTo>
                    <a:pt x="13775" y="3061"/>
                    <a:pt x="20810" y="0"/>
                    <a:pt x="29400" y="0"/>
                  </a:cubicBezTo>
                  <a:cubicBezTo>
                    <a:pt x="32412" y="0"/>
                    <a:pt x="35300" y="470"/>
                    <a:pt x="38065" y="1407"/>
                  </a:cubicBezTo>
                  <a:cubicBezTo>
                    <a:pt x="40780" y="2297"/>
                    <a:pt x="43200" y="3356"/>
                    <a:pt x="45322" y="4591"/>
                  </a:cubicBezTo>
                  <a:cubicBezTo>
                    <a:pt x="47445" y="5775"/>
                    <a:pt x="50210" y="7998"/>
                    <a:pt x="53617" y="11256"/>
                  </a:cubicBezTo>
                  <a:cubicBezTo>
                    <a:pt x="57023" y="14514"/>
                    <a:pt x="59936" y="17453"/>
                    <a:pt x="62355" y="20069"/>
                  </a:cubicBezTo>
                  <a:cubicBezTo>
                    <a:pt x="64775" y="22684"/>
                    <a:pt x="68551" y="26930"/>
                    <a:pt x="73686" y="32806"/>
                  </a:cubicBezTo>
                  <a:lnTo>
                    <a:pt x="89312" y="48876"/>
                  </a:lnTo>
                  <a:lnTo>
                    <a:pt x="89312" y="21550"/>
                  </a:lnTo>
                  <a:cubicBezTo>
                    <a:pt x="89312" y="12663"/>
                    <a:pt x="88917" y="7875"/>
                    <a:pt x="88128" y="7183"/>
                  </a:cubicBezTo>
                  <a:cubicBezTo>
                    <a:pt x="86697" y="6195"/>
                    <a:pt x="82204" y="5085"/>
                    <a:pt x="74650" y="3850"/>
                  </a:cubicBezTo>
                  <a:lnTo>
                    <a:pt x="74650" y="0"/>
                  </a:lnTo>
                  <a:lnTo>
                    <a:pt x="101012" y="4294"/>
                  </a:lnTo>
                  <a:lnTo>
                    <a:pt x="101012" y="60577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3" name="Freeform 222">
              <a:extLst>
                <a:ext uri="{FF2B5EF4-FFF2-40B4-BE49-F238E27FC236}">
                  <a16:creationId xmlns:a16="http://schemas.microsoft.com/office/drawing/2014/main" id="{B53868CC-D35F-4B79-8882-01B9A271A773}"/>
                </a:ext>
              </a:extLst>
            </p:cNvPr>
            <p:cNvSpPr/>
            <p:nvPr/>
          </p:nvSpPr>
          <p:spPr>
            <a:xfrm>
              <a:off x="1556345" y="3448574"/>
              <a:ext cx="216666" cy="32691"/>
            </a:xfrm>
            <a:custGeom>
              <a:avLst/>
              <a:gdLst>
                <a:gd name="connsiteX0" fmla="*/ 216667 w 216666"/>
                <a:gd name="connsiteY0" fmla="*/ 32692 h 32691"/>
                <a:gd name="connsiteX1" fmla="*/ 0 w 216666"/>
                <a:gd name="connsiteY1" fmla="*/ 32692 h 32691"/>
                <a:gd name="connsiteX2" fmla="*/ 0 w 216666"/>
                <a:gd name="connsiteY2" fmla="*/ 0 h 32691"/>
                <a:gd name="connsiteX3" fmla="*/ 4972 w 216666"/>
                <a:gd name="connsiteY3" fmla="*/ 0 h 32691"/>
                <a:gd name="connsiteX4" fmla="*/ 4972 w 216666"/>
                <a:gd name="connsiteY4" fmla="*/ 18198 h 32691"/>
                <a:gd name="connsiteX5" fmla="*/ 211694 w 216666"/>
                <a:gd name="connsiteY5" fmla="*/ 18198 h 32691"/>
                <a:gd name="connsiteX6" fmla="*/ 211694 w 216666"/>
                <a:gd name="connsiteY6" fmla="*/ 0 h 32691"/>
                <a:gd name="connsiteX7" fmla="*/ 216667 w 216666"/>
                <a:gd name="connsiteY7" fmla="*/ 0 h 32691"/>
                <a:gd name="connsiteX8" fmla="*/ 216667 w 216666"/>
                <a:gd name="connsiteY8" fmla="*/ 32692 h 3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666" h="32691">
                  <a:moveTo>
                    <a:pt x="216667" y="32692"/>
                  </a:moveTo>
                  <a:lnTo>
                    <a:pt x="0" y="32692"/>
                  </a:lnTo>
                  <a:lnTo>
                    <a:pt x="0" y="0"/>
                  </a:lnTo>
                  <a:lnTo>
                    <a:pt x="4972" y="0"/>
                  </a:lnTo>
                  <a:lnTo>
                    <a:pt x="4972" y="18198"/>
                  </a:lnTo>
                  <a:lnTo>
                    <a:pt x="211694" y="18198"/>
                  </a:lnTo>
                  <a:lnTo>
                    <a:pt x="211694" y="0"/>
                  </a:lnTo>
                  <a:lnTo>
                    <a:pt x="216667" y="0"/>
                  </a:lnTo>
                  <a:lnTo>
                    <a:pt x="216667" y="32692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4" name="Freeform 223">
              <a:extLst>
                <a:ext uri="{FF2B5EF4-FFF2-40B4-BE49-F238E27FC236}">
                  <a16:creationId xmlns:a16="http://schemas.microsoft.com/office/drawing/2014/main" id="{D9C31C9C-1FB8-DDD3-9628-B44D6A5FA9F2}"/>
                </a:ext>
              </a:extLst>
            </p:cNvPr>
            <p:cNvSpPr/>
            <p:nvPr/>
          </p:nvSpPr>
          <p:spPr>
            <a:xfrm>
              <a:off x="1570839" y="3288452"/>
              <a:ext cx="148006" cy="133195"/>
            </a:xfrm>
            <a:custGeom>
              <a:avLst/>
              <a:gdLst>
                <a:gd name="connsiteX0" fmla="*/ 148007 w 148006"/>
                <a:gd name="connsiteY0" fmla="*/ 133196 h 133195"/>
                <a:gd name="connsiteX1" fmla="*/ 141342 w 148006"/>
                <a:gd name="connsiteY1" fmla="*/ 133196 h 133195"/>
                <a:gd name="connsiteX2" fmla="*/ 141342 w 148006"/>
                <a:gd name="connsiteY2" fmla="*/ 128012 h 133195"/>
                <a:gd name="connsiteX3" fmla="*/ 139437 w 148006"/>
                <a:gd name="connsiteY3" fmla="*/ 113625 h 133195"/>
                <a:gd name="connsiteX4" fmla="*/ 131080 w 148006"/>
                <a:gd name="connsiteY4" fmla="*/ 110873 h 133195"/>
                <a:gd name="connsiteX5" fmla="*/ 16927 w 148006"/>
                <a:gd name="connsiteY5" fmla="*/ 110873 h 133195"/>
                <a:gd name="connsiteX6" fmla="*/ 8781 w 148006"/>
                <a:gd name="connsiteY6" fmla="*/ 113625 h 133195"/>
                <a:gd name="connsiteX7" fmla="*/ 6771 w 148006"/>
                <a:gd name="connsiteY7" fmla="*/ 128012 h 133195"/>
                <a:gd name="connsiteX8" fmla="*/ 6771 w 148006"/>
                <a:gd name="connsiteY8" fmla="*/ 133196 h 133195"/>
                <a:gd name="connsiteX9" fmla="*/ 0 w 148006"/>
                <a:gd name="connsiteY9" fmla="*/ 133196 h 133195"/>
                <a:gd name="connsiteX10" fmla="*/ 0 w 148006"/>
                <a:gd name="connsiteY10" fmla="*/ 53957 h 133195"/>
                <a:gd name="connsiteX11" fmla="*/ 11109 w 148006"/>
                <a:gd name="connsiteY11" fmla="*/ 19573 h 133195"/>
                <a:gd name="connsiteX12" fmla="*/ 36605 w 148006"/>
                <a:gd name="connsiteY12" fmla="*/ 5820 h 133195"/>
                <a:gd name="connsiteX13" fmla="*/ 58081 w 148006"/>
                <a:gd name="connsiteY13" fmla="*/ 15975 h 133195"/>
                <a:gd name="connsiteX14" fmla="*/ 70671 w 148006"/>
                <a:gd name="connsiteY14" fmla="*/ 41789 h 133195"/>
                <a:gd name="connsiteX15" fmla="*/ 83472 w 148006"/>
                <a:gd name="connsiteY15" fmla="*/ 11954 h 133195"/>
                <a:gd name="connsiteX16" fmla="*/ 108334 w 148006"/>
                <a:gd name="connsiteY16" fmla="*/ 0 h 133195"/>
                <a:gd name="connsiteX17" fmla="*/ 136158 w 148006"/>
                <a:gd name="connsiteY17" fmla="*/ 13649 h 133195"/>
                <a:gd name="connsiteX18" fmla="*/ 148007 w 148006"/>
                <a:gd name="connsiteY18" fmla="*/ 48243 h 133195"/>
                <a:gd name="connsiteX19" fmla="*/ 148007 w 148006"/>
                <a:gd name="connsiteY19" fmla="*/ 133196 h 133195"/>
                <a:gd name="connsiteX20" fmla="*/ 132666 w 148006"/>
                <a:gd name="connsiteY20" fmla="*/ 92888 h 133195"/>
                <a:gd name="connsiteX21" fmla="*/ 139861 w 148006"/>
                <a:gd name="connsiteY21" fmla="*/ 91302 h 133195"/>
                <a:gd name="connsiteX22" fmla="*/ 141342 w 148006"/>
                <a:gd name="connsiteY22" fmla="*/ 82308 h 133195"/>
                <a:gd name="connsiteX23" fmla="*/ 141342 w 148006"/>
                <a:gd name="connsiteY23" fmla="*/ 55226 h 133195"/>
                <a:gd name="connsiteX24" fmla="*/ 131185 w 148006"/>
                <a:gd name="connsiteY24" fmla="*/ 30680 h 133195"/>
                <a:gd name="connsiteX25" fmla="*/ 108122 w 148006"/>
                <a:gd name="connsiteY25" fmla="*/ 21689 h 133195"/>
                <a:gd name="connsiteX26" fmla="*/ 84424 w 148006"/>
                <a:gd name="connsiteY26" fmla="*/ 29622 h 133195"/>
                <a:gd name="connsiteX27" fmla="*/ 73422 w 148006"/>
                <a:gd name="connsiteY27" fmla="*/ 52158 h 133195"/>
                <a:gd name="connsiteX28" fmla="*/ 73422 w 148006"/>
                <a:gd name="connsiteY28" fmla="*/ 92888 h 133195"/>
                <a:gd name="connsiteX29" fmla="*/ 132666 w 148006"/>
                <a:gd name="connsiteY29" fmla="*/ 92888 h 133195"/>
                <a:gd name="connsiteX30" fmla="*/ 68661 w 148006"/>
                <a:gd name="connsiteY30" fmla="*/ 92888 h 133195"/>
                <a:gd name="connsiteX31" fmla="*/ 68661 w 148006"/>
                <a:gd name="connsiteY31" fmla="*/ 61467 h 133195"/>
                <a:gd name="connsiteX32" fmla="*/ 58610 w 148006"/>
                <a:gd name="connsiteY32" fmla="*/ 35865 h 133195"/>
                <a:gd name="connsiteX33" fmla="*/ 36605 w 148006"/>
                <a:gd name="connsiteY33" fmla="*/ 26872 h 133195"/>
                <a:gd name="connsiteX34" fmla="*/ 16398 w 148006"/>
                <a:gd name="connsiteY34" fmla="*/ 34067 h 133195"/>
                <a:gd name="connsiteX35" fmla="*/ 6771 w 148006"/>
                <a:gd name="connsiteY35" fmla="*/ 55436 h 133195"/>
                <a:gd name="connsiteX36" fmla="*/ 6771 w 148006"/>
                <a:gd name="connsiteY36" fmla="*/ 82308 h 133195"/>
                <a:gd name="connsiteX37" fmla="*/ 8252 w 148006"/>
                <a:gd name="connsiteY37" fmla="*/ 91302 h 133195"/>
                <a:gd name="connsiteX38" fmla="*/ 15446 w 148006"/>
                <a:gd name="connsiteY38" fmla="*/ 92888 h 133195"/>
                <a:gd name="connsiteX39" fmla="*/ 68661 w 148006"/>
                <a:gd name="connsiteY39" fmla="*/ 92888 h 133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48006" h="133195">
                  <a:moveTo>
                    <a:pt x="148007" y="133196"/>
                  </a:moveTo>
                  <a:lnTo>
                    <a:pt x="141342" y="133196"/>
                  </a:lnTo>
                  <a:lnTo>
                    <a:pt x="141342" y="128012"/>
                  </a:lnTo>
                  <a:cubicBezTo>
                    <a:pt x="141342" y="120183"/>
                    <a:pt x="140707" y="115387"/>
                    <a:pt x="139437" y="113625"/>
                  </a:cubicBezTo>
                  <a:cubicBezTo>
                    <a:pt x="138097" y="111790"/>
                    <a:pt x="135312" y="110873"/>
                    <a:pt x="131080" y="110873"/>
                  </a:cubicBezTo>
                  <a:lnTo>
                    <a:pt x="16927" y="110873"/>
                  </a:lnTo>
                  <a:cubicBezTo>
                    <a:pt x="12766" y="110873"/>
                    <a:pt x="10051" y="111790"/>
                    <a:pt x="8781" y="113625"/>
                  </a:cubicBezTo>
                  <a:cubicBezTo>
                    <a:pt x="7441" y="115458"/>
                    <a:pt x="6771" y="120253"/>
                    <a:pt x="6771" y="128012"/>
                  </a:cubicBezTo>
                  <a:lnTo>
                    <a:pt x="6771" y="133196"/>
                  </a:lnTo>
                  <a:lnTo>
                    <a:pt x="0" y="133196"/>
                  </a:lnTo>
                  <a:lnTo>
                    <a:pt x="0" y="53957"/>
                  </a:lnTo>
                  <a:cubicBezTo>
                    <a:pt x="0" y="40204"/>
                    <a:pt x="3703" y="28741"/>
                    <a:pt x="11109" y="19573"/>
                  </a:cubicBezTo>
                  <a:cubicBezTo>
                    <a:pt x="18444" y="10405"/>
                    <a:pt x="26942" y="5820"/>
                    <a:pt x="36605" y="5820"/>
                  </a:cubicBezTo>
                  <a:cubicBezTo>
                    <a:pt x="44575" y="5820"/>
                    <a:pt x="51734" y="9204"/>
                    <a:pt x="58081" y="15975"/>
                  </a:cubicBezTo>
                  <a:cubicBezTo>
                    <a:pt x="64429" y="22676"/>
                    <a:pt x="68626" y="31280"/>
                    <a:pt x="70671" y="41789"/>
                  </a:cubicBezTo>
                  <a:cubicBezTo>
                    <a:pt x="71941" y="29799"/>
                    <a:pt x="76208" y="19854"/>
                    <a:pt x="83472" y="11954"/>
                  </a:cubicBezTo>
                  <a:cubicBezTo>
                    <a:pt x="90666" y="3985"/>
                    <a:pt x="98953" y="0"/>
                    <a:pt x="108334" y="0"/>
                  </a:cubicBezTo>
                  <a:cubicBezTo>
                    <a:pt x="118913" y="0"/>
                    <a:pt x="128188" y="4549"/>
                    <a:pt x="136158" y="13649"/>
                  </a:cubicBezTo>
                  <a:cubicBezTo>
                    <a:pt x="144057" y="22747"/>
                    <a:pt x="148007" y="34277"/>
                    <a:pt x="148007" y="48243"/>
                  </a:cubicBezTo>
                  <a:lnTo>
                    <a:pt x="148007" y="133196"/>
                  </a:lnTo>
                  <a:moveTo>
                    <a:pt x="132666" y="92888"/>
                  </a:moveTo>
                  <a:cubicBezTo>
                    <a:pt x="136405" y="92888"/>
                    <a:pt x="138803" y="92360"/>
                    <a:pt x="139861" y="91302"/>
                  </a:cubicBezTo>
                  <a:cubicBezTo>
                    <a:pt x="140848" y="90244"/>
                    <a:pt x="141342" y="87245"/>
                    <a:pt x="141342" y="82308"/>
                  </a:cubicBezTo>
                  <a:lnTo>
                    <a:pt x="141342" y="55226"/>
                  </a:lnTo>
                  <a:cubicBezTo>
                    <a:pt x="141342" y="44857"/>
                    <a:pt x="137956" y="36676"/>
                    <a:pt x="131185" y="30680"/>
                  </a:cubicBezTo>
                  <a:cubicBezTo>
                    <a:pt x="124344" y="24686"/>
                    <a:pt x="116656" y="21689"/>
                    <a:pt x="108122" y="21689"/>
                  </a:cubicBezTo>
                  <a:cubicBezTo>
                    <a:pt x="99588" y="21689"/>
                    <a:pt x="91689" y="24332"/>
                    <a:pt x="84424" y="29622"/>
                  </a:cubicBezTo>
                  <a:cubicBezTo>
                    <a:pt x="77089" y="34842"/>
                    <a:pt x="73422" y="42354"/>
                    <a:pt x="73422" y="52158"/>
                  </a:cubicBezTo>
                  <a:lnTo>
                    <a:pt x="73422" y="92888"/>
                  </a:lnTo>
                  <a:lnTo>
                    <a:pt x="132666" y="92888"/>
                  </a:lnTo>
                  <a:moveTo>
                    <a:pt x="68661" y="92888"/>
                  </a:moveTo>
                  <a:lnTo>
                    <a:pt x="68661" y="61467"/>
                  </a:lnTo>
                  <a:cubicBezTo>
                    <a:pt x="68661" y="50323"/>
                    <a:pt x="65311" y="41789"/>
                    <a:pt x="58610" y="35865"/>
                  </a:cubicBezTo>
                  <a:cubicBezTo>
                    <a:pt x="51910" y="29869"/>
                    <a:pt x="44575" y="26872"/>
                    <a:pt x="36605" y="26872"/>
                  </a:cubicBezTo>
                  <a:cubicBezTo>
                    <a:pt x="29552" y="26872"/>
                    <a:pt x="22816" y="29271"/>
                    <a:pt x="16398" y="34067"/>
                  </a:cubicBezTo>
                  <a:cubicBezTo>
                    <a:pt x="9980" y="38792"/>
                    <a:pt x="6771" y="45915"/>
                    <a:pt x="6771" y="55436"/>
                  </a:cubicBezTo>
                  <a:lnTo>
                    <a:pt x="6771" y="82308"/>
                  </a:lnTo>
                  <a:cubicBezTo>
                    <a:pt x="6771" y="87245"/>
                    <a:pt x="7265" y="90244"/>
                    <a:pt x="8252" y="91302"/>
                  </a:cubicBezTo>
                  <a:cubicBezTo>
                    <a:pt x="9240" y="92360"/>
                    <a:pt x="11638" y="92888"/>
                    <a:pt x="15446" y="92888"/>
                  </a:cubicBezTo>
                  <a:lnTo>
                    <a:pt x="68661" y="92888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5" name="Freeform 224">
              <a:extLst>
                <a:ext uri="{FF2B5EF4-FFF2-40B4-BE49-F238E27FC236}">
                  <a16:creationId xmlns:a16="http://schemas.microsoft.com/office/drawing/2014/main" id="{A9C8BE6E-788B-FED6-B9AE-2C1975C8001D}"/>
                </a:ext>
              </a:extLst>
            </p:cNvPr>
            <p:cNvSpPr/>
            <p:nvPr/>
          </p:nvSpPr>
          <p:spPr>
            <a:xfrm>
              <a:off x="1621726" y="3173791"/>
              <a:ext cx="99552" cy="83896"/>
            </a:xfrm>
            <a:custGeom>
              <a:avLst/>
              <a:gdLst>
                <a:gd name="connsiteX0" fmla="*/ 49406 w 99552"/>
                <a:gd name="connsiteY0" fmla="*/ 83896 h 83896"/>
                <a:gd name="connsiteX1" fmla="*/ 14494 w 99552"/>
                <a:gd name="connsiteY1" fmla="*/ 70777 h 83896"/>
                <a:gd name="connsiteX2" fmla="*/ 0 w 99552"/>
                <a:gd name="connsiteY2" fmla="*/ 38828 h 83896"/>
                <a:gd name="connsiteX3" fmla="*/ 12378 w 99552"/>
                <a:gd name="connsiteY3" fmla="*/ 9945 h 83896"/>
                <a:gd name="connsiteX4" fmla="*/ 42529 w 99552"/>
                <a:gd name="connsiteY4" fmla="*/ 0 h 83896"/>
                <a:gd name="connsiteX5" fmla="*/ 46444 w 99552"/>
                <a:gd name="connsiteY5" fmla="*/ 847 h 83896"/>
                <a:gd name="connsiteX6" fmla="*/ 47079 w 99552"/>
                <a:gd name="connsiteY6" fmla="*/ 5396 h 83896"/>
                <a:gd name="connsiteX7" fmla="*/ 47079 w 99552"/>
                <a:gd name="connsiteY7" fmla="*/ 65911 h 83896"/>
                <a:gd name="connsiteX8" fmla="*/ 79557 w 99552"/>
                <a:gd name="connsiteY8" fmla="*/ 59351 h 83896"/>
                <a:gd name="connsiteX9" fmla="*/ 94051 w 99552"/>
                <a:gd name="connsiteY9" fmla="*/ 34914 h 83896"/>
                <a:gd name="connsiteX10" fmla="*/ 93628 w 99552"/>
                <a:gd name="connsiteY10" fmla="*/ 30259 h 83896"/>
                <a:gd name="connsiteX11" fmla="*/ 91407 w 99552"/>
                <a:gd name="connsiteY11" fmla="*/ 22536 h 83896"/>
                <a:gd name="connsiteX12" fmla="*/ 84530 w 99552"/>
                <a:gd name="connsiteY12" fmla="*/ 12802 h 83896"/>
                <a:gd name="connsiteX13" fmla="*/ 71729 w 99552"/>
                <a:gd name="connsiteY13" fmla="*/ 5609 h 83896"/>
                <a:gd name="connsiteX14" fmla="*/ 68766 w 99552"/>
                <a:gd name="connsiteY14" fmla="*/ 2857 h 83896"/>
                <a:gd name="connsiteX15" fmla="*/ 71306 w 99552"/>
                <a:gd name="connsiteY15" fmla="*/ 0 h 83896"/>
                <a:gd name="connsiteX16" fmla="*/ 77547 w 99552"/>
                <a:gd name="connsiteY16" fmla="*/ 2116 h 83896"/>
                <a:gd name="connsiteX17" fmla="*/ 86857 w 99552"/>
                <a:gd name="connsiteY17" fmla="*/ 8042 h 83896"/>
                <a:gd name="connsiteX18" fmla="*/ 95744 w 99552"/>
                <a:gd name="connsiteY18" fmla="*/ 19573 h 83896"/>
                <a:gd name="connsiteX19" fmla="*/ 99553 w 99552"/>
                <a:gd name="connsiteY19" fmla="*/ 36183 h 83896"/>
                <a:gd name="connsiteX20" fmla="*/ 85165 w 99552"/>
                <a:gd name="connsiteY20" fmla="*/ 69613 h 83896"/>
                <a:gd name="connsiteX21" fmla="*/ 49406 w 99552"/>
                <a:gd name="connsiteY21" fmla="*/ 83896 h 83896"/>
                <a:gd name="connsiteX22" fmla="*/ 42529 w 99552"/>
                <a:gd name="connsiteY22" fmla="*/ 65698 h 83896"/>
                <a:gd name="connsiteX23" fmla="*/ 42529 w 99552"/>
                <a:gd name="connsiteY23" fmla="*/ 14283 h 83896"/>
                <a:gd name="connsiteX24" fmla="*/ 32902 w 99552"/>
                <a:gd name="connsiteY24" fmla="*/ 15130 h 83896"/>
                <a:gd name="connsiteX25" fmla="*/ 20842 w 99552"/>
                <a:gd name="connsiteY25" fmla="*/ 18198 h 83896"/>
                <a:gd name="connsiteX26" fmla="*/ 9310 w 99552"/>
                <a:gd name="connsiteY26" fmla="*/ 25710 h 83896"/>
                <a:gd name="connsiteX27" fmla="*/ 4867 w 99552"/>
                <a:gd name="connsiteY27" fmla="*/ 38828 h 83896"/>
                <a:gd name="connsiteX28" fmla="*/ 6348 w 99552"/>
                <a:gd name="connsiteY28" fmla="*/ 46128 h 83896"/>
                <a:gd name="connsiteX29" fmla="*/ 11426 w 99552"/>
                <a:gd name="connsiteY29" fmla="*/ 54380 h 83896"/>
                <a:gd name="connsiteX30" fmla="*/ 23169 w 99552"/>
                <a:gd name="connsiteY30" fmla="*/ 62103 h 83896"/>
                <a:gd name="connsiteX31" fmla="*/ 42529 w 99552"/>
                <a:gd name="connsiteY31" fmla="*/ 65698 h 83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99552" h="83896">
                  <a:moveTo>
                    <a:pt x="49406" y="83896"/>
                  </a:moveTo>
                  <a:cubicBezTo>
                    <a:pt x="35794" y="83896"/>
                    <a:pt x="24156" y="79524"/>
                    <a:pt x="14494" y="70777"/>
                  </a:cubicBezTo>
                  <a:cubicBezTo>
                    <a:pt x="4831" y="62031"/>
                    <a:pt x="0" y="51381"/>
                    <a:pt x="0" y="38828"/>
                  </a:cubicBezTo>
                  <a:cubicBezTo>
                    <a:pt x="0" y="26131"/>
                    <a:pt x="4126" y="16503"/>
                    <a:pt x="12378" y="9945"/>
                  </a:cubicBezTo>
                  <a:cubicBezTo>
                    <a:pt x="20630" y="3314"/>
                    <a:pt x="30680" y="0"/>
                    <a:pt x="42529" y="0"/>
                  </a:cubicBezTo>
                  <a:cubicBezTo>
                    <a:pt x="44716" y="0"/>
                    <a:pt x="46021" y="283"/>
                    <a:pt x="46444" y="847"/>
                  </a:cubicBezTo>
                  <a:cubicBezTo>
                    <a:pt x="46867" y="1411"/>
                    <a:pt x="47079" y="2929"/>
                    <a:pt x="47079" y="5396"/>
                  </a:cubicBezTo>
                  <a:lnTo>
                    <a:pt x="47079" y="65911"/>
                  </a:lnTo>
                  <a:cubicBezTo>
                    <a:pt x="61819" y="65911"/>
                    <a:pt x="72646" y="63725"/>
                    <a:pt x="79557" y="59351"/>
                  </a:cubicBezTo>
                  <a:cubicBezTo>
                    <a:pt x="89220" y="53286"/>
                    <a:pt x="94051" y="45140"/>
                    <a:pt x="94051" y="34914"/>
                  </a:cubicBezTo>
                  <a:cubicBezTo>
                    <a:pt x="94051" y="33503"/>
                    <a:pt x="93910" y="31951"/>
                    <a:pt x="93628" y="30259"/>
                  </a:cubicBezTo>
                  <a:cubicBezTo>
                    <a:pt x="93346" y="28566"/>
                    <a:pt x="92606" y="25991"/>
                    <a:pt x="91407" y="22536"/>
                  </a:cubicBezTo>
                  <a:cubicBezTo>
                    <a:pt x="90137" y="19079"/>
                    <a:pt x="87845" y="15835"/>
                    <a:pt x="84530" y="12802"/>
                  </a:cubicBezTo>
                  <a:cubicBezTo>
                    <a:pt x="81215" y="9768"/>
                    <a:pt x="76948" y="7371"/>
                    <a:pt x="71729" y="5609"/>
                  </a:cubicBezTo>
                  <a:cubicBezTo>
                    <a:pt x="69683" y="5185"/>
                    <a:pt x="68696" y="4268"/>
                    <a:pt x="68766" y="2857"/>
                  </a:cubicBezTo>
                  <a:cubicBezTo>
                    <a:pt x="68766" y="952"/>
                    <a:pt x="69613" y="0"/>
                    <a:pt x="71306" y="0"/>
                  </a:cubicBezTo>
                  <a:cubicBezTo>
                    <a:pt x="72575" y="0"/>
                    <a:pt x="74656" y="705"/>
                    <a:pt x="77547" y="2116"/>
                  </a:cubicBezTo>
                  <a:cubicBezTo>
                    <a:pt x="80368" y="3457"/>
                    <a:pt x="83472" y="5432"/>
                    <a:pt x="86857" y="8042"/>
                  </a:cubicBezTo>
                  <a:cubicBezTo>
                    <a:pt x="90243" y="10652"/>
                    <a:pt x="93205" y="14496"/>
                    <a:pt x="95744" y="19573"/>
                  </a:cubicBezTo>
                  <a:cubicBezTo>
                    <a:pt x="98283" y="24581"/>
                    <a:pt x="99553" y="30118"/>
                    <a:pt x="99553" y="36183"/>
                  </a:cubicBezTo>
                  <a:cubicBezTo>
                    <a:pt x="99553" y="48878"/>
                    <a:pt x="94757" y="60021"/>
                    <a:pt x="85165" y="69613"/>
                  </a:cubicBezTo>
                  <a:cubicBezTo>
                    <a:pt x="75502" y="79134"/>
                    <a:pt x="63583" y="83896"/>
                    <a:pt x="49406" y="83896"/>
                  </a:cubicBezTo>
                  <a:moveTo>
                    <a:pt x="42529" y="65698"/>
                  </a:moveTo>
                  <a:lnTo>
                    <a:pt x="42529" y="14283"/>
                  </a:lnTo>
                  <a:cubicBezTo>
                    <a:pt x="39497" y="14283"/>
                    <a:pt x="36287" y="14566"/>
                    <a:pt x="32902" y="15130"/>
                  </a:cubicBezTo>
                  <a:cubicBezTo>
                    <a:pt x="29517" y="15624"/>
                    <a:pt x="25496" y="16646"/>
                    <a:pt x="20842" y="18198"/>
                  </a:cubicBezTo>
                  <a:cubicBezTo>
                    <a:pt x="16116" y="19679"/>
                    <a:pt x="12272" y="22183"/>
                    <a:pt x="9310" y="25710"/>
                  </a:cubicBezTo>
                  <a:cubicBezTo>
                    <a:pt x="6348" y="29237"/>
                    <a:pt x="4867" y="33609"/>
                    <a:pt x="4867" y="38828"/>
                  </a:cubicBezTo>
                  <a:cubicBezTo>
                    <a:pt x="4867" y="41155"/>
                    <a:pt x="5360" y="43588"/>
                    <a:pt x="6348" y="46128"/>
                  </a:cubicBezTo>
                  <a:cubicBezTo>
                    <a:pt x="7335" y="48595"/>
                    <a:pt x="9028" y="51347"/>
                    <a:pt x="11426" y="54380"/>
                  </a:cubicBezTo>
                  <a:cubicBezTo>
                    <a:pt x="13824" y="57414"/>
                    <a:pt x="17738" y="59987"/>
                    <a:pt x="23169" y="62103"/>
                  </a:cubicBezTo>
                  <a:cubicBezTo>
                    <a:pt x="28600" y="64219"/>
                    <a:pt x="35053" y="65417"/>
                    <a:pt x="42529" y="65698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6" name="Freeform 225">
              <a:extLst>
                <a:ext uri="{FF2B5EF4-FFF2-40B4-BE49-F238E27FC236}">
                  <a16:creationId xmlns:a16="http://schemas.microsoft.com/office/drawing/2014/main" id="{98B8772E-131D-D59E-2606-9A85C2519E26}"/>
                </a:ext>
              </a:extLst>
            </p:cNvPr>
            <p:cNvSpPr/>
            <p:nvPr/>
          </p:nvSpPr>
          <p:spPr>
            <a:xfrm>
              <a:off x="1623102" y="3093996"/>
              <a:ext cx="95744" cy="72786"/>
            </a:xfrm>
            <a:custGeom>
              <a:avLst/>
              <a:gdLst>
                <a:gd name="connsiteX0" fmla="*/ 95744 w 95744"/>
                <a:gd name="connsiteY0" fmla="*/ 72787 h 72786"/>
                <a:gd name="connsiteX1" fmla="*/ 89079 w 95744"/>
                <a:gd name="connsiteY1" fmla="*/ 72787 h 72786"/>
                <a:gd name="connsiteX2" fmla="*/ 87704 w 95744"/>
                <a:gd name="connsiteY2" fmla="*/ 58610 h 72786"/>
                <a:gd name="connsiteX3" fmla="*/ 79240 w 95744"/>
                <a:gd name="connsiteY3" fmla="*/ 55860 h 72786"/>
                <a:gd name="connsiteX4" fmla="*/ 21159 w 95744"/>
                <a:gd name="connsiteY4" fmla="*/ 55860 h 72786"/>
                <a:gd name="connsiteX5" fmla="*/ 11108 w 95744"/>
                <a:gd name="connsiteY5" fmla="*/ 58717 h 72786"/>
                <a:gd name="connsiteX6" fmla="*/ 9098 w 95744"/>
                <a:gd name="connsiteY6" fmla="*/ 72787 h 72786"/>
                <a:gd name="connsiteX7" fmla="*/ 2327 w 95744"/>
                <a:gd name="connsiteY7" fmla="*/ 72787 h 72786"/>
                <a:gd name="connsiteX8" fmla="*/ 0 w 95744"/>
                <a:gd name="connsiteY8" fmla="*/ 42635 h 72786"/>
                <a:gd name="connsiteX9" fmla="*/ 23804 w 95744"/>
                <a:gd name="connsiteY9" fmla="*/ 42635 h 72786"/>
                <a:gd name="connsiteX10" fmla="*/ 7300 w 95744"/>
                <a:gd name="connsiteY10" fmla="*/ 33113 h 72786"/>
                <a:gd name="connsiteX11" fmla="*/ 0 w 95744"/>
                <a:gd name="connsiteY11" fmla="*/ 15975 h 72786"/>
                <a:gd name="connsiteX12" fmla="*/ 3914 w 95744"/>
                <a:gd name="connsiteY12" fmla="*/ 4549 h 72786"/>
                <a:gd name="connsiteX13" fmla="*/ 13224 w 95744"/>
                <a:gd name="connsiteY13" fmla="*/ 0 h 72786"/>
                <a:gd name="connsiteX14" fmla="*/ 20418 w 95744"/>
                <a:gd name="connsiteY14" fmla="*/ 2963 h 72786"/>
                <a:gd name="connsiteX15" fmla="*/ 22746 w 95744"/>
                <a:gd name="connsiteY15" fmla="*/ 9311 h 72786"/>
                <a:gd name="connsiteX16" fmla="*/ 20313 w 95744"/>
                <a:gd name="connsiteY16" fmla="*/ 15975 h 72786"/>
                <a:gd name="connsiteX17" fmla="*/ 13436 w 95744"/>
                <a:gd name="connsiteY17" fmla="*/ 18619 h 72786"/>
                <a:gd name="connsiteX18" fmla="*/ 8781 w 95744"/>
                <a:gd name="connsiteY18" fmla="*/ 17455 h 72786"/>
                <a:gd name="connsiteX19" fmla="*/ 5924 w 95744"/>
                <a:gd name="connsiteY19" fmla="*/ 15235 h 72786"/>
                <a:gd name="connsiteX20" fmla="*/ 4972 w 95744"/>
                <a:gd name="connsiteY20" fmla="*/ 13647 h 72786"/>
                <a:gd name="connsiteX21" fmla="*/ 4761 w 95744"/>
                <a:gd name="connsiteY21" fmla="*/ 15975 h 72786"/>
                <a:gd name="connsiteX22" fmla="*/ 16715 w 95744"/>
                <a:gd name="connsiteY22" fmla="*/ 34806 h 72786"/>
                <a:gd name="connsiteX23" fmla="*/ 45492 w 95744"/>
                <a:gd name="connsiteY23" fmla="*/ 41577 h 72786"/>
                <a:gd name="connsiteX24" fmla="*/ 78817 w 95744"/>
                <a:gd name="connsiteY24" fmla="*/ 41577 h 72786"/>
                <a:gd name="connsiteX25" fmla="*/ 87069 w 95744"/>
                <a:gd name="connsiteY25" fmla="*/ 39037 h 72786"/>
                <a:gd name="connsiteX26" fmla="*/ 89079 w 95744"/>
                <a:gd name="connsiteY26" fmla="*/ 25073 h 72786"/>
                <a:gd name="connsiteX27" fmla="*/ 89079 w 95744"/>
                <a:gd name="connsiteY27" fmla="*/ 20524 h 72786"/>
                <a:gd name="connsiteX28" fmla="*/ 95744 w 95744"/>
                <a:gd name="connsiteY28" fmla="*/ 20524 h 72786"/>
                <a:gd name="connsiteX29" fmla="*/ 95109 w 95744"/>
                <a:gd name="connsiteY29" fmla="*/ 48031 h 72786"/>
                <a:gd name="connsiteX30" fmla="*/ 95215 w 95744"/>
                <a:gd name="connsiteY30" fmla="*/ 54802 h 72786"/>
                <a:gd name="connsiteX31" fmla="*/ 95532 w 95744"/>
                <a:gd name="connsiteY31" fmla="*/ 64323 h 72786"/>
                <a:gd name="connsiteX32" fmla="*/ 95744 w 95744"/>
                <a:gd name="connsiteY32" fmla="*/ 72787 h 72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5744" h="72786">
                  <a:moveTo>
                    <a:pt x="95744" y="72787"/>
                  </a:moveTo>
                  <a:lnTo>
                    <a:pt x="89079" y="72787"/>
                  </a:lnTo>
                  <a:cubicBezTo>
                    <a:pt x="89079" y="65098"/>
                    <a:pt x="88621" y="60373"/>
                    <a:pt x="87704" y="58610"/>
                  </a:cubicBezTo>
                  <a:cubicBezTo>
                    <a:pt x="86716" y="56777"/>
                    <a:pt x="83895" y="55860"/>
                    <a:pt x="79240" y="55860"/>
                  </a:cubicBezTo>
                  <a:lnTo>
                    <a:pt x="21159" y="55860"/>
                  </a:lnTo>
                  <a:cubicBezTo>
                    <a:pt x="15799" y="55860"/>
                    <a:pt x="12448" y="56811"/>
                    <a:pt x="11108" y="58717"/>
                  </a:cubicBezTo>
                  <a:cubicBezTo>
                    <a:pt x="9768" y="60549"/>
                    <a:pt x="9098" y="65241"/>
                    <a:pt x="9098" y="72787"/>
                  </a:cubicBezTo>
                  <a:lnTo>
                    <a:pt x="2327" y="72787"/>
                  </a:lnTo>
                  <a:lnTo>
                    <a:pt x="0" y="42635"/>
                  </a:lnTo>
                  <a:lnTo>
                    <a:pt x="23804" y="42635"/>
                  </a:lnTo>
                  <a:cubicBezTo>
                    <a:pt x="17597" y="40589"/>
                    <a:pt x="12096" y="37415"/>
                    <a:pt x="7300" y="33113"/>
                  </a:cubicBezTo>
                  <a:cubicBezTo>
                    <a:pt x="2433" y="28741"/>
                    <a:pt x="0" y="23028"/>
                    <a:pt x="0" y="15975"/>
                  </a:cubicBezTo>
                  <a:cubicBezTo>
                    <a:pt x="0" y="11320"/>
                    <a:pt x="1305" y="7510"/>
                    <a:pt x="3914" y="4549"/>
                  </a:cubicBezTo>
                  <a:cubicBezTo>
                    <a:pt x="6524" y="1516"/>
                    <a:pt x="9627" y="0"/>
                    <a:pt x="13224" y="0"/>
                  </a:cubicBezTo>
                  <a:cubicBezTo>
                    <a:pt x="16398" y="0"/>
                    <a:pt x="18796" y="988"/>
                    <a:pt x="20418" y="2963"/>
                  </a:cubicBezTo>
                  <a:cubicBezTo>
                    <a:pt x="21970" y="4866"/>
                    <a:pt x="22746" y="6982"/>
                    <a:pt x="22746" y="9311"/>
                  </a:cubicBezTo>
                  <a:cubicBezTo>
                    <a:pt x="22746" y="11918"/>
                    <a:pt x="21935" y="14141"/>
                    <a:pt x="20313" y="15975"/>
                  </a:cubicBezTo>
                  <a:cubicBezTo>
                    <a:pt x="18620" y="17738"/>
                    <a:pt x="16328" y="18619"/>
                    <a:pt x="13436" y="18619"/>
                  </a:cubicBezTo>
                  <a:cubicBezTo>
                    <a:pt x="11673" y="18619"/>
                    <a:pt x="10121" y="18232"/>
                    <a:pt x="8781" y="17455"/>
                  </a:cubicBezTo>
                  <a:cubicBezTo>
                    <a:pt x="7370" y="16610"/>
                    <a:pt x="6418" y="15869"/>
                    <a:pt x="5924" y="15235"/>
                  </a:cubicBezTo>
                  <a:cubicBezTo>
                    <a:pt x="5431" y="14598"/>
                    <a:pt x="5113" y="14070"/>
                    <a:pt x="4972" y="13647"/>
                  </a:cubicBezTo>
                  <a:cubicBezTo>
                    <a:pt x="4831" y="13930"/>
                    <a:pt x="4761" y="14705"/>
                    <a:pt x="4761" y="15975"/>
                  </a:cubicBezTo>
                  <a:cubicBezTo>
                    <a:pt x="4761" y="23945"/>
                    <a:pt x="8746" y="30222"/>
                    <a:pt x="16715" y="34806"/>
                  </a:cubicBezTo>
                  <a:cubicBezTo>
                    <a:pt x="24615" y="39320"/>
                    <a:pt x="34207" y="41577"/>
                    <a:pt x="45492" y="41577"/>
                  </a:cubicBezTo>
                  <a:lnTo>
                    <a:pt x="78817" y="41577"/>
                  </a:lnTo>
                  <a:cubicBezTo>
                    <a:pt x="82978" y="41577"/>
                    <a:pt x="85729" y="40730"/>
                    <a:pt x="87069" y="39037"/>
                  </a:cubicBezTo>
                  <a:cubicBezTo>
                    <a:pt x="88409" y="37275"/>
                    <a:pt x="89079" y="32619"/>
                    <a:pt x="89079" y="25073"/>
                  </a:cubicBezTo>
                  <a:lnTo>
                    <a:pt x="89079" y="20524"/>
                  </a:lnTo>
                  <a:lnTo>
                    <a:pt x="95744" y="20524"/>
                  </a:lnTo>
                  <a:cubicBezTo>
                    <a:pt x="95321" y="26308"/>
                    <a:pt x="95109" y="35476"/>
                    <a:pt x="95109" y="48031"/>
                  </a:cubicBezTo>
                  <a:cubicBezTo>
                    <a:pt x="95109" y="49793"/>
                    <a:pt x="95145" y="52050"/>
                    <a:pt x="95215" y="54802"/>
                  </a:cubicBezTo>
                  <a:cubicBezTo>
                    <a:pt x="95286" y="57552"/>
                    <a:pt x="95391" y="60726"/>
                    <a:pt x="95532" y="64323"/>
                  </a:cubicBezTo>
                  <a:cubicBezTo>
                    <a:pt x="95674" y="67921"/>
                    <a:pt x="95744" y="70741"/>
                    <a:pt x="95744" y="72787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7" name="Freeform 226">
              <a:extLst>
                <a:ext uri="{FF2B5EF4-FFF2-40B4-BE49-F238E27FC236}">
                  <a16:creationId xmlns:a16="http://schemas.microsoft.com/office/drawing/2014/main" id="{1A6E8B9B-F1C6-E2CD-3FB7-2E93385A6CB3}"/>
                </a:ext>
              </a:extLst>
            </p:cNvPr>
            <p:cNvSpPr/>
            <p:nvPr/>
          </p:nvSpPr>
          <p:spPr>
            <a:xfrm>
              <a:off x="1556345" y="3032710"/>
              <a:ext cx="216666" cy="50253"/>
            </a:xfrm>
            <a:custGeom>
              <a:avLst/>
              <a:gdLst>
                <a:gd name="connsiteX0" fmla="*/ 108334 w 216666"/>
                <a:gd name="connsiteY0" fmla="*/ 50253 h 50253"/>
                <a:gd name="connsiteX1" fmla="*/ 42212 w 216666"/>
                <a:gd name="connsiteY1" fmla="*/ 36604 h 50253"/>
                <a:gd name="connsiteX2" fmla="*/ 19466 w 216666"/>
                <a:gd name="connsiteY2" fmla="*/ 22640 h 50253"/>
                <a:gd name="connsiteX3" fmla="*/ 4549 w 216666"/>
                <a:gd name="connsiteY3" fmla="*/ 9098 h 50253"/>
                <a:gd name="connsiteX4" fmla="*/ 0 w 216666"/>
                <a:gd name="connsiteY4" fmla="*/ 2222 h 50253"/>
                <a:gd name="connsiteX5" fmla="*/ 2116 w 216666"/>
                <a:gd name="connsiteY5" fmla="*/ 0 h 50253"/>
                <a:gd name="connsiteX6" fmla="*/ 5819 w 216666"/>
                <a:gd name="connsiteY6" fmla="*/ 2857 h 50253"/>
                <a:gd name="connsiteX7" fmla="*/ 108334 w 216666"/>
                <a:gd name="connsiteY7" fmla="*/ 37662 h 50253"/>
                <a:gd name="connsiteX8" fmla="*/ 209685 w 216666"/>
                <a:gd name="connsiteY8" fmla="*/ 3702 h 50253"/>
                <a:gd name="connsiteX9" fmla="*/ 214551 w 216666"/>
                <a:gd name="connsiteY9" fmla="*/ 0 h 50253"/>
                <a:gd name="connsiteX10" fmla="*/ 216667 w 216666"/>
                <a:gd name="connsiteY10" fmla="*/ 2222 h 50253"/>
                <a:gd name="connsiteX11" fmla="*/ 212331 w 216666"/>
                <a:gd name="connsiteY11" fmla="*/ 8887 h 50253"/>
                <a:gd name="connsiteX12" fmla="*/ 198047 w 216666"/>
                <a:gd name="connsiteY12" fmla="*/ 22110 h 50253"/>
                <a:gd name="connsiteX13" fmla="*/ 175937 w 216666"/>
                <a:gd name="connsiteY13" fmla="*/ 35970 h 50253"/>
                <a:gd name="connsiteX14" fmla="*/ 108334 w 216666"/>
                <a:gd name="connsiteY14" fmla="*/ 50253 h 50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6666" h="50253">
                  <a:moveTo>
                    <a:pt x="108334" y="50253"/>
                  </a:moveTo>
                  <a:cubicBezTo>
                    <a:pt x="83930" y="50253"/>
                    <a:pt x="61890" y="45704"/>
                    <a:pt x="42212" y="36604"/>
                  </a:cubicBezTo>
                  <a:cubicBezTo>
                    <a:pt x="33960" y="32726"/>
                    <a:pt x="26378" y="28070"/>
                    <a:pt x="19466" y="22640"/>
                  </a:cubicBezTo>
                  <a:cubicBezTo>
                    <a:pt x="12554" y="17210"/>
                    <a:pt x="7582" y="12695"/>
                    <a:pt x="4549" y="9098"/>
                  </a:cubicBezTo>
                  <a:cubicBezTo>
                    <a:pt x="1516" y="5500"/>
                    <a:pt x="0" y="3208"/>
                    <a:pt x="0" y="2222"/>
                  </a:cubicBezTo>
                  <a:cubicBezTo>
                    <a:pt x="0" y="811"/>
                    <a:pt x="705" y="70"/>
                    <a:pt x="2116" y="0"/>
                  </a:cubicBezTo>
                  <a:cubicBezTo>
                    <a:pt x="2821" y="0"/>
                    <a:pt x="4055" y="952"/>
                    <a:pt x="5819" y="2857"/>
                  </a:cubicBezTo>
                  <a:cubicBezTo>
                    <a:pt x="29517" y="26131"/>
                    <a:pt x="63688" y="37732"/>
                    <a:pt x="108334" y="37662"/>
                  </a:cubicBezTo>
                  <a:cubicBezTo>
                    <a:pt x="153120" y="37662"/>
                    <a:pt x="186904" y="26342"/>
                    <a:pt x="209685" y="3702"/>
                  </a:cubicBezTo>
                  <a:cubicBezTo>
                    <a:pt x="212154" y="1235"/>
                    <a:pt x="213776" y="0"/>
                    <a:pt x="214551" y="0"/>
                  </a:cubicBezTo>
                  <a:cubicBezTo>
                    <a:pt x="215962" y="0"/>
                    <a:pt x="216667" y="741"/>
                    <a:pt x="216667" y="2222"/>
                  </a:cubicBezTo>
                  <a:cubicBezTo>
                    <a:pt x="216667" y="3208"/>
                    <a:pt x="215221" y="5430"/>
                    <a:pt x="212331" y="8887"/>
                  </a:cubicBezTo>
                  <a:cubicBezTo>
                    <a:pt x="209438" y="12342"/>
                    <a:pt x="204678" y="16750"/>
                    <a:pt x="198047" y="22110"/>
                  </a:cubicBezTo>
                  <a:cubicBezTo>
                    <a:pt x="191417" y="27472"/>
                    <a:pt x="184047" y="32091"/>
                    <a:pt x="175937" y="35970"/>
                  </a:cubicBezTo>
                  <a:cubicBezTo>
                    <a:pt x="156259" y="45491"/>
                    <a:pt x="133725" y="50253"/>
                    <a:pt x="108334" y="50253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8" name="Freeform 227">
              <a:extLst>
                <a:ext uri="{FF2B5EF4-FFF2-40B4-BE49-F238E27FC236}">
                  <a16:creationId xmlns:a16="http://schemas.microsoft.com/office/drawing/2014/main" id="{39D348EC-05EA-0045-6645-6DC9F39D1068}"/>
                </a:ext>
              </a:extLst>
            </p:cNvPr>
            <p:cNvSpPr/>
            <p:nvPr/>
          </p:nvSpPr>
          <p:spPr>
            <a:xfrm>
              <a:off x="1653147" y="3041856"/>
              <a:ext cx="23063" cy="22957"/>
            </a:xfrm>
            <a:custGeom>
              <a:avLst/>
              <a:gdLst>
                <a:gd name="connsiteX0" fmla="*/ 3491 w 23063"/>
                <a:gd name="connsiteY0" fmla="*/ 3385 h 22957"/>
                <a:gd name="connsiteX1" fmla="*/ 11532 w 23063"/>
                <a:gd name="connsiteY1" fmla="*/ 0 h 22957"/>
                <a:gd name="connsiteX2" fmla="*/ 19678 w 23063"/>
                <a:gd name="connsiteY2" fmla="*/ 3385 h 22957"/>
                <a:gd name="connsiteX3" fmla="*/ 23063 w 23063"/>
                <a:gd name="connsiteY3" fmla="*/ 11424 h 22957"/>
                <a:gd name="connsiteX4" fmla="*/ 19678 w 23063"/>
                <a:gd name="connsiteY4" fmla="*/ 19571 h 22957"/>
                <a:gd name="connsiteX5" fmla="*/ 11532 w 23063"/>
                <a:gd name="connsiteY5" fmla="*/ 22957 h 22957"/>
                <a:gd name="connsiteX6" fmla="*/ 3491 w 23063"/>
                <a:gd name="connsiteY6" fmla="*/ 19571 h 22957"/>
                <a:gd name="connsiteX7" fmla="*/ 0 w 23063"/>
                <a:gd name="connsiteY7" fmla="*/ 11424 h 22957"/>
                <a:gd name="connsiteX8" fmla="*/ 3491 w 23063"/>
                <a:gd name="connsiteY8" fmla="*/ 3385 h 2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63" h="22957">
                  <a:moveTo>
                    <a:pt x="3491" y="3385"/>
                  </a:moveTo>
                  <a:cubicBezTo>
                    <a:pt x="5748" y="1128"/>
                    <a:pt x="8428" y="0"/>
                    <a:pt x="11532" y="0"/>
                  </a:cubicBezTo>
                  <a:cubicBezTo>
                    <a:pt x="14635" y="0"/>
                    <a:pt x="17350" y="1128"/>
                    <a:pt x="19678" y="3385"/>
                  </a:cubicBezTo>
                  <a:cubicBezTo>
                    <a:pt x="21935" y="5643"/>
                    <a:pt x="23063" y="8323"/>
                    <a:pt x="23063" y="11424"/>
                  </a:cubicBezTo>
                  <a:cubicBezTo>
                    <a:pt x="23063" y="14528"/>
                    <a:pt x="21935" y="17244"/>
                    <a:pt x="19678" y="19571"/>
                  </a:cubicBezTo>
                  <a:cubicBezTo>
                    <a:pt x="17350" y="21829"/>
                    <a:pt x="14635" y="22957"/>
                    <a:pt x="11532" y="22957"/>
                  </a:cubicBezTo>
                  <a:cubicBezTo>
                    <a:pt x="8428" y="22957"/>
                    <a:pt x="5748" y="21829"/>
                    <a:pt x="3491" y="19571"/>
                  </a:cubicBezTo>
                  <a:cubicBezTo>
                    <a:pt x="1164" y="17244"/>
                    <a:pt x="0" y="14528"/>
                    <a:pt x="0" y="11424"/>
                  </a:cubicBezTo>
                  <a:cubicBezTo>
                    <a:pt x="0" y="8323"/>
                    <a:pt x="1164" y="5643"/>
                    <a:pt x="3491" y="3385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29" name="Freeform 228">
              <a:extLst>
                <a:ext uri="{FF2B5EF4-FFF2-40B4-BE49-F238E27FC236}">
                  <a16:creationId xmlns:a16="http://schemas.microsoft.com/office/drawing/2014/main" id="{DC1401F0-E637-9B56-B925-D0AF20D23DCD}"/>
                </a:ext>
              </a:extLst>
            </p:cNvPr>
            <p:cNvSpPr/>
            <p:nvPr/>
          </p:nvSpPr>
          <p:spPr>
            <a:xfrm>
              <a:off x="1625641" y="2979595"/>
              <a:ext cx="134993" cy="25601"/>
            </a:xfrm>
            <a:custGeom>
              <a:avLst/>
              <a:gdLst>
                <a:gd name="connsiteX0" fmla="*/ 19255 w 134993"/>
                <a:gd name="connsiteY0" fmla="*/ 22321 h 25601"/>
                <a:gd name="connsiteX1" fmla="*/ 11214 w 134993"/>
                <a:gd name="connsiteY1" fmla="*/ 25601 h 25601"/>
                <a:gd name="connsiteX2" fmla="*/ 3385 w 134993"/>
                <a:gd name="connsiteY2" fmla="*/ 22321 h 25601"/>
                <a:gd name="connsiteX3" fmla="*/ 0 w 134993"/>
                <a:gd name="connsiteY3" fmla="*/ 14070 h 25601"/>
                <a:gd name="connsiteX4" fmla="*/ 3174 w 134993"/>
                <a:gd name="connsiteY4" fmla="*/ 6135 h 25601"/>
                <a:gd name="connsiteX5" fmla="*/ 11320 w 134993"/>
                <a:gd name="connsiteY5" fmla="*/ 2855 h 25601"/>
                <a:gd name="connsiteX6" fmla="*/ 19572 w 134993"/>
                <a:gd name="connsiteY6" fmla="*/ 6348 h 25601"/>
                <a:gd name="connsiteX7" fmla="*/ 22746 w 134993"/>
                <a:gd name="connsiteY7" fmla="*/ 14070 h 25601"/>
                <a:gd name="connsiteX8" fmla="*/ 19255 w 134993"/>
                <a:gd name="connsiteY8" fmla="*/ 22321 h 25601"/>
                <a:gd name="connsiteX9" fmla="*/ 89714 w 134993"/>
                <a:gd name="connsiteY9" fmla="*/ 22321 h 25601"/>
                <a:gd name="connsiteX10" fmla="*/ 81674 w 134993"/>
                <a:gd name="connsiteY10" fmla="*/ 25391 h 25601"/>
                <a:gd name="connsiteX11" fmla="*/ 73739 w 134993"/>
                <a:gd name="connsiteY11" fmla="*/ 22427 h 25601"/>
                <a:gd name="connsiteX12" fmla="*/ 70248 w 134993"/>
                <a:gd name="connsiteY12" fmla="*/ 13857 h 25601"/>
                <a:gd name="connsiteX13" fmla="*/ 76489 w 134993"/>
                <a:gd name="connsiteY13" fmla="*/ 3702 h 25601"/>
                <a:gd name="connsiteX14" fmla="*/ 92993 w 134993"/>
                <a:gd name="connsiteY14" fmla="*/ 0 h 25601"/>
                <a:gd name="connsiteX15" fmla="*/ 114576 w 134993"/>
                <a:gd name="connsiteY15" fmla="*/ 4549 h 25601"/>
                <a:gd name="connsiteX16" fmla="*/ 130021 w 134993"/>
                <a:gd name="connsiteY16" fmla="*/ 13540 h 25601"/>
                <a:gd name="connsiteX17" fmla="*/ 134993 w 134993"/>
                <a:gd name="connsiteY17" fmla="*/ 19784 h 25601"/>
                <a:gd name="connsiteX18" fmla="*/ 132666 w 134993"/>
                <a:gd name="connsiteY18" fmla="*/ 21899 h 25601"/>
                <a:gd name="connsiteX19" fmla="*/ 130233 w 134993"/>
                <a:gd name="connsiteY19" fmla="*/ 20418 h 25601"/>
                <a:gd name="connsiteX20" fmla="*/ 92993 w 134993"/>
                <a:gd name="connsiteY20" fmla="*/ 4760 h 25601"/>
                <a:gd name="connsiteX21" fmla="*/ 89714 w 134993"/>
                <a:gd name="connsiteY21" fmla="*/ 5183 h 25601"/>
                <a:gd name="connsiteX22" fmla="*/ 90137 w 134993"/>
                <a:gd name="connsiteY22" fmla="*/ 5711 h 25601"/>
                <a:gd name="connsiteX23" fmla="*/ 93205 w 134993"/>
                <a:gd name="connsiteY23" fmla="*/ 13857 h 25601"/>
                <a:gd name="connsiteX24" fmla="*/ 89714 w 134993"/>
                <a:gd name="connsiteY24" fmla="*/ 22321 h 2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4993" h="25601">
                  <a:moveTo>
                    <a:pt x="19255" y="22321"/>
                  </a:moveTo>
                  <a:cubicBezTo>
                    <a:pt x="16927" y="24507"/>
                    <a:pt x="14247" y="25601"/>
                    <a:pt x="11214" y="25601"/>
                  </a:cubicBezTo>
                  <a:cubicBezTo>
                    <a:pt x="8181" y="25601"/>
                    <a:pt x="5572" y="24507"/>
                    <a:pt x="3385" y="22321"/>
                  </a:cubicBezTo>
                  <a:cubicBezTo>
                    <a:pt x="1128" y="20135"/>
                    <a:pt x="0" y="17385"/>
                    <a:pt x="0" y="14070"/>
                  </a:cubicBezTo>
                  <a:cubicBezTo>
                    <a:pt x="0" y="10897"/>
                    <a:pt x="1058" y="8251"/>
                    <a:pt x="3174" y="6135"/>
                  </a:cubicBezTo>
                  <a:cubicBezTo>
                    <a:pt x="5219" y="3949"/>
                    <a:pt x="7935" y="2855"/>
                    <a:pt x="11320" y="2855"/>
                  </a:cubicBezTo>
                  <a:cubicBezTo>
                    <a:pt x="14635" y="2855"/>
                    <a:pt x="17386" y="4019"/>
                    <a:pt x="19572" y="6348"/>
                  </a:cubicBezTo>
                  <a:cubicBezTo>
                    <a:pt x="21688" y="8604"/>
                    <a:pt x="22746" y="11178"/>
                    <a:pt x="22746" y="14070"/>
                  </a:cubicBezTo>
                  <a:cubicBezTo>
                    <a:pt x="22746" y="17385"/>
                    <a:pt x="21582" y="20135"/>
                    <a:pt x="19255" y="22321"/>
                  </a:cubicBezTo>
                  <a:moveTo>
                    <a:pt x="89714" y="22321"/>
                  </a:moveTo>
                  <a:cubicBezTo>
                    <a:pt x="87386" y="24367"/>
                    <a:pt x="84706" y="25391"/>
                    <a:pt x="81674" y="25391"/>
                  </a:cubicBezTo>
                  <a:cubicBezTo>
                    <a:pt x="78641" y="25391"/>
                    <a:pt x="75996" y="24403"/>
                    <a:pt x="73739" y="22427"/>
                  </a:cubicBezTo>
                  <a:cubicBezTo>
                    <a:pt x="71411" y="20382"/>
                    <a:pt x="70248" y="17525"/>
                    <a:pt x="70248" y="13857"/>
                  </a:cubicBezTo>
                  <a:cubicBezTo>
                    <a:pt x="70248" y="9556"/>
                    <a:pt x="72328" y="6171"/>
                    <a:pt x="76489" y="3702"/>
                  </a:cubicBezTo>
                  <a:cubicBezTo>
                    <a:pt x="80580" y="1235"/>
                    <a:pt x="86082" y="0"/>
                    <a:pt x="92993" y="0"/>
                  </a:cubicBezTo>
                  <a:cubicBezTo>
                    <a:pt x="100470" y="0"/>
                    <a:pt x="107664" y="1516"/>
                    <a:pt x="114576" y="4549"/>
                  </a:cubicBezTo>
                  <a:cubicBezTo>
                    <a:pt x="121559" y="7582"/>
                    <a:pt x="126706" y="10579"/>
                    <a:pt x="130021" y="13540"/>
                  </a:cubicBezTo>
                  <a:cubicBezTo>
                    <a:pt x="133335" y="16503"/>
                    <a:pt x="134993" y="18585"/>
                    <a:pt x="134993" y="19784"/>
                  </a:cubicBezTo>
                  <a:cubicBezTo>
                    <a:pt x="134993" y="21195"/>
                    <a:pt x="134218" y="21899"/>
                    <a:pt x="132666" y="21899"/>
                  </a:cubicBezTo>
                  <a:cubicBezTo>
                    <a:pt x="132102" y="21899"/>
                    <a:pt x="131291" y="21406"/>
                    <a:pt x="130233" y="20418"/>
                  </a:cubicBezTo>
                  <a:cubicBezTo>
                    <a:pt x="119090" y="10049"/>
                    <a:pt x="106676" y="4830"/>
                    <a:pt x="92993" y="4760"/>
                  </a:cubicBezTo>
                  <a:cubicBezTo>
                    <a:pt x="90807" y="4760"/>
                    <a:pt x="89714" y="4900"/>
                    <a:pt x="89714" y="5183"/>
                  </a:cubicBezTo>
                  <a:lnTo>
                    <a:pt x="90137" y="5711"/>
                  </a:lnTo>
                  <a:cubicBezTo>
                    <a:pt x="92182" y="8180"/>
                    <a:pt x="93205" y="10897"/>
                    <a:pt x="93205" y="13857"/>
                  </a:cubicBezTo>
                  <a:cubicBezTo>
                    <a:pt x="93205" y="17455"/>
                    <a:pt x="92041" y="20275"/>
                    <a:pt x="89714" y="22321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0" name="Freeform 229">
              <a:extLst>
                <a:ext uri="{FF2B5EF4-FFF2-40B4-BE49-F238E27FC236}">
                  <a16:creationId xmlns:a16="http://schemas.microsoft.com/office/drawing/2014/main" id="{0F4A2D97-3AA3-59E1-A506-6BAC97055A20}"/>
                </a:ext>
              </a:extLst>
            </p:cNvPr>
            <p:cNvSpPr/>
            <p:nvPr/>
          </p:nvSpPr>
          <p:spPr>
            <a:xfrm>
              <a:off x="1623102" y="2798031"/>
              <a:ext cx="137744" cy="113199"/>
            </a:xfrm>
            <a:custGeom>
              <a:avLst/>
              <a:gdLst>
                <a:gd name="connsiteX0" fmla="*/ 34595 w 137744"/>
                <a:gd name="connsiteY0" fmla="*/ 0 h 113199"/>
                <a:gd name="connsiteX1" fmla="*/ 64958 w 137744"/>
                <a:gd name="connsiteY1" fmla="*/ 7829 h 113199"/>
                <a:gd name="connsiteX2" fmla="*/ 89079 w 137744"/>
                <a:gd name="connsiteY2" fmla="*/ 27717 h 113199"/>
                <a:gd name="connsiteX3" fmla="*/ 98177 w 137744"/>
                <a:gd name="connsiteY3" fmla="*/ 52262 h 113199"/>
                <a:gd name="connsiteX4" fmla="*/ 94157 w 137744"/>
                <a:gd name="connsiteY4" fmla="*/ 64641 h 113199"/>
                <a:gd name="connsiteX5" fmla="*/ 84213 w 137744"/>
                <a:gd name="connsiteY5" fmla="*/ 72151 h 113199"/>
                <a:gd name="connsiteX6" fmla="*/ 108651 w 137744"/>
                <a:gd name="connsiteY6" fmla="*/ 78498 h 113199"/>
                <a:gd name="connsiteX7" fmla="*/ 127589 w 137744"/>
                <a:gd name="connsiteY7" fmla="*/ 82836 h 113199"/>
                <a:gd name="connsiteX8" fmla="*/ 128964 w 137744"/>
                <a:gd name="connsiteY8" fmla="*/ 82625 h 113199"/>
                <a:gd name="connsiteX9" fmla="*/ 129916 w 137744"/>
                <a:gd name="connsiteY9" fmla="*/ 81461 h 113199"/>
                <a:gd name="connsiteX10" fmla="*/ 130763 w 137744"/>
                <a:gd name="connsiteY10" fmla="*/ 78181 h 113199"/>
                <a:gd name="connsiteX11" fmla="*/ 131080 w 137744"/>
                <a:gd name="connsiteY11" fmla="*/ 71940 h 113199"/>
                <a:gd name="connsiteX12" fmla="*/ 131080 w 137744"/>
                <a:gd name="connsiteY12" fmla="*/ 69189 h 113199"/>
                <a:gd name="connsiteX13" fmla="*/ 131715 w 137744"/>
                <a:gd name="connsiteY13" fmla="*/ 67602 h 113199"/>
                <a:gd name="connsiteX14" fmla="*/ 133407 w 137744"/>
                <a:gd name="connsiteY14" fmla="*/ 66756 h 113199"/>
                <a:gd name="connsiteX15" fmla="*/ 137745 w 137744"/>
                <a:gd name="connsiteY15" fmla="*/ 70671 h 113199"/>
                <a:gd name="connsiteX16" fmla="*/ 137428 w 137744"/>
                <a:gd name="connsiteY16" fmla="*/ 81355 h 113199"/>
                <a:gd name="connsiteX17" fmla="*/ 137111 w 137744"/>
                <a:gd name="connsiteY17" fmla="*/ 92147 h 113199"/>
                <a:gd name="connsiteX18" fmla="*/ 137428 w 137744"/>
                <a:gd name="connsiteY18" fmla="*/ 101351 h 113199"/>
                <a:gd name="connsiteX19" fmla="*/ 137745 w 137744"/>
                <a:gd name="connsiteY19" fmla="*/ 110343 h 113199"/>
                <a:gd name="connsiteX20" fmla="*/ 135206 w 137744"/>
                <a:gd name="connsiteY20" fmla="*/ 113199 h 113199"/>
                <a:gd name="connsiteX21" fmla="*/ 132772 w 137744"/>
                <a:gd name="connsiteY21" fmla="*/ 112776 h 113199"/>
                <a:gd name="connsiteX22" fmla="*/ 131502 w 137744"/>
                <a:gd name="connsiteY22" fmla="*/ 111613 h 113199"/>
                <a:gd name="connsiteX23" fmla="*/ 131080 w 137744"/>
                <a:gd name="connsiteY23" fmla="*/ 110026 h 113199"/>
                <a:gd name="connsiteX24" fmla="*/ 131080 w 137744"/>
                <a:gd name="connsiteY24" fmla="*/ 108122 h 113199"/>
                <a:gd name="connsiteX25" fmla="*/ 130233 w 137744"/>
                <a:gd name="connsiteY25" fmla="*/ 101138 h 113199"/>
                <a:gd name="connsiteX26" fmla="*/ 127906 w 137744"/>
                <a:gd name="connsiteY26" fmla="*/ 98282 h 113199"/>
                <a:gd name="connsiteX27" fmla="*/ 122193 w 137744"/>
                <a:gd name="connsiteY27" fmla="*/ 96485 h 113199"/>
                <a:gd name="connsiteX28" fmla="*/ 25708 w 137744"/>
                <a:gd name="connsiteY28" fmla="*/ 72151 h 113199"/>
                <a:gd name="connsiteX29" fmla="*/ 14705 w 137744"/>
                <a:gd name="connsiteY29" fmla="*/ 70671 h 113199"/>
                <a:gd name="connsiteX30" fmla="*/ 6877 w 137744"/>
                <a:gd name="connsiteY30" fmla="*/ 72470 h 113199"/>
                <a:gd name="connsiteX31" fmla="*/ 4761 w 137744"/>
                <a:gd name="connsiteY31" fmla="*/ 77440 h 113199"/>
                <a:gd name="connsiteX32" fmla="*/ 11320 w 137744"/>
                <a:gd name="connsiteY32" fmla="*/ 86540 h 113199"/>
                <a:gd name="connsiteX33" fmla="*/ 30575 w 137744"/>
                <a:gd name="connsiteY33" fmla="*/ 93205 h 113199"/>
                <a:gd name="connsiteX34" fmla="*/ 34806 w 137744"/>
                <a:gd name="connsiteY34" fmla="*/ 94791 h 113199"/>
                <a:gd name="connsiteX35" fmla="*/ 35547 w 137744"/>
                <a:gd name="connsiteY35" fmla="*/ 96907 h 113199"/>
                <a:gd name="connsiteX36" fmla="*/ 33325 w 137744"/>
                <a:gd name="connsiteY36" fmla="*/ 99552 h 113199"/>
                <a:gd name="connsiteX37" fmla="*/ 29411 w 137744"/>
                <a:gd name="connsiteY37" fmla="*/ 98705 h 113199"/>
                <a:gd name="connsiteX38" fmla="*/ 20842 w 137744"/>
                <a:gd name="connsiteY38" fmla="*/ 96272 h 113199"/>
                <a:gd name="connsiteX39" fmla="*/ 12378 w 137744"/>
                <a:gd name="connsiteY39" fmla="*/ 92781 h 113199"/>
                <a:gd name="connsiteX40" fmla="*/ 8675 w 137744"/>
                <a:gd name="connsiteY40" fmla="*/ 90772 h 113199"/>
                <a:gd name="connsiteX41" fmla="*/ 4867 w 137744"/>
                <a:gd name="connsiteY41" fmla="*/ 87915 h 113199"/>
                <a:gd name="connsiteX42" fmla="*/ 1270 w 137744"/>
                <a:gd name="connsiteY42" fmla="*/ 83049 h 113199"/>
                <a:gd name="connsiteX43" fmla="*/ 0 w 137744"/>
                <a:gd name="connsiteY43" fmla="*/ 76701 h 113199"/>
                <a:gd name="connsiteX44" fmla="*/ 4020 w 137744"/>
                <a:gd name="connsiteY44" fmla="*/ 64323 h 113199"/>
                <a:gd name="connsiteX45" fmla="*/ 16186 w 137744"/>
                <a:gd name="connsiteY45" fmla="*/ 57235 h 113199"/>
                <a:gd name="connsiteX46" fmla="*/ 4549 w 137744"/>
                <a:gd name="connsiteY46" fmla="*/ 43799 h 113199"/>
                <a:gd name="connsiteX47" fmla="*/ 0 w 137744"/>
                <a:gd name="connsiteY47" fmla="*/ 28882 h 113199"/>
                <a:gd name="connsiteX48" fmla="*/ 9733 w 137744"/>
                <a:gd name="connsiteY48" fmla="*/ 8251 h 113199"/>
                <a:gd name="connsiteX49" fmla="*/ 34595 w 137744"/>
                <a:gd name="connsiteY49" fmla="*/ 0 h 113199"/>
                <a:gd name="connsiteX50" fmla="*/ 25073 w 137744"/>
                <a:gd name="connsiteY50" fmla="*/ 15656 h 113199"/>
                <a:gd name="connsiteX51" fmla="*/ 10156 w 137744"/>
                <a:gd name="connsiteY51" fmla="*/ 19360 h 113199"/>
                <a:gd name="connsiteX52" fmla="*/ 4761 w 137744"/>
                <a:gd name="connsiteY52" fmla="*/ 29516 h 113199"/>
                <a:gd name="connsiteX53" fmla="*/ 13013 w 137744"/>
                <a:gd name="connsiteY53" fmla="*/ 47077 h 113199"/>
                <a:gd name="connsiteX54" fmla="*/ 28141 w 137744"/>
                <a:gd name="connsiteY54" fmla="*/ 58293 h 113199"/>
                <a:gd name="connsiteX55" fmla="*/ 70565 w 137744"/>
                <a:gd name="connsiteY55" fmla="*/ 68977 h 113199"/>
                <a:gd name="connsiteX56" fmla="*/ 74056 w 137744"/>
                <a:gd name="connsiteY56" fmla="*/ 69613 h 113199"/>
                <a:gd name="connsiteX57" fmla="*/ 76595 w 137744"/>
                <a:gd name="connsiteY57" fmla="*/ 69296 h 113199"/>
                <a:gd name="connsiteX58" fmla="*/ 81356 w 137744"/>
                <a:gd name="connsiteY58" fmla="*/ 67708 h 113199"/>
                <a:gd name="connsiteX59" fmla="*/ 86963 w 137744"/>
                <a:gd name="connsiteY59" fmla="*/ 64745 h 113199"/>
                <a:gd name="connsiteX60" fmla="*/ 91407 w 137744"/>
                <a:gd name="connsiteY60" fmla="*/ 59772 h 113199"/>
                <a:gd name="connsiteX61" fmla="*/ 93311 w 137744"/>
                <a:gd name="connsiteY61" fmla="*/ 52473 h 113199"/>
                <a:gd name="connsiteX62" fmla="*/ 87598 w 137744"/>
                <a:gd name="connsiteY62" fmla="*/ 39037 h 113199"/>
                <a:gd name="connsiteX63" fmla="*/ 71094 w 137744"/>
                <a:gd name="connsiteY63" fmla="*/ 26659 h 113199"/>
                <a:gd name="connsiteX64" fmla="*/ 49089 w 137744"/>
                <a:gd name="connsiteY64" fmla="*/ 19571 h 113199"/>
                <a:gd name="connsiteX65" fmla="*/ 25073 w 137744"/>
                <a:gd name="connsiteY65" fmla="*/ 15656 h 113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137744" h="113199">
                  <a:moveTo>
                    <a:pt x="34595" y="0"/>
                  </a:moveTo>
                  <a:cubicBezTo>
                    <a:pt x="44892" y="0"/>
                    <a:pt x="55013" y="2610"/>
                    <a:pt x="64958" y="7829"/>
                  </a:cubicBezTo>
                  <a:cubicBezTo>
                    <a:pt x="74903" y="12978"/>
                    <a:pt x="82943" y="19607"/>
                    <a:pt x="89079" y="27717"/>
                  </a:cubicBezTo>
                  <a:cubicBezTo>
                    <a:pt x="95145" y="35829"/>
                    <a:pt x="98177" y="44010"/>
                    <a:pt x="98177" y="52262"/>
                  </a:cubicBezTo>
                  <a:cubicBezTo>
                    <a:pt x="98177" y="57199"/>
                    <a:pt x="96837" y="61326"/>
                    <a:pt x="94157" y="64641"/>
                  </a:cubicBezTo>
                  <a:cubicBezTo>
                    <a:pt x="91407" y="67885"/>
                    <a:pt x="88092" y="70388"/>
                    <a:pt x="84213" y="72151"/>
                  </a:cubicBezTo>
                  <a:cubicBezTo>
                    <a:pt x="89009" y="73491"/>
                    <a:pt x="97155" y="75607"/>
                    <a:pt x="108651" y="78498"/>
                  </a:cubicBezTo>
                  <a:cubicBezTo>
                    <a:pt x="120147" y="81391"/>
                    <a:pt x="126459" y="82836"/>
                    <a:pt x="127589" y="82836"/>
                  </a:cubicBezTo>
                  <a:cubicBezTo>
                    <a:pt x="128224" y="82836"/>
                    <a:pt x="128681" y="82766"/>
                    <a:pt x="128964" y="82625"/>
                  </a:cubicBezTo>
                  <a:cubicBezTo>
                    <a:pt x="129245" y="82483"/>
                    <a:pt x="129563" y="82096"/>
                    <a:pt x="129916" y="81461"/>
                  </a:cubicBezTo>
                  <a:cubicBezTo>
                    <a:pt x="130339" y="80827"/>
                    <a:pt x="130620" y="79733"/>
                    <a:pt x="130763" y="78181"/>
                  </a:cubicBezTo>
                  <a:cubicBezTo>
                    <a:pt x="130974" y="76629"/>
                    <a:pt x="131080" y="74549"/>
                    <a:pt x="131080" y="71940"/>
                  </a:cubicBezTo>
                  <a:cubicBezTo>
                    <a:pt x="131080" y="70601"/>
                    <a:pt x="131080" y="69683"/>
                    <a:pt x="131080" y="69189"/>
                  </a:cubicBezTo>
                  <a:cubicBezTo>
                    <a:pt x="131150" y="68625"/>
                    <a:pt x="131361" y="68095"/>
                    <a:pt x="131715" y="67602"/>
                  </a:cubicBezTo>
                  <a:cubicBezTo>
                    <a:pt x="132066" y="67038"/>
                    <a:pt x="132630" y="66756"/>
                    <a:pt x="133407" y="66756"/>
                  </a:cubicBezTo>
                  <a:cubicBezTo>
                    <a:pt x="136300" y="66756"/>
                    <a:pt x="137745" y="68061"/>
                    <a:pt x="137745" y="70671"/>
                  </a:cubicBezTo>
                  <a:cubicBezTo>
                    <a:pt x="137745" y="72998"/>
                    <a:pt x="137639" y="76559"/>
                    <a:pt x="137428" y="81355"/>
                  </a:cubicBezTo>
                  <a:cubicBezTo>
                    <a:pt x="137217" y="86151"/>
                    <a:pt x="137111" y="89748"/>
                    <a:pt x="137111" y="92147"/>
                  </a:cubicBezTo>
                  <a:cubicBezTo>
                    <a:pt x="137111" y="94193"/>
                    <a:pt x="137217" y="97260"/>
                    <a:pt x="137428" y="101351"/>
                  </a:cubicBezTo>
                  <a:cubicBezTo>
                    <a:pt x="137639" y="105440"/>
                    <a:pt x="137745" y="108438"/>
                    <a:pt x="137745" y="110343"/>
                  </a:cubicBezTo>
                  <a:cubicBezTo>
                    <a:pt x="137745" y="112248"/>
                    <a:pt x="136898" y="113199"/>
                    <a:pt x="135206" y="113199"/>
                  </a:cubicBezTo>
                  <a:cubicBezTo>
                    <a:pt x="134218" y="113199"/>
                    <a:pt x="133407" y="113059"/>
                    <a:pt x="132772" y="112776"/>
                  </a:cubicBezTo>
                  <a:cubicBezTo>
                    <a:pt x="132208" y="112565"/>
                    <a:pt x="131785" y="112177"/>
                    <a:pt x="131502" y="111613"/>
                  </a:cubicBezTo>
                  <a:cubicBezTo>
                    <a:pt x="131291" y="111049"/>
                    <a:pt x="131150" y="110519"/>
                    <a:pt x="131080" y="110026"/>
                  </a:cubicBezTo>
                  <a:cubicBezTo>
                    <a:pt x="131080" y="109602"/>
                    <a:pt x="131080" y="108967"/>
                    <a:pt x="131080" y="108122"/>
                  </a:cubicBezTo>
                  <a:cubicBezTo>
                    <a:pt x="131080" y="104876"/>
                    <a:pt x="130797" y="102550"/>
                    <a:pt x="130233" y="101138"/>
                  </a:cubicBezTo>
                  <a:cubicBezTo>
                    <a:pt x="129739" y="99727"/>
                    <a:pt x="128964" y="98776"/>
                    <a:pt x="127906" y="98282"/>
                  </a:cubicBezTo>
                  <a:cubicBezTo>
                    <a:pt x="126919" y="97718"/>
                    <a:pt x="125014" y="97119"/>
                    <a:pt x="122193" y="96485"/>
                  </a:cubicBezTo>
                  <a:lnTo>
                    <a:pt x="25708" y="72151"/>
                  </a:lnTo>
                  <a:cubicBezTo>
                    <a:pt x="21406" y="71165"/>
                    <a:pt x="17738" y="70671"/>
                    <a:pt x="14705" y="70671"/>
                  </a:cubicBezTo>
                  <a:cubicBezTo>
                    <a:pt x="10897" y="70671"/>
                    <a:pt x="8287" y="71271"/>
                    <a:pt x="6877" y="72470"/>
                  </a:cubicBezTo>
                  <a:cubicBezTo>
                    <a:pt x="5466" y="73668"/>
                    <a:pt x="4761" y="75324"/>
                    <a:pt x="4761" y="77440"/>
                  </a:cubicBezTo>
                  <a:cubicBezTo>
                    <a:pt x="4761" y="81108"/>
                    <a:pt x="6947" y="84141"/>
                    <a:pt x="11320" y="86540"/>
                  </a:cubicBezTo>
                  <a:cubicBezTo>
                    <a:pt x="15693" y="88939"/>
                    <a:pt x="22111" y="91159"/>
                    <a:pt x="30575" y="93205"/>
                  </a:cubicBezTo>
                  <a:cubicBezTo>
                    <a:pt x="32902" y="93839"/>
                    <a:pt x="34313" y="94367"/>
                    <a:pt x="34806" y="94791"/>
                  </a:cubicBezTo>
                  <a:cubicBezTo>
                    <a:pt x="35300" y="95144"/>
                    <a:pt x="35547" y="95849"/>
                    <a:pt x="35547" y="96907"/>
                  </a:cubicBezTo>
                  <a:cubicBezTo>
                    <a:pt x="35476" y="98671"/>
                    <a:pt x="34736" y="99552"/>
                    <a:pt x="33325" y="99552"/>
                  </a:cubicBezTo>
                  <a:cubicBezTo>
                    <a:pt x="32972" y="99552"/>
                    <a:pt x="31668" y="99269"/>
                    <a:pt x="29411" y="98705"/>
                  </a:cubicBezTo>
                  <a:cubicBezTo>
                    <a:pt x="27083" y="98141"/>
                    <a:pt x="24227" y="97330"/>
                    <a:pt x="20842" y="96272"/>
                  </a:cubicBezTo>
                  <a:cubicBezTo>
                    <a:pt x="17385" y="95144"/>
                    <a:pt x="14564" y="93980"/>
                    <a:pt x="12378" y="92781"/>
                  </a:cubicBezTo>
                  <a:cubicBezTo>
                    <a:pt x="10897" y="92077"/>
                    <a:pt x="9663" y="91406"/>
                    <a:pt x="8675" y="90772"/>
                  </a:cubicBezTo>
                  <a:cubicBezTo>
                    <a:pt x="7688" y="90135"/>
                    <a:pt x="6418" y="89184"/>
                    <a:pt x="4867" y="87915"/>
                  </a:cubicBezTo>
                  <a:cubicBezTo>
                    <a:pt x="3315" y="86574"/>
                    <a:pt x="2116" y="84952"/>
                    <a:pt x="1270" y="83049"/>
                  </a:cubicBezTo>
                  <a:cubicBezTo>
                    <a:pt x="423" y="81144"/>
                    <a:pt x="0" y="79028"/>
                    <a:pt x="0" y="76701"/>
                  </a:cubicBezTo>
                  <a:cubicBezTo>
                    <a:pt x="0" y="72187"/>
                    <a:pt x="1340" y="68061"/>
                    <a:pt x="4020" y="64323"/>
                  </a:cubicBezTo>
                  <a:cubicBezTo>
                    <a:pt x="6700" y="60583"/>
                    <a:pt x="10756" y="58221"/>
                    <a:pt x="16186" y="57235"/>
                  </a:cubicBezTo>
                  <a:cubicBezTo>
                    <a:pt x="11461" y="53214"/>
                    <a:pt x="7582" y="48735"/>
                    <a:pt x="4549" y="43799"/>
                  </a:cubicBezTo>
                  <a:cubicBezTo>
                    <a:pt x="1516" y="38863"/>
                    <a:pt x="0" y="33890"/>
                    <a:pt x="0" y="28882"/>
                  </a:cubicBezTo>
                  <a:cubicBezTo>
                    <a:pt x="0" y="20559"/>
                    <a:pt x="3244" y="13681"/>
                    <a:pt x="9733" y="8251"/>
                  </a:cubicBezTo>
                  <a:cubicBezTo>
                    <a:pt x="16151" y="2750"/>
                    <a:pt x="24439" y="0"/>
                    <a:pt x="34595" y="0"/>
                  </a:cubicBezTo>
                  <a:moveTo>
                    <a:pt x="25073" y="15656"/>
                  </a:moveTo>
                  <a:cubicBezTo>
                    <a:pt x="18655" y="15656"/>
                    <a:pt x="13683" y="16891"/>
                    <a:pt x="10156" y="19360"/>
                  </a:cubicBezTo>
                  <a:cubicBezTo>
                    <a:pt x="6559" y="21759"/>
                    <a:pt x="4761" y="25144"/>
                    <a:pt x="4761" y="29516"/>
                  </a:cubicBezTo>
                  <a:cubicBezTo>
                    <a:pt x="4761" y="34946"/>
                    <a:pt x="7511" y="40800"/>
                    <a:pt x="13013" y="47077"/>
                  </a:cubicBezTo>
                  <a:cubicBezTo>
                    <a:pt x="18232" y="53284"/>
                    <a:pt x="23275" y="57022"/>
                    <a:pt x="28141" y="58293"/>
                  </a:cubicBezTo>
                  <a:lnTo>
                    <a:pt x="70565" y="68977"/>
                  </a:lnTo>
                  <a:lnTo>
                    <a:pt x="74056" y="69613"/>
                  </a:lnTo>
                  <a:cubicBezTo>
                    <a:pt x="74479" y="69613"/>
                    <a:pt x="75326" y="69507"/>
                    <a:pt x="76595" y="69296"/>
                  </a:cubicBezTo>
                  <a:cubicBezTo>
                    <a:pt x="77794" y="69013"/>
                    <a:pt x="79381" y="68485"/>
                    <a:pt x="81356" y="67708"/>
                  </a:cubicBezTo>
                  <a:cubicBezTo>
                    <a:pt x="83331" y="66863"/>
                    <a:pt x="85200" y="65875"/>
                    <a:pt x="86963" y="64745"/>
                  </a:cubicBezTo>
                  <a:cubicBezTo>
                    <a:pt x="88656" y="63547"/>
                    <a:pt x="90137" y="61888"/>
                    <a:pt x="91407" y="59772"/>
                  </a:cubicBezTo>
                  <a:cubicBezTo>
                    <a:pt x="92676" y="57586"/>
                    <a:pt x="93311" y="55153"/>
                    <a:pt x="93311" y="52473"/>
                  </a:cubicBezTo>
                  <a:cubicBezTo>
                    <a:pt x="93311" y="48171"/>
                    <a:pt x="91407" y="43693"/>
                    <a:pt x="87598" y="39037"/>
                  </a:cubicBezTo>
                  <a:cubicBezTo>
                    <a:pt x="83789" y="34312"/>
                    <a:pt x="78288" y="30186"/>
                    <a:pt x="71094" y="26659"/>
                  </a:cubicBezTo>
                  <a:cubicBezTo>
                    <a:pt x="66439" y="24473"/>
                    <a:pt x="59104" y="22110"/>
                    <a:pt x="49089" y="19571"/>
                  </a:cubicBezTo>
                  <a:cubicBezTo>
                    <a:pt x="39003" y="16961"/>
                    <a:pt x="30998" y="15656"/>
                    <a:pt x="25073" y="15656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29B00E17-0B8F-4C04-6ABD-1B1EC6DEDAD9}"/>
                </a:ext>
              </a:extLst>
            </p:cNvPr>
            <p:cNvSpPr/>
            <p:nvPr/>
          </p:nvSpPr>
          <p:spPr>
            <a:xfrm>
              <a:off x="1556345" y="2732246"/>
              <a:ext cx="216666" cy="50252"/>
            </a:xfrm>
            <a:custGeom>
              <a:avLst/>
              <a:gdLst>
                <a:gd name="connsiteX0" fmla="*/ 214551 w 216666"/>
                <a:gd name="connsiteY0" fmla="*/ 50253 h 50252"/>
                <a:gd name="connsiteX1" fmla="*/ 210849 w 216666"/>
                <a:gd name="connsiteY1" fmla="*/ 47503 h 50252"/>
                <a:gd name="connsiteX2" fmla="*/ 108334 w 216666"/>
                <a:gd name="connsiteY2" fmla="*/ 12589 h 50252"/>
                <a:gd name="connsiteX3" fmla="*/ 7194 w 216666"/>
                <a:gd name="connsiteY3" fmla="*/ 46126 h 50252"/>
                <a:gd name="connsiteX4" fmla="*/ 2116 w 216666"/>
                <a:gd name="connsiteY4" fmla="*/ 50253 h 50252"/>
                <a:gd name="connsiteX5" fmla="*/ 0 w 216666"/>
                <a:gd name="connsiteY5" fmla="*/ 48137 h 50252"/>
                <a:gd name="connsiteX6" fmla="*/ 4338 w 216666"/>
                <a:gd name="connsiteY6" fmla="*/ 41472 h 50252"/>
                <a:gd name="connsiteX7" fmla="*/ 18620 w 216666"/>
                <a:gd name="connsiteY7" fmla="*/ 28247 h 50252"/>
                <a:gd name="connsiteX8" fmla="*/ 40731 w 216666"/>
                <a:gd name="connsiteY8" fmla="*/ 14283 h 50252"/>
                <a:gd name="connsiteX9" fmla="*/ 108334 w 216666"/>
                <a:gd name="connsiteY9" fmla="*/ 0 h 50252"/>
                <a:gd name="connsiteX10" fmla="*/ 174455 w 216666"/>
                <a:gd name="connsiteY10" fmla="*/ 13647 h 50252"/>
                <a:gd name="connsiteX11" fmla="*/ 197200 w 216666"/>
                <a:gd name="connsiteY11" fmla="*/ 27613 h 50252"/>
                <a:gd name="connsiteX12" fmla="*/ 212118 w 216666"/>
                <a:gd name="connsiteY12" fmla="*/ 41155 h 50252"/>
                <a:gd name="connsiteX13" fmla="*/ 216667 w 216666"/>
                <a:gd name="connsiteY13" fmla="*/ 48137 h 50252"/>
                <a:gd name="connsiteX14" fmla="*/ 214551 w 216666"/>
                <a:gd name="connsiteY14" fmla="*/ 50253 h 50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6666" h="50252">
                  <a:moveTo>
                    <a:pt x="214551" y="50253"/>
                  </a:moveTo>
                  <a:cubicBezTo>
                    <a:pt x="213846" y="50253"/>
                    <a:pt x="212612" y="49336"/>
                    <a:pt x="210849" y="47503"/>
                  </a:cubicBezTo>
                  <a:cubicBezTo>
                    <a:pt x="187151" y="24226"/>
                    <a:pt x="152979" y="12589"/>
                    <a:pt x="108334" y="12589"/>
                  </a:cubicBezTo>
                  <a:cubicBezTo>
                    <a:pt x="63547" y="12589"/>
                    <a:pt x="29834" y="23768"/>
                    <a:pt x="7194" y="46126"/>
                  </a:cubicBezTo>
                  <a:cubicBezTo>
                    <a:pt x="4584" y="48878"/>
                    <a:pt x="2892" y="50253"/>
                    <a:pt x="2116" y="50253"/>
                  </a:cubicBezTo>
                  <a:cubicBezTo>
                    <a:pt x="705" y="50253"/>
                    <a:pt x="0" y="49548"/>
                    <a:pt x="0" y="48137"/>
                  </a:cubicBezTo>
                  <a:cubicBezTo>
                    <a:pt x="0" y="47149"/>
                    <a:pt x="1446" y="44927"/>
                    <a:pt x="4338" y="41472"/>
                  </a:cubicBezTo>
                  <a:cubicBezTo>
                    <a:pt x="7229" y="37945"/>
                    <a:pt x="11990" y="33537"/>
                    <a:pt x="18620" y="28247"/>
                  </a:cubicBezTo>
                  <a:cubicBezTo>
                    <a:pt x="25250" y="22887"/>
                    <a:pt x="32620" y="18232"/>
                    <a:pt x="40731" y="14283"/>
                  </a:cubicBezTo>
                  <a:cubicBezTo>
                    <a:pt x="60409" y="4762"/>
                    <a:pt x="82943" y="0"/>
                    <a:pt x="108334" y="0"/>
                  </a:cubicBezTo>
                  <a:cubicBezTo>
                    <a:pt x="132737" y="0"/>
                    <a:pt x="154778" y="4549"/>
                    <a:pt x="174455" y="13647"/>
                  </a:cubicBezTo>
                  <a:cubicBezTo>
                    <a:pt x="182707" y="17527"/>
                    <a:pt x="190289" y="22183"/>
                    <a:pt x="197200" y="27613"/>
                  </a:cubicBezTo>
                  <a:cubicBezTo>
                    <a:pt x="204112" y="33043"/>
                    <a:pt x="209085" y="37558"/>
                    <a:pt x="212118" y="41155"/>
                  </a:cubicBezTo>
                  <a:cubicBezTo>
                    <a:pt x="215151" y="44751"/>
                    <a:pt x="216667" y="47079"/>
                    <a:pt x="216667" y="48137"/>
                  </a:cubicBezTo>
                  <a:cubicBezTo>
                    <a:pt x="216667" y="49548"/>
                    <a:pt x="215962" y="50253"/>
                    <a:pt x="214551" y="50253"/>
                  </a:cubicBez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32" name="Freeform 231">
              <a:extLst>
                <a:ext uri="{FF2B5EF4-FFF2-40B4-BE49-F238E27FC236}">
                  <a16:creationId xmlns:a16="http://schemas.microsoft.com/office/drawing/2014/main" id="{C0D949F4-58DB-1DA2-428C-67E03B3750EC}"/>
                </a:ext>
              </a:extLst>
            </p:cNvPr>
            <p:cNvSpPr/>
            <p:nvPr/>
          </p:nvSpPr>
          <p:spPr>
            <a:xfrm>
              <a:off x="1556345" y="2675288"/>
              <a:ext cx="216666" cy="32691"/>
            </a:xfrm>
            <a:custGeom>
              <a:avLst/>
              <a:gdLst>
                <a:gd name="connsiteX0" fmla="*/ 211694 w 216666"/>
                <a:gd name="connsiteY0" fmla="*/ 32692 h 32691"/>
                <a:gd name="connsiteX1" fmla="*/ 211694 w 216666"/>
                <a:gd name="connsiteY1" fmla="*/ 14494 h 32691"/>
                <a:gd name="connsiteX2" fmla="*/ 4972 w 216666"/>
                <a:gd name="connsiteY2" fmla="*/ 14494 h 32691"/>
                <a:gd name="connsiteX3" fmla="*/ 4972 w 216666"/>
                <a:gd name="connsiteY3" fmla="*/ 32692 h 32691"/>
                <a:gd name="connsiteX4" fmla="*/ 0 w 216666"/>
                <a:gd name="connsiteY4" fmla="*/ 32692 h 32691"/>
                <a:gd name="connsiteX5" fmla="*/ 0 w 216666"/>
                <a:gd name="connsiteY5" fmla="*/ 0 h 32691"/>
                <a:gd name="connsiteX6" fmla="*/ 216667 w 216666"/>
                <a:gd name="connsiteY6" fmla="*/ 0 h 32691"/>
                <a:gd name="connsiteX7" fmla="*/ 216667 w 216666"/>
                <a:gd name="connsiteY7" fmla="*/ 32692 h 32691"/>
                <a:gd name="connsiteX8" fmla="*/ 211694 w 216666"/>
                <a:gd name="connsiteY8" fmla="*/ 32692 h 32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666" h="32691">
                  <a:moveTo>
                    <a:pt x="211694" y="32692"/>
                  </a:moveTo>
                  <a:lnTo>
                    <a:pt x="211694" y="14494"/>
                  </a:lnTo>
                  <a:lnTo>
                    <a:pt x="4972" y="14494"/>
                  </a:lnTo>
                  <a:lnTo>
                    <a:pt x="4972" y="32692"/>
                  </a:lnTo>
                  <a:lnTo>
                    <a:pt x="0" y="32692"/>
                  </a:lnTo>
                  <a:lnTo>
                    <a:pt x="0" y="0"/>
                  </a:lnTo>
                  <a:lnTo>
                    <a:pt x="216667" y="0"/>
                  </a:lnTo>
                  <a:lnTo>
                    <a:pt x="216667" y="32692"/>
                  </a:lnTo>
                  <a:lnTo>
                    <a:pt x="211694" y="32692"/>
                  </a:lnTo>
                  <a:close/>
                </a:path>
              </a:pathLst>
            </a:custGeom>
            <a:solidFill>
              <a:srgbClr val="000000"/>
            </a:solidFill>
            <a:ln w="20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33" name="Freeform 232">
            <a:extLst>
              <a:ext uri="{FF2B5EF4-FFF2-40B4-BE49-F238E27FC236}">
                <a16:creationId xmlns:a16="http://schemas.microsoft.com/office/drawing/2014/main" id="{CA8BCD42-B8C5-DEED-F9F1-EDAAF0C193E7}"/>
              </a:ext>
            </a:extLst>
          </p:cNvPr>
          <p:cNvSpPr/>
          <p:nvPr/>
        </p:nvSpPr>
        <p:spPr>
          <a:xfrm>
            <a:off x="2417329" y="1966697"/>
            <a:ext cx="3737862" cy="2483076"/>
          </a:xfrm>
          <a:custGeom>
            <a:avLst/>
            <a:gdLst>
              <a:gd name="connsiteX0" fmla="*/ 0 w 3737862"/>
              <a:gd name="connsiteY0" fmla="*/ 2483077 h 2483076"/>
              <a:gd name="connsiteX1" fmla="*/ 37756 w 3737862"/>
              <a:gd name="connsiteY1" fmla="*/ 2280784 h 2483076"/>
              <a:gd name="connsiteX2" fmla="*/ 75513 w 3737862"/>
              <a:gd name="connsiteY2" fmla="*/ 2129039 h 2483076"/>
              <a:gd name="connsiteX3" fmla="*/ 113269 w 3737862"/>
              <a:gd name="connsiteY3" fmla="*/ 1996586 h 2483076"/>
              <a:gd name="connsiteX4" fmla="*/ 151024 w 3737862"/>
              <a:gd name="connsiteY4" fmla="*/ 1876821 h 2483076"/>
              <a:gd name="connsiteX5" fmla="*/ 188780 w 3737862"/>
              <a:gd name="connsiteY5" fmla="*/ 1766564 h 2483076"/>
              <a:gd name="connsiteX6" fmla="*/ 226537 w 3737862"/>
              <a:gd name="connsiteY6" fmla="*/ 1663987 h 2483076"/>
              <a:gd name="connsiteX7" fmla="*/ 264293 w 3737862"/>
              <a:gd name="connsiteY7" fmla="*/ 1567857 h 2483076"/>
              <a:gd name="connsiteX8" fmla="*/ 302050 w 3737862"/>
              <a:gd name="connsiteY8" fmla="*/ 1477310 h 2483076"/>
              <a:gd name="connsiteX9" fmla="*/ 339804 w 3737862"/>
              <a:gd name="connsiteY9" fmla="*/ 1391693 h 2483076"/>
              <a:gd name="connsiteX10" fmla="*/ 377561 w 3737862"/>
              <a:gd name="connsiteY10" fmla="*/ 1310509 h 2483076"/>
              <a:gd name="connsiteX11" fmla="*/ 415317 w 3737862"/>
              <a:gd name="connsiteY11" fmla="*/ 1233358 h 2483076"/>
              <a:gd name="connsiteX12" fmla="*/ 453074 w 3737862"/>
              <a:gd name="connsiteY12" fmla="*/ 1159911 h 2483076"/>
              <a:gd name="connsiteX13" fmla="*/ 490830 w 3737862"/>
              <a:gd name="connsiteY13" fmla="*/ 1089900 h 2483076"/>
              <a:gd name="connsiteX14" fmla="*/ 528587 w 3737862"/>
              <a:gd name="connsiteY14" fmla="*/ 1023096 h 2483076"/>
              <a:gd name="connsiteX15" fmla="*/ 566341 w 3737862"/>
              <a:gd name="connsiteY15" fmla="*/ 959302 h 2483076"/>
              <a:gd name="connsiteX16" fmla="*/ 604098 w 3737862"/>
              <a:gd name="connsiteY16" fmla="*/ 898358 h 2483076"/>
              <a:gd name="connsiteX17" fmla="*/ 641854 w 3737862"/>
              <a:gd name="connsiteY17" fmla="*/ 840109 h 2483076"/>
              <a:gd name="connsiteX18" fmla="*/ 679611 w 3737862"/>
              <a:gd name="connsiteY18" fmla="*/ 784434 h 2483076"/>
              <a:gd name="connsiteX19" fmla="*/ 717367 w 3737862"/>
              <a:gd name="connsiteY19" fmla="*/ 731216 h 2483076"/>
              <a:gd name="connsiteX20" fmla="*/ 755122 w 3737862"/>
              <a:gd name="connsiteY20" fmla="*/ 680356 h 2483076"/>
              <a:gd name="connsiteX21" fmla="*/ 792878 w 3737862"/>
              <a:gd name="connsiteY21" fmla="*/ 631764 h 2483076"/>
              <a:gd name="connsiteX22" fmla="*/ 830635 w 3737862"/>
              <a:gd name="connsiteY22" fmla="*/ 585359 h 2483076"/>
              <a:gd name="connsiteX23" fmla="*/ 868391 w 3737862"/>
              <a:gd name="connsiteY23" fmla="*/ 541072 h 2483076"/>
              <a:gd name="connsiteX24" fmla="*/ 906148 w 3737862"/>
              <a:gd name="connsiteY24" fmla="*/ 498833 h 2483076"/>
              <a:gd name="connsiteX25" fmla="*/ 943902 w 3737862"/>
              <a:gd name="connsiteY25" fmla="*/ 458585 h 2483076"/>
              <a:gd name="connsiteX26" fmla="*/ 981659 w 3737862"/>
              <a:gd name="connsiteY26" fmla="*/ 420275 h 2483076"/>
              <a:gd name="connsiteX27" fmla="*/ 1019415 w 3737862"/>
              <a:gd name="connsiteY27" fmla="*/ 383851 h 2483076"/>
              <a:gd name="connsiteX28" fmla="*/ 1057172 w 3737862"/>
              <a:gd name="connsiteY28" fmla="*/ 349272 h 2483076"/>
              <a:gd name="connsiteX29" fmla="*/ 1094928 w 3737862"/>
              <a:gd name="connsiteY29" fmla="*/ 316494 h 2483076"/>
              <a:gd name="connsiteX30" fmla="*/ 1132685 w 3737862"/>
              <a:gd name="connsiteY30" fmla="*/ 285483 h 2483076"/>
              <a:gd name="connsiteX31" fmla="*/ 1170449 w 3737862"/>
              <a:gd name="connsiteY31" fmla="*/ 256202 h 2483076"/>
              <a:gd name="connsiteX32" fmla="*/ 1208190 w 3737862"/>
              <a:gd name="connsiteY32" fmla="*/ 228621 h 2483076"/>
              <a:gd name="connsiteX33" fmla="*/ 1245950 w 3737862"/>
              <a:gd name="connsiteY33" fmla="*/ 202711 h 2483076"/>
              <a:gd name="connsiteX34" fmla="*/ 1283711 w 3737862"/>
              <a:gd name="connsiteY34" fmla="*/ 178445 h 2483076"/>
              <a:gd name="connsiteX35" fmla="*/ 1321471 w 3737862"/>
              <a:gd name="connsiteY35" fmla="*/ 155800 h 2483076"/>
              <a:gd name="connsiteX36" fmla="*/ 1359212 w 3737862"/>
              <a:gd name="connsiteY36" fmla="*/ 134756 h 2483076"/>
              <a:gd name="connsiteX37" fmla="*/ 1396972 w 3737862"/>
              <a:gd name="connsiteY37" fmla="*/ 115292 h 2483076"/>
              <a:gd name="connsiteX38" fmla="*/ 1434733 w 3737862"/>
              <a:gd name="connsiteY38" fmla="*/ 97389 h 2483076"/>
              <a:gd name="connsiteX39" fmla="*/ 1472493 w 3737862"/>
              <a:gd name="connsiteY39" fmla="*/ 81032 h 2483076"/>
              <a:gd name="connsiteX40" fmla="*/ 1510254 w 3737862"/>
              <a:gd name="connsiteY40" fmla="*/ 66207 h 2483076"/>
              <a:gd name="connsiteX41" fmla="*/ 1547994 w 3737862"/>
              <a:gd name="connsiteY41" fmla="*/ 52899 h 2483076"/>
              <a:gd name="connsiteX42" fmla="*/ 1585755 w 3737862"/>
              <a:gd name="connsiteY42" fmla="*/ 41100 h 2483076"/>
              <a:gd name="connsiteX43" fmla="*/ 1623515 w 3737862"/>
              <a:gd name="connsiteY43" fmla="*/ 30794 h 2483076"/>
              <a:gd name="connsiteX44" fmla="*/ 1661276 w 3737862"/>
              <a:gd name="connsiteY44" fmla="*/ 21978 h 2483076"/>
              <a:gd name="connsiteX45" fmla="*/ 1699016 w 3737862"/>
              <a:gd name="connsiteY45" fmla="*/ 14642 h 2483076"/>
              <a:gd name="connsiteX46" fmla="*/ 1736777 w 3737862"/>
              <a:gd name="connsiteY46" fmla="*/ 8780 h 2483076"/>
              <a:gd name="connsiteX47" fmla="*/ 1774537 w 3737862"/>
              <a:gd name="connsiteY47" fmla="*/ 4388 h 2483076"/>
              <a:gd name="connsiteX48" fmla="*/ 1812298 w 3737862"/>
              <a:gd name="connsiteY48" fmla="*/ 1462 h 2483076"/>
              <a:gd name="connsiteX49" fmla="*/ 1850058 w 3737862"/>
              <a:gd name="connsiteY49" fmla="*/ 0 h 2483076"/>
              <a:gd name="connsiteX50" fmla="*/ 1887799 w 3737862"/>
              <a:gd name="connsiteY50" fmla="*/ 0 h 2483076"/>
              <a:gd name="connsiteX51" fmla="*/ 1925559 w 3737862"/>
              <a:gd name="connsiteY51" fmla="*/ 1462 h 2483076"/>
              <a:gd name="connsiteX52" fmla="*/ 1963320 w 3737862"/>
              <a:gd name="connsiteY52" fmla="*/ 4388 h 2483076"/>
              <a:gd name="connsiteX53" fmla="*/ 2001080 w 3737862"/>
              <a:gd name="connsiteY53" fmla="*/ 8780 h 2483076"/>
              <a:gd name="connsiteX54" fmla="*/ 2038841 w 3737862"/>
              <a:gd name="connsiteY54" fmla="*/ 14642 h 2483076"/>
              <a:gd name="connsiteX55" fmla="*/ 2076581 w 3737862"/>
              <a:gd name="connsiteY55" fmla="*/ 21978 h 2483076"/>
              <a:gd name="connsiteX56" fmla="*/ 2114342 w 3737862"/>
              <a:gd name="connsiteY56" fmla="*/ 30794 h 2483076"/>
              <a:gd name="connsiteX57" fmla="*/ 2152102 w 3737862"/>
              <a:gd name="connsiteY57" fmla="*/ 41100 h 2483076"/>
              <a:gd name="connsiteX58" fmla="*/ 2189863 w 3737862"/>
              <a:gd name="connsiteY58" fmla="*/ 52899 h 2483076"/>
              <a:gd name="connsiteX59" fmla="*/ 2227603 w 3737862"/>
              <a:gd name="connsiteY59" fmla="*/ 66207 h 2483076"/>
              <a:gd name="connsiteX60" fmla="*/ 2265364 w 3737862"/>
              <a:gd name="connsiteY60" fmla="*/ 81032 h 2483076"/>
              <a:gd name="connsiteX61" fmla="*/ 2303124 w 3737862"/>
              <a:gd name="connsiteY61" fmla="*/ 97389 h 2483076"/>
              <a:gd name="connsiteX62" fmla="*/ 2340885 w 3737862"/>
              <a:gd name="connsiteY62" fmla="*/ 115292 h 2483076"/>
              <a:gd name="connsiteX63" fmla="*/ 2378645 w 3737862"/>
              <a:gd name="connsiteY63" fmla="*/ 134756 h 2483076"/>
              <a:gd name="connsiteX64" fmla="*/ 2416386 w 3737862"/>
              <a:gd name="connsiteY64" fmla="*/ 155800 h 2483076"/>
              <a:gd name="connsiteX65" fmla="*/ 2454146 w 3737862"/>
              <a:gd name="connsiteY65" fmla="*/ 178445 h 2483076"/>
              <a:gd name="connsiteX66" fmla="*/ 2491907 w 3737862"/>
              <a:gd name="connsiteY66" fmla="*/ 202711 h 2483076"/>
              <a:gd name="connsiteX67" fmla="*/ 2529667 w 3737862"/>
              <a:gd name="connsiteY67" fmla="*/ 228621 h 2483076"/>
              <a:gd name="connsiteX68" fmla="*/ 2567408 w 3737862"/>
              <a:gd name="connsiteY68" fmla="*/ 256202 h 2483076"/>
              <a:gd name="connsiteX69" fmla="*/ 2605168 w 3737862"/>
              <a:gd name="connsiteY69" fmla="*/ 285483 h 2483076"/>
              <a:gd name="connsiteX70" fmla="*/ 2642929 w 3737862"/>
              <a:gd name="connsiteY70" fmla="*/ 316494 h 2483076"/>
              <a:gd name="connsiteX71" fmla="*/ 2680689 w 3737862"/>
              <a:gd name="connsiteY71" fmla="*/ 349272 h 2483076"/>
              <a:gd name="connsiteX72" fmla="*/ 2718450 w 3737862"/>
              <a:gd name="connsiteY72" fmla="*/ 383851 h 2483076"/>
              <a:gd name="connsiteX73" fmla="*/ 2756190 w 3737862"/>
              <a:gd name="connsiteY73" fmla="*/ 420275 h 2483076"/>
              <a:gd name="connsiteX74" fmla="*/ 2793951 w 3737862"/>
              <a:gd name="connsiteY74" fmla="*/ 458585 h 2483076"/>
              <a:gd name="connsiteX75" fmla="*/ 2831711 w 3737862"/>
              <a:gd name="connsiteY75" fmla="*/ 498833 h 2483076"/>
              <a:gd name="connsiteX76" fmla="*/ 2869472 w 3737862"/>
              <a:gd name="connsiteY76" fmla="*/ 541072 h 2483076"/>
              <a:gd name="connsiteX77" fmla="*/ 2907212 w 3737862"/>
              <a:gd name="connsiteY77" fmla="*/ 585359 h 2483076"/>
              <a:gd name="connsiteX78" fmla="*/ 2944973 w 3737862"/>
              <a:gd name="connsiteY78" fmla="*/ 631764 h 2483076"/>
              <a:gd name="connsiteX79" fmla="*/ 2982733 w 3737862"/>
              <a:gd name="connsiteY79" fmla="*/ 680356 h 2483076"/>
              <a:gd name="connsiteX80" fmla="*/ 3020494 w 3737862"/>
              <a:gd name="connsiteY80" fmla="*/ 731216 h 2483076"/>
              <a:gd name="connsiteX81" fmla="*/ 3058254 w 3737862"/>
              <a:gd name="connsiteY81" fmla="*/ 784434 h 2483076"/>
              <a:gd name="connsiteX82" fmla="*/ 3095995 w 3737862"/>
              <a:gd name="connsiteY82" fmla="*/ 840109 h 2483076"/>
              <a:gd name="connsiteX83" fmla="*/ 3133755 w 3737862"/>
              <a:gd name="connsiteY83" fmla="*/ 898358 h 2483076"/>
              <a:gd name="connsiteX84" fmla="*/ 3171516 w 3737862"/>
              <a:gd name="connsiteY84" fmla="*/ 959302 h 2483076"/>
              <a:gd name="connsiteX85" fmla="*/ 3209276 w 3737862"/>
              <a:gd name="connsiteY85" fmla="*/ 1023096 h 2483076"/>
              <a:gd name="connsiteX86" fmla="*/ 3247036 w 3737862"/>
              <a:gd name="connsiteY86" fmla="*/ 1089900 h 2483076"/>
              <a:gd name="connsiteX87" fmla="*/ 3284777 w 3737862"/>
              <a:gd name="connsiteY87" fmla="*/ 1159911 h 2483076"/>
              <a:gd name="connsiteX88" fmla="*/ 3322538 w 3737862"/>
              <a:gd name="connsiteY88" fmla="*/ 1233358 h 2483076"/>
              <a:gd name="connsiteX89" fmla="*/ 3360298 w 3737862"/>
              <a:gd name="connsiteY89" fmla="*/ 1310509 h 2483076"/>
              <a:gd name="connsiteX90" fmla="*/ 3398058 w 3737862"/>
              <a:gd name="connsiteY90" fmla="*/ 1391693 h 2483076"/>
              <a:gd name="connsiteX91" fmla="*/ 3435799 w 3737862"/>
              <a:gd name="connsiteY91" fmla="*/ 1477310 h 2483076"/>
              <a:gd name="connsiteX92" fmla="*/ 3473560 w 3737862"/>
              <a:gd name="connsiteY92" fmla="*/ 1567857 h 2483076"/>
              <a:gd name="connsiteX93" fmla="*/ 3511320 w 3737862"/>
              <a:gd name="connsiteY93" fmla="*/ 1663987 h 2483076"/>
              <a:gd name="connsiteX94" fmla="*/ 3549081 w 3737862"/>
              <a:gd name="connsiteY94" fmla="*/ 1766564 h 2483076"/>
              <a:gd name="connsiteX95" fmla="*/ 3586841 w 3737862"/>
              <a:gd name="connsiteY95" fmla="*/ 1876821 h 2483076"/>
              <a:gd name="connsiteX96" fmla="*/ 3624581 w 3737862"/>
              <a:gd name="connsiteY96" fmla="*/ 1996586 h 2483076"/>
              <a:gd name="connsiteX97" fmla="*/ 3662342 w 3737862"/>
              <a:gd name="connsiteY97" fmla="*/ 2129039 h 2483076"/>
              <a:gd name="connsiteX98" fmla="*/ 3700103 w 3737862"/>
              <a:gd name="connsiteY98" fmla="*/ 2280784 h 2483076"/>
              <a:gd name="connsiteX99" fmla="*/ 3737863 w 3737862"/>
              <a:gd name="connsiteY99" fmla="*/ 2483077 h 24830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3737862" h="2483076">
                <a:moveTo>
                  <a:pt x="0" y="2483077"/>
                </a:moveTo>
                <a:lnTo>
                  <a:pt x="37756" y="2280784"/>
                </a:lnTo>
                <a:lnTo>
                  <a:pt x="75513" y="2129039"/>
                </a:lnTo>
                <a:lnTo>
                  <a:pt x="113269" y="1996586"/>
                </a:lnTo>
                <a:lnTo>
                  <a:pt x="151024" y="1876821"/>
                </a:lnTo>
                <a:lnTo>
                  <a:pt x="188780" y="1766564"/>
                </a:lnTo>
                <a:lnTo>
                  <a:pt x="226537" y="1663987"/>
                </a:lnTo>
                <a:lnTo>
                  <a:pt x="264293" y="1567857"/>
                </a:lnTo>
                <a:lnTo>
                  <a:pt x="302050" y="1477310"/>
                </a:lnTo>
                <a:lnTo>
                  <a:pt x="339804" y="1391693"/>
                </a:lnTo>
                <a:lnTo>
                  <a:pt x="377561" y="1310509"/>
                </a:lnTo>
                <a:lnTo>
                  <a:pt x="415317" y="1233358"/>
                </a:lnTo>
                <a:lnTo>
                  <a:pt x="453074" y="1159911"/>
                </a:lnTo>
                <a:lnTo>
                  <a:pt x="490830" y="1089900"/>
                </a:lnTo>
                <a:lnTo>
                  <a:pt x="528587" y="1023096"/>
                </a:lnTo>
                <a:lnTo>
                  <a:pt x="566341" y="959302"/>
                </a:lnTo>
                <a:lnTo>
                  <a:pt x="604098" y="898358"/>
                </a:lnTo>
                <a:lnTo>
                  <a:pt x="641854" y="840109"/>
                </a:lnTo>
                <a:lnTo>
                  <a:pt x="679611" y="784434"/>
                </a:lnTo>
                <a:lnTo>
                  <a:pt x="717367" y="731216"/>
                </a:lnTo>
                <a:lnTo>
                  <a:pt x="755122" y="680356"/>
                </a:lnTo>
                <a:lnTo>
                  <a:pt x="792878" y="631764"/>
                </a:lnTo>
                <a:lnTo>
                  <a:pt x="830635" y="585359"/>
                </a:lnTo>
                <a:lnTo>
                  <a:pt x="868391" y="541072"/>
                </a:lnTo>
                <a:lnTo>
                  <a:pt x="906148" y="498833"/>
                </a:lnTo>
                <a:lnTo>
                  <a:pt x="943902" y="458585"/>
                </a:lnTo>
                <a:lnTo>
                  <a:pt x="981659" y="420275"/>
                </a:lnTo>
                <a:lnTo>
                  <a:pt x="1019415" y="383851"/>
                </a:lnTo>
                <a:lnTo>
                  <a:pt x="1057172" y="349272"/>
                </a:lnTo>
                <a:lnTo>
                  <a:pt x="1094928" y="316494"/>
                </a:lnTo>
                <a:lnTo>
                  <a:pt x="1132685" y="285483"/>
                </a:lnTo>
                <a:lnTo>
                  <a:pt x="1170449" y="256202"/>
                </a:lnTo>
                <a:lnTo>
                  <a:pt x="1208190" y="228621"/>
                </a:lnTo>
                <a:lnTo>
                  <a:pt x="1245950" y="202711"/>
                </a:lnTo>
                <a:lnTo>
                  <a:pt x="1283711" y="178445"/>
                </a:lnTo>
                <a:lnTo>
                  <a:pt x="1321471" y="155800"/>
                </a:lnTo>
                <a:lnTo>
                  <a:pt x="1359212" y="134756"/>
                </a:lnTo>
                <a:lnTo>
                  <a:pt x="1396972" y="115292"/>
                </a:lnTo>
                <a:lnTo>
                  <a:pt x="1434733" y="97389"/>
                </a:lnTo>
                <a:lnTo>
                  <a:pt x="1472493" y="81032"/>
                </a:lnTo>
                <a:lnTo>
                  <a:pt x="1510254" y="66207"/>
                </a:lnTo>
                <a:lnTo>
                  <a:pt x="1547994" y="52899"/>
                </a:lnTo>
                <a:lnTo>
                  <a:pt x="1585755" y="41100"/>
                </a:lnTo>
                <a:lnTo>
                  <a:pt x="1623515" y="30794"/>
                </a:lnTo>
                <a:lnTo>
                  <a:pt x="1661276" y="21978"/>
                </a:lnTo>
                <a:lnTo>
                  <a:pt x="1699016" y="14642"/>
                </a:lnTo>
                <a:lnTo>
                  <a:pt x="1736777" y="8780"/>
                </a:lnTo>
                <a:lnTo>
                  <a:pt x="1774537" y="4388"/>
                </a:lnTo>
                <a:lnTo>
                  <a:pt x="1812298" y="1462"/>
                </a:lnTo>
                <a:lnTo>
                  <a:pt x="1850058" y="0"/>
                </a:lnTo>
                <a:lnTo>
                  <a:pt x="1887799" y="0"/>
                </a:lnTo>
                <a:lnTo>
                  <a:pt x="1925559" y="1462"/>
                </a:lnTo>
                <a:lnTo>
                  <a:pt x="1963320" y="4388"/>
                </a:lnTo>
                <a:lnTo>
                  <a:pt x="2001080" y="8780"/>
                </a:lnTo>
                <a:lnTo>
                  <a:pt x="2038841" y="14642"/>
                </a:lnTo>
                <a:lnTo>
                  <a:pt x="2076581" y="21978"/>
                </a:lnTo>
                <a:lnTo>
                  <a:pt x="2114342" y="30794"/>
                </a:lnTo>
                <a:lnTo>
                  <a:pt x="2152102" y="41100"/>
                </a:lnTo>
                <a:lnTo>
                  <a:pt x="2189863" y="52899"/>
                </a:lnTo>
                <a:lnTo>
                  <a:pt x="2227603" y="66207"/>
                </a:lnTo>
                <a:lnTo>
                  <a:pt x="2265364" y="81032"/>
                </a:lnTo>
                <a:lnTo>
                  <a:pt x="2303124" y="97389"/>
                </a:lnTo>
                <a:lnTo>
                  <a:pt x="2340885" y="115292"/>
                </a:lnTo>
                <a:lnTo>
                  <a:pt x="2378645" y="134756"/>
                </a:lnTo>
                <a:lnTo>
                  <a:pt x="2416386" y="155800"/>
                </a:lnTo>
                <a:lnTo>
                  <a:pt x="2454146" y="178445"/>
                </a:lnTo>
                <a:lnTo>
                  <a:pt x="2491907" y="202711"/>
                </a:lnTo>
                <a:lnTo>
                  <a:pt x="2529667" y="228621"/>
                </a:lnTo>
                <a:lnTo>
                  <a:pt x="2567408" y="256202"/>
                </a:lnTo>
                <a:lnTo>
                  <a:pt x="2605168" y="285483"/>
                </a:lnTo>
                <a:lnTo>
                  <a:pt x="2642929" y="316494"/>
                </a:lnTo>
                <a:lnTo>
                  <a:pt x="2680689" y="349272"/>
                </a:lnTo>
                <a:lnTo>
                  <a:pt x="2718450" y="383851"/>
                </a:lnTo>
                <a:lnTo>
                  <a:pt x="2756190" y="420275"/>
                </a:lnTo>
                <a:lnTo>
                  <a:pt x="2793951" y="458585"/>
                </a:lnTo>
                <a:lnTo>
                  <a:pt x="2831711" y="498833"/>
                </a:lnTo>
                <a:lnTo>
                  <a:pt x="2869472" y="541072"/>
                </a:lnTo>
                <a:lnTo>
                  <a:pt x="2907212" y="585359"/>
                </a:lnTo>
                <a:lnTo>
                  <a:pt x="2944973" y="631764"/>
                </a:lnTo>
                <a:lnTo>
                  <a:pt x="2982733" y="680356"/>
                </a:lnTo>
                <a:lnTo>
                  <a:pt x="3020494" y="731216"/>
                </a:lnTo>
                <a:lnTo>
                  <a:pt x="3058254" y="784434"/>
                </a:lnTo>
                <a:lnTo>
                  <a:pt x="3095995" y="840109"/>
                </a:lnTo>
                <a:lnTo>
                  <a:pt x="3133755" y="898358"/>
                </a:lnTo>
                <a:lnTo>
                  <a:pt x="3171516" y="959302"/>
                </a:lnTo>
                <a:lnTo>
                  <a:pt x="3209276" y="1023096"/>
                </a:lnTo>
                <a:lnTo>
                  <a:pt x="3247036" y="1089900"/>
                </a:lnTo>
                <a:lnTo>
                  <a:pt x="3284777" y="1159911"/>
                </a:lnTo>
                <a:lnTo>
                  <a:pt x="3322538" y="1233358"/>
                </a:lnTo>
                <a:lnTo>
                  <a:pt x="3360298" y="1310509"/>
                </a:lnTo>
                <a:lnTo>
                  <a:pt x="3398058" y="1391693"/>
                </a:lnTo>
                <a:lnTo>
                  <a:pt x="3435799" y="1477310"/>
                </a:lnTo>
                <a:lnTo>
                  <a:pt x="3473560" y="1567857"/>
                </a:lnTo>
                <a:lnTo>
                  <a:pt x="3511320" y="1663987"/>
                </a:lnTo>
                <a:lnTo>
                  <a:pt x="3549081" y="1766564"/>
                </a:lnTo>
                <a:lnTo>
                  <a:pt x="3586841" y="1876821"/>
                </a:lnTo>
                <a:lnTo>
                  <a:pt x="3624581" y="1996586"/>
                </a:lnTo>
                <a:lnTo>
                  <a:pt x="3662342" y="2129039"/>
                </a:lnTo>
                <a:lnTo>
                  <a:pt x="3700103" y="2280784"/>
                </a:lnTo>
                <a:lnTo>
                  <a:pt x="3737863" y="2483077"/>
                </a:lnTo>
              </a:path>
            </a:pathLst>
          </a:custGeom>
          <a:noFill/>
          <a:ln w="24051" cap="rnd">
            <a:solidFill>
              <a:srgbClr val="009AF9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D98338F-E9DC-06EA-0E37-7AE773BC837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1409414" y="1239837"/>
                <a:ext cx="5589973" cy="395809"/>
              </a:xfr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tIns="0" rIns="0" bIns="0"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Ber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⋅;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8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D98338F-E9DC-06EA-0E37-7AE773BC83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1409414" y="1239837"/>
                <a:ext cx="5589973" cy="39580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4FCB7E-FE93-0AF1-A87A-ACAF7689D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Binary Entropy</a:t>
            </a:r>
          </a:p>
        </p:txBody>
      </p:sp>
    </p:spTree>
    <p:extLst>
      <p:ext uri="{BB962C8B-B14F-4D97-AF65-F5344CB8AC3E}">
        <p14:creationId xmlns:p14="http://schemas.microsoft.com/office/powerpoint/2010/main" val="25598432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ADE38-4603-5175-2204-225D69B6D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BA59E3B-3ED3-9637-84AA-59BFD0E653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Basics of Information Theory</a:t>
            </a:r>
          </a:p>
          <a:p>
            <a:pPr marL="342900" indent="-342900"/>
            <a:r>
              <a:rPr lang="en-US" altLang="en-DE" b="1" dirty="0"/>
              <a:t>Probability and Compression: Arithmetic Coding</a:t>
            </a:r>
          </a:p>
          <a:p>
            <a:pPr marL="342900" indent="-342900"/>
            <a:r>
              <a:rPr lang="en-US" altLang="en-DE" dirty="0"/>
              <a:t>Distance Measures for Probabilities Revisited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C70A51-0D74-D2EF-6877-969771889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4414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6" name="Group 365">
            <a:extLst>
              <a:ext uri="{FF2B5EF4-FFF2-40B4-BE49-F238E27FC236}">
                <a16:creationId xmlns:a16="http://schemas.microsoft.com/office/drawing/2014/main" id="{54216E16-444D-4770-8137-8536DFCC45E9}"/>
              </a:ext>
            </a:extLst>
          </p:cNvPr>
          <p:cNvGrpSpPr/>
          <p:nvPr/>
        </p:nvGrpSpPr>
        <p:grpSpPr>
          <a:xfrm>
            <a:off x="2517684" y="3554678"/>
            <a:ext cx="2396735" cy="1581545"/>
            <a:chOff x="2517684" y="3554678"/>
            <a:chExt cx="2396735" cy="1581545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5D3DE3C3-C541-4F32-35C7-1B823AD19B4C}"/>
                </a:ext>
              </a:extLst>
            </p:cNvPr>
            <p:cNvSpPr/>
            <p:nvPr/>
          </p:nvSpPr>
          <p:spPr>
            <a:xfrm>
              <a:off x="2897479" y="3556722"/>
              <a:ext cx="2016940" cy="1339863"/>
            </a:xfrm>
            <a:custGeom>
              <a:avLst/>
              <a:gdLst>
                <a:gd name="connsiteX0" fmla="*/ 0 w 2016940"/>
                <a:gd name="connsiteY0" fmla="*/ 1339864 h 1339863"/>
                <a:gd name="connsiteX1" fmla="*/ 2016941 w 2016940"/>
                <a:gd name="connsiteY1" fmla="*/ 1339864 h 1339863"/>
                <a:gd name="connsiteX2" fmla="*/ 2016941 w 2016940"/>
                <a:gd name="connsiteY2" fmla="*/ 0 h 1339863"/>
                <a:gd name="connsiteX3" fmla="*/ 0 w 2016940"/>
                <a:gd name="connsiteY3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16940" h="1339863">
                  <a:moveTo>
                    <a:pt x="0" y="1339864"/>
                  </a:moveTo>
                  <a:lnTo>
                    <a:pt x="2016941" y="1339864"/>
                  </a:lnTo>
                  <a:lnTo>
                    <a:pt x="20169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F0902E68-7443-A61A-3D83-317BA98AA874}"/>
                </a:ext>
              </a:extLst>
            </p:cNvPr>
            <p:cNvSpPr/>
            <p:nvPr/>
          </p:nvSpPr>
          <p:spPr>
            <a:xfrm>
              <a:off x="3056930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8FEA60EB-77CA-1251-58AA-C288220E65CA}"/>
                </a:ext>
              </a:extLst>
            </p:cNvPr>
            <p:cNvSpPr/>
            <p:nvPr/>
          </p:nvSpPr>
          <p:spPr>
            <a:xfrm>
              <a:off x="3178217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7B874D85-ED28-4A24-8C1A-05010B0809A3}"/>
                </a:ext>
              </a:extLst>
            </p:cNvPr>
            <p:cNvSpPr/>
            <p:nvPr/>
          </p:nvSpPr>
          <p:spPr>
            <a:xfrm>
              <a:off x="3299506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D03A33FF-4A95-D2D3-A0C1-CAAB149C3312}"/>
                </a:ext>
              </a:extLst>
            </p:cNvPr>
            <p:cNvSpPr/>
            <p:nvPr/>
          </p:nvSpPr>
          <p:spPr>
            <a:xfrm>
              <a:off x="3420794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027CBFA-7CB7-4329-C230-6722932A5B10}"/>
                </a:ext>
              </a:extLst>
            </p:cNvPr>
            <p:cNvSpPr/>
            <p:nvPr/>
          </p:nvSpPr>
          <p:spPr>
            <a:xfrm>
              <a:off x="3542086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A960D71-1528-607F-CC9F-D71D99864D2B}"/>
                </a:ext>
              </a:extLst>
            </p:cNvPr>
            <p:cNvSpPr/>
            <p:nvPr/>
          </p:nvSpPr>
          <p:spPr>
            <a:xfrm>
              <a:off x="3663366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6E0495E-B6DA-1627-D959-B4A73551466E}"/>
                </a:ext>
              </a:extLst>
            </p:cNvPr>
            <p:cNvSpPr/>
            <p:nvPr/>
          </p:nvSpPr>
          <p:spPr>
            <a:xfrm>
              <a:off x="3784657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E55221E-1643-741C-98C2-4488FD2CFD90}"/>
                </a:ext>
              </a:extLst>
            </p:cNvPr>
            <p:cNvSpPr/>
            <p:nvPr/>
          </p:nvSpPr>
          <p:spPr>
            <a:xfrm>
              <a:off x="3905947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2A4BC49-F018-691D-6F54-91DE59DBAD50}"/>
                </a:ext>
              </a:extLst>
            </p:cNvPr>
            <p:cNvSpPr/>
            <p:nvPr/>
          </p:nvSpPr>
          <p:spPr>
            <a:xfrm>
              <a:off x="4027238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EE772664-CDC4-FF67-1A53-1A49868D0DDA}"/>
                </a:ext>
              </a:extLst>
            </p:cNvPr>
            <p:cNvSpPr/>
            <p:nvPr/>
          </p:nvSpPr>
          <p:spPr>
            <a:xfrm>
              <a:off x="4148528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D4E880C-04B0-8691-1CCD-C37A3BD28E3E}"/>
                </a:ext>
              </a:extLst>
            </p:cNvPr>
            <p:cNvSpPr/>
            <p:nvPr/>
          </p:nvSpPr>
          <p:spPr>
            <a:xfrm>
              <a:off x="4269809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5E94B2C8-781A-64E6-3480-F8230F85DA41}"/>
                </a:ext>
              </a:extLst>
            </p:cNvPr>
            <p:cNvSpPr/>
            <p:nvPr/>
          </p:nvSpPr>
          <p:spPr>
            <a:xfrm>
              <a:off x="4391099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6E93F77A-CF03-B482-7349-0855EDC1A99C}"/>
                </a:ext>
              </a:extLst>
            </p:cNvPr>
            <p:cNvSpPr/>
            <p:nvPr/>
          </p:nvSpPr>
          <p:spPr>
            <a:xfrm>
              <a:off x="4512390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A38C92E5-FDDF-EF23-40C6-6B2508C3AC96}"/>
                </a:ext>
              </a:extLst>
            </p:cNvPr>
            <p:cNvSpPr/>
            <p:nvPr/>
          </p:nvSpPr>
          <p:spPr>
            <a:xfrm>
              <a:off x="4633680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2830ECA8-5EF6-0754-1B7D-37F67A426BCE}"/>
                </a:ext>
              </a:extLst>
            </p:cNvPr>
            <p:cNvSpPr/>
            <p:nvPr/>
          </p:nvSpPr>
          <p:spPr>
            <a:xfrm>
              <a:off x="4754961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487D4FB-E0FE-DEAA-8D06-54C926133101}"/>
                </a:ext>
              </a:extLst>
            </p:cNvPr>
            <p:cNvSpPr/>
            <p:nvPr/>
          </p:nvSpPr>
          <p:spPr>
            <a:xfrm>
              <a:off x="2897479" y="4896585"/>
              <a:ext cx="2016940" cy="1021"/>
            </a:xfrm>
            <a:custGeom>
              <a:avLst/>
              <a:gdLst>
                <a:gd name="connsiteX0" fmla="*/ 0 w 2016940"/>
                <a:gd name="connsiteY0" fmla="*/ 0 h 1021"/>
                <a:gd name="connsiteX1" fmla="*/ 2016941 w 2016940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6940" h="1021">
                  <a:moveTo>
                    <a:pt x="0" y="0"/>
                  </a:moveTo>
                  <a:lnTo>
                    <a:pt x="2016941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94005A35-1AE1-D6C3-6EAA-93335083C3B8}"/>
                </a:ext>
              </a:extLst>
            </p:cNvPr>
            <p:cNvSpPr/>
            <p:nvPr/>
          </p:nvSpPr>
          <p:spPr>
            <a:xfrm>
              <a:off x="2897479" y="4517293"/>
              <a:ext cx="2016940" cy="1021"/>
            </a:xfrm>
            <a:custGeom>
              <a:avLst/>
              <a:gdLst>
                <a:gd name="connsiteX0" fmla="*/ 0 w 2016940"/>
                <a:gd name="connsiteY0" fmla="*/ 0 h 1021"/>
                <a:gd name="connsiteX1" fmla="*/ 2016941 w 2016940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6940" h="1021">
                  <a:moveTo>
                    <a:pt x="0" y="0"/>
                  </a:moveTo>
                  <a:lnTo>
                    <a:pt x="2016941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E784CF59-C503-65EA-F90B-C47DF40C60C9}"/>
                </a:ext>
              </a:extLst>
            </p:cNvPr>
            <p:cNvSpPr/>
            <p:nvPr/>
          </p:nvSpPr>
          <p:spPr>
            <a:xfrm>
              <a:off x="2897479" y="4138002"/>
              <a:ext cx="2016940" cy="1021"/>
            </a:xfrm>
            <a:custGeom>
              <a:avLst/>
              <a:gdLst>
                <a:gd name="connsiteX0" fmla="*/ 0 w 2016940"/>
                <a:gd name="connsiteY0" fmla="*/ 0 h 1021"/>
                <a:gd name="connsiteX1" fmla="*/ 2016941 w 2016940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6940" h="1021">
                  <a:moveTo>
                    <a:pt x="0" y="0"/>
                  </a:moveTo>
                  <a:lnTo>
                    <a:pt x="2016941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6CADC02A-5289-CAAF-BEFD-39BCA5511C05}"/>
                </a:ext>
              </a:extLst>
            </p:cNvPr>
            <p:cNvSpPr/>
            <p:nvPr/>
          </p:nvSpPr>
          <p:spPr>
            <a:xfrm>
              <a:off x="2897479" y="3758709"/>
              <a:ext cx="2016940" cy="1021"/>
            </a:xfrm>
            <a:custGeom>
              <a:avLst/>
              <a:gdLst>
                <a:gd name="connsiteX0" fmla="*/ 0 w 2016940"/>
                <a:gd name="connsiteY0" fmla="*/ 0 h 1021"/>
                <a:gd name="connsiteX1" fmla="*/ 2016941 w 2016940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6940" h="1021">
                  <a:moveTo>
                    <a:pt x="0" y="0"/>
                  </a:moveTo>
                  <a:lnTo>
                    <a:pt x="2016941" y="0"/>
                  </a:lnTo>
                </a:path>
              </a:pathLst>
            </a:custGeom>
            <a:noFill/>
            <a:ln w="2040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AB912275-FDE7-2843-249D-7BE52FF25C54}"/>
                </a:ext>
              </a:extLst>
            </p:cNvPr>
            <p:cNvSpPr/>
            <p:nvPr/>
          </p:nvSpPr>
          <p:spPr>
            <a:xfrm>
              <a:off x="2897479" y="4896585"/>
              <a:ext cx="2016940" cy="1021"/>
            </a:xfrm>
            <a:custGeom>
              <a:avLst/>
              <a:gdLst>
                <a:gd name="connsiteX0" fmla="*/ 0 w 2016940"/>
                <a:gd name="connsiteY0" fmla="*/ 0 h 1021"/>
                <a:gd name="connsiteX1" fmla="*/ 2016941 w 2016940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016940" h="1021">
                  <a:moveTo>
                    <a:pt x="0" y="0"/>
                  </a:moveTo>
                  <a:lnTo>
                    <a:pt x="2016941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13482D7B-9DEA-35E5-E04F-63C3B20F4EF8}"/>
                </a:ext>
              </a:extLst>
            </p:cNvPr>
            <p:cNvSpPr/>
            <p:nvPr/>
          </p:nvSpPr>
          <p:spPr>
            <a:xfrm>
              <a:off x="3056930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C215072-B64B-6ABC-8C7F-AB55022F1764}"/>
                </a:ext>
              </a:extLst>
            </p:cNvPr>
            <p:cNvSpPr/>
            <p:nvPr/>
          </p:nvSpPr>
          <p:spPr>
            <a:xfrm>
              <a:off x="3178217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7629CEAB-CE2B-83CF-3893-8FA4FCF3A97D}"/>
                </a:ext>
              </a:extLst>
            </p:cNvPr>
            <p:cNvSpPr/>
            <p:nvPr/>
          </p:nvSpPr>
          <p:spPr>
            <a:xfrm>
              <a:off x="3299506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14F6F257-CF84-AA23-70BC-787DA6D651DC}"/>
                </a:ext>
              </a:extLst>
            </p:cNvPr>
            <p:cNvSpPr/>
            <p:nvPr/>
          </p:nvSpPr>
          <p:spPr>
            <a:xfrm>
              <a:off x="3420794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9DC43CC-1F6C-EAB3-6B6B-566E086606CB}"/>
                </a:ext>
              </a:extLst>
            </p:cNvPr>
            <p:cNvSpPr/>
            <p:nvPr/>
          </p:nvSpPr>
          <p:spPr>
            <a:xfrm>
              <a:off x="3542086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CC9D735F-B945-3318-B68A-AFB026A9168F}"/>
                </a:ext>
              </a:extLst>
            </p:cNvPr>
            <p:cNvSpPr/>
            <p:nvPr/>
          </p:nvSpPr>
          <p:spPr>
            <a:xfrm>
              <a:off x="3663366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A898AF2-F311-7FBE-0A85-9E4751F8F77A}"/>
                </a:ext>
              </a:extLst>
            </p:cNvPr>
            <p:cNvSpPr/>
            <p:nvPr/>
          </p:nvSpPr>
          <p:spPr>
            <a:xfrm>
              <a:off x="3784657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009C944E-6AC2-BA5C-C1EB-35C287B3F4E2}"/>
                </a:ext>
              </a:extLst>
            </p:cNvPr>
            <p:cNvSpPr/>
            <p:nvPr/>
          </p:nvSpPr>
          <p:spPr>
            <a:xfrm>
              <a:off x="3905947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92DDCE3-CFEE-DCCD-E929-2231E22AFC5E}"/>
                </a:ext>
              </a:extLst>
            </p:cNvPr>
            <p:cNvSpPr/>
            <p:nvPr/>
          </p:nvSpPr>
          <p:spPr>
            <a:xfrm>
              <a:off x="4027238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1C738E1-D211-BBCE-B6E1-223766D971AF}"/>
                </a:ext>
              </a:extLst>
            </p:cNvPr>
            <p:cNvSpPr/>
            <p:nvPr/>
          </p:nvSpPr>
          <p:spPr>
            <a:xfrm>
              <a:off x="4148528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DD8B5B7-9039-F1C5-5D45-8A295EE5DC15}"/>
                </a:ext>
              </a:extLst>
            </p:cNvPr>
            <p:cNvSpPr/>
            <p:nvPr/>
          </p:nvSpPr>
          <p:spPr>
            <a:xfrm>
              <a:off x="4269809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E8FBAC9-FCD2-EA0E-CBF4-72AF2E8EB4D9}"/>
                </a:ext>
              </a:extLst>
            </p:cNvPr>
            <p:cNvSpPr/>
            <p:nvPr/>
          </p:nvSpPr>
          <p:spPr>
            <a:xfrm>
              <a:off x="4391099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2A23DE11-C427-1F0F-3B59-EC3F1E062461}"/>
                </a:ext>
              </a:extLst>
            </p:cNvPr>
            <p:cNvSpPr/>
            <p:nvPr/>
          </p:nvSpPr>
          <p:spPr>
            <a:xfrm>
              <a:off x="4512390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3A6624E-E773-E044-96EC-E225AAD63683}"/>
                </a:ext>
              </a:extLst>
            </p:cNvPr>
            <p:cNvSpPr/>
            <p:nvPr/>
          </p:nvSpPr>
          <p:spPr>
            <a:xfrm>
              <a:off x="4633680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4EA24BDE-0A73-7CB9-8ABC-53DA84170F34}"/>
                </a:ext>
              </a:extLst>
            </p:cNvPr>
            <p:cNvSpPr/>
            <p:nvPr/>
          </p:nvSpPr>
          <p:spPr>
            <a:xfrm>
              <a:off x="4754961" y="4877271"/>
              <a:ext cx="1021" cy="19314"/>
            </a:xfrm>
            <a:custGeom>
              <a:avLst/>
              <a:gdLst>
                <a:gd name="connsiteX0" fmla="*/ 0 w 1021"/>
                <a:gd name="connsiteY0" fmla="*/ 19314 h 19314"/>
                <a:gd name="connsiteX1" fmla="*/ 0 w 1021"/>
                <a:gd name="connsiteY1" fmla="*/ 0 h 1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9314">
                  <a:moveTo>
                    <a:pt x="0" y="1931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5EF07174-50F3-F7AA-F1C4-3C38C089BD81}"/>
                </a:ext>
              </a:extLst>
            </p:cNvPr>
            <p:cNvSpPr/>
            <p:nvPr/>
          </p:nvSpPr>
          <p:spPr>
            <a:xfrm>
              <a:off x="3589799" y="5055217"/>
              <a:ext cx="72811" cy="79463"/>
            </a:xfrm>
            <a:custGeom>
              <a:avLst/>
              <a:gdLst>
                <a:gd name="connsiteX0" fmla="*/ 36400 w 72811"/>
                <a:gd name="connsiteY0" fmla="*/ 10597 h 79463"/>
                <a:gd name="connsiteX1" fmla="*/ 21818 w 72811"/>
                <a:gd name="connsiteY1" fmla="*/ 50135 h 79463"/>
                <a:gd name="connsiteX2" fmla="*/ 51034 w 72811"/>
                <a:gd name="connsiteY2" fmla="*/ 50135 h 79463"/>
                <a:gd name="connsiteX3" fmla="*/ 36400 w 72811"/>
                <a:gd name="connsiteY3" fmla="*/ 10597 h 79463"/>
                <a:gd name="connsiteX4" fmla="*/ 30330 w 72811"/>
                <a:gd name="connsiteY4" fmla="*/ 0 h 79463"/>
                <a:gd name="connsiteX5" fmla="*/ 42522 w 72811"/>
                <a:gd name="connsiteY5" fmla="*/ 0 h 79463"/>
                <a:gd name="connsiteX6" fmla="*/ 72811 w 72811"/>
                <a:gd name="connsiteY6" fmla="*/ 79464 h 79463"/>
                <a:gd name="connsiteX7" fmla="*/ 61631 w 72811"/>
                <a:gd name="connsiteY7" fmla="*/ 79464 h 79463"/>
                <a:gd name="connsiteX8" fmla="*/ 54396 w 72811"/>
                <a:gd name="connsiteY8" fmla="*/ 59077 h 79463"/>
                <a:gd name="connsiteX9" fmla="*/ 18568 w 72811"/>
                <a:gd name="connsiteY9" fmla="*/ 59077 h 79463"/>
                <a:gd name="connsiteX10" fmla="*/ 11333 w 72811"/>
                <a:gd name="connsiteY10" fmla="*/ 79464 h 79463"/>
                <a:gd name="connsiteX11" fmla="*/ 0 w 72811"/>
                <a:gd name="connsiteY11" fmla="*/ 79464 h 79463"/>
                <a:gd name="connsiteX12" fmla="*/ 30330 w 72811"/>
                <a:gd name="connsiteY12" fmla="*/ 0 h 7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2811" h="79463">
                  <a:moveTo>
                    <a:pt x="36400" y="10597"/>
                  </a:moveTo>
                  <a:lnTo>
                    <a:pt x="21818" y="50135"/>
                  </a:lnTo>
                  <a:lnTo>
                    <a:pt x="51034" y="50135"/>
                  </a:lnTo>
                  <a:lnTo>
                    <a:pt x="36400" y="10597"/>
                  </a:lnTo>
                  <a:moveTo>
                    <a:pt x="30330" y="0"/>
                  </a:moveTo>
                  <a:lnTo>
                    <a:pt x="42522" y="0"/>
                  </a:lnTo>
                  <a:lnTo>
                    <a:pt x="72811" y="79464"/>
                  </a:lnTo>
                  <a:lnTo>
                    <a:pt x="61631" y="79464"/>
                  </a:lnTo>
                  <a:lnTo>
                    <a:pt x="54396" y="59077"/>
                  </a:lnTo>
                  <a:lnTo>
                    <a:pt x="18568" y="59077"/>
                  </a:lnTo>
                  <a:lnTo>
                    <a:pt x="11333" y="79464"/>
                  </a:lnTo>
                  <a:lnTo>
                    <a:pt x="0" y="79464"/>
                  </a:lnTo>
                  <a:lnTo>
                    <a:pt x="3033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6FEDE4E8-6621-E609-ACA2-2FE125F9316B}"/>
                </a:ext>
              </a:extLst>
            </p:cNvPr>
            <p:cNvSpPr/>
            <p:nvPr/>
          </p:nvSpPr>
          <p:spPr>
            <a:xfrm>
              <a:off x="3670693" y="5053786"/>
              <a:ext cx="55939" cy="82437"/>
            </a:xfrm>
            <a:custGeom>
              <a:avLst/>
              <a:gdLst>
                <a:gd name="connsiteX0" fmla="*/ 51147 w 55939"/>
                <a:gd name="connsiteY0" fmla="*/ 4037 h 82437"/>
                <a:gd name="connsiteX1" fmla="*/ 51147 w 55939"/>
                <a:gd name="connsiteY1" fmla="*/ 14521 h 82437"/>
                <a:gd name="connsiteX2" fmla="*/ 39599 w 55939"/>
                <a:gd name="connsiteY2" fmla="*/ 10158 h 82437"/>
                <a:gd name="connsiteX3" fmla="*/ 29114 w 55939"/>
                <a:gd name="connsiteY3" fmla="*/ 8727 h 82437"/>
                <a:gd name="connsiteX4" fmla="*/ 15543 w 55939"/>
                <a:gd name="connsiteY4" fmla="*/ 12130 h 82437"/>
                <a:gd name="connsiteX5" fmla="*/ 10812 w 55939"/>
                <a:gd name="connsiteY5" fmla="*/ 21818 h 82437"/>
                <a:gd name="connsiteX6" fmla="*/ 13949 w 55939"/>
                <a:gd name="connsiteY6" fmla="*/ 29799 h 82437"/>
                <a:gd name="connsiteX7" fmla="*/ 25977 w 55939"/>
                <a:gd name="connsiteY7" fmla="*/ 34111 h 82437"/>
                <a:gd name="connsiteX8" fmla="*/ 32466 w 55939"/>
                <a:gd name="connsiteY8" fmla="*/ 35440 h 82437"/>
                <a:gd name="connsiteX9" fmla="*/ 50196 w 55939"/>
                <a:gd name="connsiteY9" fmla="*/ 43533 h 82437"/>
                <a:gd name="connsiteX10" fmla="*/ 55939 w 55939"/>
                <a:gd name="connsiteY10" fmla="*/ 58964 h 82437"/>
                <a:gd name="connsiteX11" fmla="*/ 48173 w 55939"/>
                <a:gd name="connsiteY11" fmla="*/ 76480 h 82437"/>
                <a:gd name="connsiteX12" fmla="*/ 25497 w 55939"/>
                <a:gd name="connsiteY12" fmla="*/ 82438 h 82437"/>
                <a:gd name="connsiteX13" fmla="*/ 13469 w 55939"/>
                <a:gd name="connsiteY13" fmla="*/ 81160 h 82437"/>
                <a:gd name="connsiteX14" fmla="*/ 327 w 55939"/>
                <a:gd name="connsiteY14" fmla="*/ 77379 h 82437"/>
                <a:gd name="connsiteX15" fmla="*/ 327 w 55939"/>
                <a:gd name="connsiteY15" fmla="*/ 66312 h 82437"/>
                <a:gd name="connsiteX16" fmla="*/ 13152 w 55939"/>
                <a:gd name="connsiteY16" fmla="*/ 71851 h 82437"/>
                <a:gd name="connsiteX17" fmla="*/ 25497 w 55939"/>
                <a:gd name="connsiteY17" fmla="*/ 73710 h 82437"/>
                <a:gd name="connsiteX18" fmla="*/ 39712 w 55939"/>
                <a:gd name="connsiteY18" fmla="*/ 70093 h 82437"/>
                <a:gd name="connsiteX19" fmla="*/ 44709 w 55939"/>
                <a:gd name="connsiteY19" fmla="*/ 59761 h 82437"/>
                <a:gd name="connsiteX20" fmla="*/ 41091 w 55939"/>
                <a:gd name="connsiteY20" fmla="*/ 50615 h 82437"/>
                <a:gd name="connsiteX21" fmla="*/ 29329 w 55939"/>
                <a:gd name="connsiteY21" fmla="*/ 45659 h 82437"/>
                <a:gd name="connsiteX22" fmla="*/ 22778 w 55939"/>
                <a:gd name="connsiteY22" fmla="*/ 44382 h 82437"/>
                <a:gd name="connsiteX23" fmla="*/ 5375 w 55939"/>
                <a:gd name="connsiteY23" fmla="*/ 36881 h 82437"/>
                <a:gd name="connsiteX24" fmla="*/ 0 w 55939"/>
                <a:gd name="connsiteY24" fmla="*/ 22666 h 82437"/>
                <a:gd name="connsiteX25" fmla="*/ 7399 w 55939"/>
                <a:gd name="connsiteY25" fmla="*/ 6060 h 82437"/>
                <a:gd name="connsiteX26" fmla="*/ 27888 w 55939"/>
                <a:gd name="connsiteY26" fmla="*/ 0 h 82437"/>
                <a:gd name="connsiteX27" fmla="*/ 39282 w 55939"/>
                <a:gd name="connsiteY27" fmla="*/ 1012 h 82437"/>
                <a:gd name="connsiteX28" fmla="*/ 51147 w 55939"/>
                <a:gd name="connsiteY28" fmla="*/ 4037 h 82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5939" h="82437">
                  <a:moveTo>
                    <a:pt x="51147" y="4037"/>
                  </a:moveTo>
                  <a:lnTo>
                    <a:pt x="51147" y="14521"/>
                  </a:lnTo>
                  <a:cubicBezTo>
                    <a:pt x="47069" y="12570"/>
                    <a:pt x="43227" y="11118"/>
                    <a:pt x="39599" y="10158"/>
                  </a:cubicBezTo>
                  <a:cubicBezTo>
                    <a:pt x="35982" y="9207"/>
                    <a:pt x="32487" y="8727"/>
                    <a:pt x="29114" y="8727"/>
                  </a:cubicBezTo>
                  <a:cubicBezTo>
                    <a:pt x="23259" y="8727"/>
                    <a:pt x="18742" y="9861"/>
                    <a:pt x="15543" y="12130"/>
                  </a:cubicBezTo>
                  <a:cubicBezTo>
                    <a:pt x="12386" y="14399"/>
                    <a:pt x="10812" y="17628"/>
                    <a:pt x="10812" y="21818"/>
                  </a:cubicBezTo>
                  <a:cubicBezTo>
                    <a:pt x="10812" y="25333"/>
                    <a:pt x="11854" y="27990"/>
                    <a:pt x="13949" y="29799"/>
                  </a:cubicBezTo>
                  <a:cubicBezTo>
                    <a:pt x="16075" y="31577"/>
                    <a:pt x="20081" y="33018"/>
                    <a:pt x="25977" y="34111"/>
                  </a:cubicBezTo>
                  <a:lnTo>
                    <a:pt x="32466" y="35440"/>
                  </a:lnTo>
                  <a:cubicBezTo>
                    <a:pt x="40488" y="36963"/>
                    <a:pt x="46395" y="39660"/>
                    <a:pt x="50196" y="43533"/>
                  </a:cubicBezTo>
                  <a:cubicBezTo>
                    <a:pt x="54028" y="47366"/>
                    <a:pt x="55939" y="52506"/>
                    <a:pt x="55939" y="58964"/>
                  </a:cubicBezTo>
                  <a:cubicBezTo>
                    <a:pt x="55939" y="66669"/>
                    <a:pt x="53354" y="72505"/>
                    <a:pt x="48173" y="76480"/>
                  </a:cubicBezTo>
                  <a:cubicBezTo>
                    <a:pt x="43033" y="80455"/>
                    <a:pt x="35471" y="82438"/>
                    <a:pt x="25497" y="82438"/>
                  </a:cubicBezTo>
                  <a:cubicBezTo>
                    <a:pt x="21736" y="82438"/>
                    <a:pt x="17730" y="82008"/>
                    <a:pt x="13469" y="81160"/>
                  </a:cubicBezTo>
                  <a:cubicBezTo>
                    <a:pt x="9248" y="80312"/>
                    <a:pt x="4864" y="79045"/>
                    <a:pt x="327" y="77379"/>
                  </a:cubicBezTo>
                  <a:lnTo>
                    <a:pt x="327" y="66312"/>
                  </a:lnTo>
                  <a:cubicBezTo>
                    <a:pt x="4691" y="68754"/>
                    <a:pt x="8962" y="70604"/>
                    <a:pt x="13152" y="71851"/>
                  </a:cubicBezTo>
                  <a:cubicBezTo>
                    <a:pt x="17332" y="73087"/>
                    <a:pt x="21450" y="73710"/>
                    <a:pt x="25497" y="73710"/>
                  </a:cubicBezTo>
                  <a:cubicBezTo>
                    <a:pt x="31638" y="73710"/>
                    <a:pt x="36370" y="72505"/>
                    <a:pt x="39712" y="70093"/>
                  </a:cubicBezTo>
                  <a:cubicBezTo>
                    <a:pt x="43043" y="67681"/>
                    <a:pt x="44709" y="64237"/>
                    <a:pt x="44709" y="59761"/>
                  </a:cubicBezTo>
                  <a:cubicBezTo>
                    <a:pt x="44709" y="55868"/>
                    <a:pt x="43503" y="52812"/>
                    <a:pt x="41091" y="50615"/>
                  </a:cubicBezTo>
                  <a:cubicBezTo>
                    <a:pt x="38710" y="48418"/>
                    <a:pt x="34796" y="46763"/>
                    <a:pt x="29329" y="45659"/>
                  </a:cubicBezTo>
                  <a:lnTo>
                    <a:pt x="22778" y="44382"/>
                  </a:lnTo>
                  <a:cubicBezTo>
                    <a:pt x="14756" y="42787"/>
                    <a:pt x="8962" y="40284"/>
                    <a:pt x="5375" y="36881"/>
                  </a:cubicBezTo>
                  <a:cubicBezTo>
                    <a:pt x="1788" y="33478"/>
                    <a:pt x="0" y="28736"/>
                    <a:pt x="0" y="22666"/>
                  </a:cubicBezTo>
                  <a:cubicBezTo>
                    <a:pt x="0" y="15646"/>
                    <a:pt x="2463" y="10107"/>
                    <a:pt x="7399" y="6060"/>
                  </a:cubicBezTo>
                  <a:cubicBezTo>
                    <a:pt x="12365" y="2023"/>
                    <a:pt x="19192" y="0"/>
                    <a:pt x="27888" y="0"/>
                  </a:cubicBezTo>
                  <a:cubicBezTo>
                    <a:pt x="31618" y="0"/>
                    <a:pt x="35409" y="337"/>
                    <a:pt x="39282" y="1012"/>
                  </a:cubicBezTo>
                  <a:cubicBezTo>
                    <a:pt x="43155" y="1676"/>
                    <a:pt x="47110" y="2688"/>
                    <a:pt x="51147" y="4037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A6E18F99-3935-EB9A-7C4A-CFC3FE576803}"/>
                </a:ext>
              </a:extLst>
            </p:cNvPr>
            <p:cNvSpPr/>
            <p:nvPr/>
          </p:nvSpPr>
          <p:spPr>
            <a:xfrm>
              <a:off x="3738824" y="5053786"/>
              <a:ext cx="64083" cy="82437"/>
            </a:xfrm>
            <a:custGeom>
              <a:avLst/>
              <a:gdLst>
                <a:gd name="connsiteX0" fmla="*/ 64084 w 64083"/>
                <a:gd name="connsiteY0" fmla="*/ 7552 h 82437"/>
                <a:gd name="connsiteX1" fmla="*/ 64084 w 64083"/>
                <a:gd name="connsiteY1" fmla="*/ 18895 h 82437"/>
                <a:gd name="connsiteX2" fmla="*/ 52475 w 64083"/>
                <a:gd name="connsiteY2" fmla="*/ 11333 h 82437"/>
                <a:gd name="connsiteX3" fmla="*/ 39435 w 64083"/>
                <a:gd name="connsiteY3" fmla="*/ 8829 h 82437"/>
                <a:gd name="connsiteX4" fmla="*/ 18578 w 64083"/>
                <a:gd name="connsiteY4" fmla="*/ 17189 h 82437"/>
                <a:gd name="connsiteX5" fmla="*/ 11333 w 64083"/>
                <a:gd name="connsiteY5" fmla="*/ 41244 h 82437"/>
                <a:gd name="connsiteX6" fmla="*/ 18578 w 64083"/>
                <a:gd name="connsiteY6" fmla="*/ 65300 h 82437"/>
                <a:gd name="connsiteX7" fmla="*/ 39435 w 64083"/>
                <a:gd name="connsiteY7" fmla="*/ 73608 h 82437"/>
                <a:gd name="connsiteX8" fmla="*/ 52475 w 64083"/>
                <a:gd name="connsiteY8" fmla="*/ 71105 h 82437"/>
                <a:gd name="connsiteX9" fmla="*/ 64084 w 64083"/>
                <a:gd name="connsiteY9" fmla="*/ 63542 h 82437"/>
                <a:gd name="connsiteX10" fmla="*/ 64084 w 64083"/>
                <a:gd name="connsiteY10" fmla="*/ 74773 h 82437"/>
                <a:gd name="connsiteX11" fmla="*/ 52107 w 64083"/>
                <a:gd name="connsiteY11" fmla="*/ 80527 h 82437"/>
                <a:gd name="connsiteX12" fmla="*/ 38802 w 64083"/>
                <a:gd name="connsiteY12" fmla="*/ 82438 h 82437"/>
                <a:gd name="connsiteX13" fmla="*/ 10383 w 64083"/>
                <a:gd name="connsiteY13" fmla="*/ 71421 h 82437"/>
                <a:gd name="connsiteX14" fmla="*/ 0 w 64083"/>
                <a:gd name="connsiteY14" fmla="*/ 41244 h 82437"/>
                <a:gd name="connsiteX15" fmla="*/ 10383 w 64083"/>
                <a:gd name="connsiteY15" fmla="*/ 11067 h 82437"/>
                <a:gd name="connsiteX16" fmla="*/ 38802 w 64083"/>
                <a:gd name="connsiteY16" fmla="*/ 0 h 82437"/>
                <a:gd name="connsiteX17" fmla="*/ 52209 w 64083"/>
                <a:gd name="connsiteY17" fmla="*/ 1911 h 82437"/>
                <a:gd name="connsiteX18" fmla="*/ 64084 w 64083"/>
                <a:gd name="connsiteY18" fmla="*/ 7552 h 82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4083" h="82437">
                  <a:moveTo>
                    <a:pt x="64084" y="7552"/>
                  </a:moveTo>
                  <a:lnTo>
                    <a:pt x="64084" y="18895"/>
                  </a:lnTo>
                  <a:cubicBezTo>
                    <a:pt x="60456" y="15523"/>
                    <a:pt x="56593" y="12999"/>
                    <a:pt x="52475" y="11333"/>
                  </a:cubicBezTo>
                  <a:cubicBezTo>
                    <a:pt x="48398" y="9667"/>
                    <a:pt x="44044" y="8829"/>
                    <a:pt x="39435" y="8829"/>
                  </a:cubicBezTo>
                  <a:cubicBezTo>
                    <a:pt x="30351" y="8829"/>
                    <a:pt x="23402" y="11619"/>
                    <a:pt x="18578" y="17189"/>
                  </a:cubicBezTo>
                  <a:cubicBezTo>
                    <a:pt x="13745" y="22717"/>
                    <a:pt x="11333" y="30739"/>
                    <a:pt x="11333" y="41244"/>
                  </a:cubicBezTo>
                  <a:cubicBezTo>
                    <a:pt x="11333" y="51709"/>
                    <a:pt x="13745" y="59731"/>
                    <a:pt x="18578" y="65300"/>
                  </a:cubicBezTo>
                  <a:cubicBezTo>
                    <a:pt x="23402" y="70839"/>
                    <a:pt x="30351" y="73608"/>
                    <a:pt x="39435" y="73608"/>
                  </a:cubicBezTo>
                  <a:cubicBezTo>
                    <a:pt x="44044" y="73608"/>
                    <a:pt x="48398" y="72770"/>
                    <a:pt x="52475" y="71105"/>
                  </a:cubicBezTo>
                  <a:cubicBezTo>
                    <a:pt x="56593" y="69439"/>
                    <a:pt x="60456" y="66915"/>
                    <a:pt x="64084" y="63542"/>
                  </a:cubicBezTo>
                  <a:lnTo>
                    <a:pt x="64084" y="74773"/>
                  </a:lnTo>
                  <a:cubicBezTo>
                    <a:pt x="60323" y="77328"/>
                    <a:pt x="56328" y="79249"/>
                    <a:pt x="52107" y="80527"/>
                  </a:cubicBezTo>
                  <a:cubicBezTo>
                    <a:pt x="47917" y="81804"/>
                    <a:pt x="43482" y="82438"/>
                    <a:pt x="38802" y="82438"/>
                  </a:cubicBezTo>
                  <a:cubicBezTo>
                    <a:pt x="26774" y="82438"/>
                    <a:pt x="17301" y="78769"/>
                    <a:pt x="10383" y="71421"/>
                  </a:cubicBezTo>
                  <a:cubicBezTo>
                    <a:pt x="3464" y="64043"/>
                    <a:pt x="0" y="53988"/>
                    <a:pt x="0" y="41244"/>
                  </a:cubicBezTo>
                  <a:cubicBezTo>
                    <a:pt x="0" y="28470"/>
                    <a:pt x="3464" y="18415"/>
                    <a:pt x="10383" y="11067"/>
                  </a:cubicBezTo>
                  <a:cubicBezTo>
                    <a:pt x="17301" y="3689"/>
                    <a:pt x="26774" y="0"/>
                    <a:pt x="38802" y="0"/>
                  </a:cubicBezTo>
                  <a:cubicBezTo>
                    <a:pt x="43554" y="0"/>
                    <a:pt x="48030" y="634"/>
                    <a:pt x="52209" y="1911"/>
                  </a:cubicBezTo>
                  <a:cubicBezTo>
                    <a:pt x="56430" y="3148"/>
                    <a:pt x="60395" y="5028"/>
                    <a:pt x="64084" y="7552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C61AF560-1A4E-E894-924E-4901C6489496}"/>
                </a:ext>
              </a:extLst>
            </p:cNvPr>
            <p:cNvSpPr/>
            <p:nvPr/>
          </p:nvSpPr>
          <p:spPr>
            <a:xfrm>
              <a:off x="3819514" y="5055217"/>
              <a:ext cx="10750" cy="79463"/>
            </a:xfrm>
            <a:custGeom>
              <a:avLst/>
              <a:gdLst>
                <a:gd name="connsiteX0" fmla="*/ 0 w 10750"/>
                <a:gd name="connsiteY0" fmla="*/ 0 h 79463"/>
                <a:gd name="connsiteX1" fmla="*/ 10751 w 10750"/>
                <a:gd name="connsiteY1" fmla="*/ 0 h 79463"/>
                <a:gd name="connsiteX2" fmla="*/ 10751 w 10750"/>
                <a:gd name="connsiteY2" fmla="*/ 79464 h 79463"/>
                <a:gd name="connsiteX3" fmla="*/ 0 w 10750"/>
                <a:gd name="connsiteY3" fmla="*/ 79464 h 79463"/>
                <a:gd name="connsiteX4" fmla="*/ 0 w 10750"/>
                <a:gd name="connsiteY4" fmla="*/ 0 h 7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50" h="79463">
                  <a:moveTo>
                    <a:pt x="0" y="0"/>
                  </a:moveTo>
                  <a:lnTo>
                    <a:pt x="10751" y="0"/>
                  </a:lnTo>
                  <a:lnTo>
                    <a:pt x="10751" y="79464"/>
                  </a:lnTo>
                  <a:lnTo>
                    <a:pt x="0" y="79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FA816FCF-ED96-8306-22F8-383AFB2A7AA2}"/>
                </a:ext>
              </a:extLst>
            </p:cNvPr>
            <p:cNvSpPr/>
            <p:nvPr/>
          </p:nvSpPr>
          <p:spPr>
            <a:xfrm>
              <a:off x="3851663" y="5055217"/>
              <a:ext cx="10750" cy="79463"/>
            </a:xfrm>
            <a:custGeom>
              <a:avLst/>
              <a:gdLst>
                <a:gd name="connsiteX0" fmla="*/ 0 w 10750"/>
                <a:gd name="connsiteY0" fmla="*/ 0 h 79463"/>
                <a:gd name="connsiteX1" fmla="*/ 10751 w 10750"/>
                <a:gd name="connsiteY1" fmla="*/ 0 h 79463"/>
                <a:gd name="connsiteX2" fmla="*/ 10751 w 10750"/>
                <a:gd name="connsiteY2" fmla="*/ 79464 h 79463"/>
                <a:gd name="connsiteX3" fmla="*/ 0 w 10750"/>
                <a:gd name="connsiteY3" fmla="*/ 79464 h 79463"/>
                <a:gd name="connsiteX4" fmla="*/ 0 w 10750"/>
                <a:gd name="connsiteY4" fmla="*/ 0 h 794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50" h="79463">
                  <a:moveTo>
                    <a:pt x="0" y="0"/>
                  </a:moveTo>
                  <a:lnTo>
                    <a:pt x="10751" y="0"/>
                  </a:lnTo>
                  <a:lnTo>
                    <a:pt x="10751" y="79464"/>
                  </a:lnTo>
                  <a:lnTo>
                    <a:pt x="0" y="794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7999B18C-DD6B-EC41-9B04-8D025881541D}"/>
                </a:ext>
              </a:extLst>
            </p:cNvPr>
            <p:cNvSpPr/>
            <p:nvPr/>
          </p:nvSpPr>
          <p:spPr>
            <a:xfrm>
              <a:off x="3913775" y="5073631"/>
              <a:ext cx="47150" cy="62592"/>
            </a:xfrm>
            <a:custGeom>
              <a:avLst/>
              <a:gdLst>
                <a:gd name="connsiteX0" fmla="*/ 47151 w 47150"/>
                <a:gd name="connsiteY0" fmla="*/ 3730 h 62592"/>
                <a:gd name="connsiteX1" fmla="*/ 47151 w 47150"/>
                <a:gd name="connsiteY1" fmla="*/ 12886 h 62592"/>
                <a:gd name="connsiteX2" fmla="*/ 38792 w 47150"/>
                <a:gd name="connsiteY2" fmla="*/ 9473 h 62592"/>
                <a:gd name="connsiteX3" fmla="*/ 30392 w 47150"/>
                <a:gd name="connsiteY3" fmla="*/ 8308 h 62592"/>
                <a:gd name="connsiteX4" fmla="*/ 15594 w 47150"/>
                <a:gd name="connsiteY4" fmla="*/ 14378 h 62592"/>
                <a:gd name="connsiteX5" fmla="*/ 10321 w 47150"/>
                <a:gd name="connsiteY5" fmla="*/ 31301 h 62592"/>
                <a:gd name="connsiteX6" fmla="*/ 15594 w 47150"/>
                <a:gd name="connsiteY6" fmla="*/ 48275 h 62592"/>
                <a:gd name="connsiteX7" fmla="*/ 30392 w 47150"/>
                <a:gd name="connsiteY7" fmla="*/ 54294 h 62592"/>
                <a:gd name="connsiteX8" fmla="*/ 38792 w 47150"/>
                <a:gd name="connsiteY8" fmla="*/ 53170 h 62592"/>
                <a:gd name="connsiteX9" fmla="*/ 47151 w 47150"/>
                <a:gd name="connsiteY9" fmla="*/ 49716 h 62592"/>
                <a:gd name="connsiteX10" fmla="*/ 47151 w 47150"/>
                <a:gd name="connsiteY10" fmla="*/ 58760 h 62592"/>
                <a:gd name="connsiteX11" fmla="*/ 38638 w 47150"/>
                <a:gd name="connsiteY11" fmla="*/ 61631 h 62592"/>
                <a:gd name="connsiteX12" fmla="*/ 29319 w 47150"/>
                <a:gd name="connsiteY12" fmla="*/ 62592 h 62592"/>
                <a:gd name="connsiteX13" fmla="*/ 7930 w 47150"/>
                <a:gd name="connsiteY13" fmla="*/ 54131 h 62592"/>
                <a:gd name="connsiteX14" fmla="*/ 0 w 47150"/>
                <a:gd name="connsiteY14" fmla="*/ 31301 h 62592"/>
                <a:gd name="connsiteX15" fmla="*/ 7981 w 47150"/>
                <a:gd name="connsiteY15" fmla="*/ 8359 h 62592"/>
                <a:gd name="connsiteX16" fmla="*/ 29962 w 47150"/>
                <a:gd name="connsiteY16" fmla="*/ 0 h 62592"/>
                <a:gd name="connsiteX17" fmla="*/ 38792 w 47150"/>
                <a:gd name="connsiteY17" fmla="*/ 961 h 62592"/>
                <a:gd name="connsiteX18" fmla="*/ 47151 w 47150"/>
                <a:gd name="connsiteY18" fmla="*/ 3730 h 6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7150" h="62592">
                  <a:moveTo>
                    <a:pt x="47151" y="3730"/>
                  </a:moveTo>
                  <a:lnTo>
                    <a:pt x="47151" y="12886"/>
                  </a:lnTo>
                  <a:cubicBezTo>
                    <a:pt x="44382" y="11364"/>
                    <a:pt x="41602" y="10219"/>
                    <a:pt x="38792" y="9473"/>
                  </a:cubicBezTo>
                  <a:cubicBezTo>
                    <a:pt x="36022" y="8696"/>
                    <a:pt x="33222" y="8308"/>
                    <a:pt x="30392" y="8308"/>
                  </a:cubicBezTo>
                  <a:cubicBezTo>
                    <a:pt x="24035" y="8308"/>
                    <a:pt x="19100" y="10332"/>
                    <a:pt x="15594" y="14378"/>
                  </a:cubicBezTo>
                  <a:cubicBezTo>
                    <a:pt x="12079" y="18384"/>
                    <a:pt x="10321" y="24025"/>
                    <a:pt x="10321" y="31301"/>
                  </a:cubicBezTo>
                  <a:cubicBezTo>
                    <a:pt x="10321" y="38567"/>
                    <a:pt x="12079" y="44228"/>
                    <a:pt x="15594" y="48275"/>
                  </a:cubicBezTo>
                  <a:cubicBezTo>
                    <a:pt x="19100" y="52291"/>
                    <a:pt x="24035" y="54294"/>
                    <a:pt x="30392" y="54294"/>
                  </a:cubicBezTo>
                  <a:cubicBezTo>
                    <a:pt x="33222" y="54294"/>
                    <a:pt x="36022" y="53916"/>
                    <a:pt x="38792" y="53170"/>
                  </a:cubicBezTo>
                  <a:cubicBezTo>
                    <a:pt x="41602" y="52393"/>
                    <a:pt x="44382" y="51239"/>
                    <a:pt x="47151" y="49716"/>
                  </a:cubicBezTo>
                  <a:lnTo>
                    <a:pt x="47151" y="58760"/>
                  </a:lnTo>
                  <a:cubicBezTo>
                    <a:pt x="44423" y="60037"/>
                    <a:pt x="41582" y="60998"/>
                    <a:pt x="38638" y="61631"/>
                  </a:cubicBezTo>
                  <a:cubicBezTo>
                    <a:pt x="35726" y="62275"/>
                    <a:pt x="32619" y="62592"/>
                    <a:pt x="29319" y="62592"/>
                  </a:cubicBezTo>
                  <a:cubicBezTo>
                    <a:pt x="20346" y="62592"/>
                    <a:pt x="13213" y="59772"/>
                    <a:pt x="7930" y="54131"/>
                  </a:cubicBezTo>
                  <a:cubicBezTo>
                    <a:pt x="2647" y="48490"/>
                    <a:pt x="0" y="40876"/>
                    <a:pt x="0" y="31301"/>
                  </a:cubicBezTo>
                  <a:cubicBezTo>
                    <a:pt x="0" y="21583"/>
                    <a:pt x="2657" y="13929"/>
                    <a:pt x="7981" y="8359"/>
                  </a:cubicBezTo>
                  <a:cubicBezTo>
                    <a:pt x="13336" y="2790"/>
                    <a:pt x="20663" y="0"/>
                    <a:pt x="29962" y="0"/>
                  </a:cubicBezTo>
                  <a:cubicBezTo>
                    <a:pt x="32977" y="0"/>
                    <a:pt x="35920" y="317"/>
                    <a:pt x="38792" y="961"/>
                  </a:cubicBezTo>
                  <a:cubicBezTo>
                    <a:pt x="41663" y="1564"/>
                    <a:pt x="44453" y="2493"/>
                    <a:pt x="47151" y="373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55CB4A7A-4226-9A85-ABD0-0D44F2DA20F6}"/>
                </a:ext>
              </a:extLst>
            </p:cNvPr>
            <p:cNvSpPr/>
            <p:nvPr/>
          </p:nvSpPr>
          <p:spPr>
            <a:xfrm>
              <a:off x="3973700" y="5073631"/>
              <a:ext cx="54713" cy="62592"/>
            </a:xfrm>
            <a:custGeom>
              <a:avLst/>
              <a:gdLst>
                <a:gd name="connsiteX0" fmla="*/ 27357 w 54713"/>
                <a:gd name="connsiteY0" fmla="*/ 8308 h 62592"/>
                <a:gd name="connsiteX1" fmla="*/ 14900 w 54713"/>
                <a:gd name="connsiteY1" fmla="*/ 14481 h 62592"/>
                <a:gd name="connsiteX2" fmla="*/ 10331 w 54713"/>
                <a:gd name="connsiteY2" fmla="*/ 31301 h 62592"/>
                <a:gd name="connsiteX3" fmla="*/ 14848 w 54713"/>
                <a:gd name="connsiteY3" fmla="*/ 48173 h 62592"/>
                <a:gd name="connsiteX4" fmla="*/ 27357 w 54713"/>
                <a:gd name="connsiteY4" fmla="*/ 54294 h 62592"/>
                <a:gd name="connsiteX5" fmla="*/ 39763 w 54713"/>
                <a:gd name="connsiteY5" fmla="*/ 48122 h 62592"/>
                <a:gd name="connsiteX6" fmla="*/ 44341 w 54713"/>
                <a:gd name="connsiteY6" fmla="*/ 31301 h 62592"/>
                <a:gd name="connsiteX7" fmla="*/ 39763 w 54713"/>
                <a:gd name="connsiteY7" fmla="*/ 14532 h 62592"/>
                <a:gd name="connsiteX8" fmla="*/ 27357 w 54713"/>
                <a:gd name="connsiteY8" fmla="*/ 8308 h 62592"/>
                <a:gd name="connsiteX9" fmla="*/ 27357 w 54713"/>
                <a:gd name="connsiteY9" fmla="*/ 0 h 62592"/>
                <a:gd name="connsiteX10" fmla="*/ 47427 w 54713"/>
                <a:gd name="connsiteY10" fmla="*/ 8308 h 62592"/>
                <a:gd name="connsiteX11" fmla="*/ 54713 w 54713"/>
                <a:gd name="connsiteY11" fmla="*/ 31301 h 62592"/>
                <a:gd name="connsiteX12" fmla="*/ 47427 w 54713"/>
                <a:gd name="connsiteY12" fmla="*/ 54294 h 62592"/>
                <a:gd name="connsiteX13" fmla="*/ 27357 w 54713"/>
                <a:gd name="connsiteY13" fmla="*/ 62592 h 62592"/>
                <a:gd name="connsiteX14" fmla="*/ 7235 w 54713"/>
                <a:gd name="connsiteY14" fmla="*/ 54294 h 62592"/>
                <a:gd name="connsiteX15" fmla="*/ 0 w 54713"/>
                <a:gd name="connsiteY15" fmla="*/ 31301 h 62592"/>
                <a:gd name="connsiteX16" fmla="*/ 7235 w 54713"/>
                <a:gd name="connsiteY16" fmla="*/ 8308 h 62592"/>
                <a:gd name="connsiteX17" fmla="*/ 27357 w 54713"/>
                <a:gd name="connsiteY17" fmla="*/ 0 h 6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4713" h="62592">
                  <a:moveTo>
                    <a:pt x="27357" y="8308"/>
                  </a:moveTo>
                  <a:cubicBezTo>
                    <a:pt x="22104" y="8308"/>
                    <a:pt x="17955" y="10362"/>
                    <a:pt x="14900" y="14481"/>
                  </a:cubicBezTo>
                  <a:cubicBezTo>
                    <a:pt x="11854" y="18558"/>
                    <a:pt x="10331" y="24168"/>
                    <a:pt x="10331" y="31301"/>
                  </a:cubicBezTo>
                  <a:cubicBezTo>
                    <a:pt x="10331" y="38434"/>
                    <a:pt x="11834" y="44055"/>
                    <a:pt x="14848" y="48173"/>
                  </a:cubicBezTo>
                  <a:cubicBezTo>
                    <a:pt x="17904" y="52250"/>
                    <a:pt x="22073" y="54294"/>
                    <a:pt x="27357" y="54294"/>
                  </a:cubicBezTo>
                  <a:cubicBezTo>
                    <a:pt x="32579" y="54294"/>
                    <a:pt x="36707" y="52240"/>
                    <a:pt x="39763" y="48122"/>
                  </a:cubicBezTo>
                  <a:cubicBezTo>
                    <a:pt x="42818" y="44003"/>
                    <a:pt x="44341" y="38393"/>
                    <a:pt x="44341" y="31301"/>
                  </a:cubicBezTo>
                  <a:cubicBezTo>
                    <a:pt x="44341" y="24240"/>
                    <a:pt x="42818" y="18650"/>
                    <a:pt x="39763" y="14532"/>
                  </a:cubicBezTo>
                  <a:cubicBezTo>
                    <a:pt x="36707" y="10383"/>
                    <a:pt x="32579" y="8308"/>
                    <a:pt x="27357" y="8308"/>
                  </a:cubicBezTo>
                  <a:moveTo>
                    <a:pt x="27357" y="0"/>
                  </a:moveTo>
                  <a:cubicBezTo>
                    <a:pt x="35869" y="0"/>
                    <a:pt x="42563" y="2769"/>
                    <a:pt x="47427" y="8308"/>
                  </a:cubicBezTo>
                  <a:cubicBezTo>
                    <a:pt x="52281" y="13837"/>
                    <a:pt x="54713" y="21501"/>
                    <a:pt x="54713" y="31301"/>
                  </a:cubicBezTo>
                  <a:cubicBezTo>
                    <a:pt x="54713" y="41060"/>
                    <a:pt x="52281" y="48725"/>
                    <a:pt x="47427" y="54294"/>
                  </a:cubicBezTo>
                  <a:cubicBezTo>
                    <a:pt x="42563" y="59823"/>
                    <a:pt x="35869" y="62592"/>
                    <a:pt x="27357" y="62592"/>
                  </a:cubicBezTo>
                  <a:cubicBezTo>
                    <a:pt x="18803" y="62592"/>
                    <a:pt x="12100" y="59823"/>
                    <a:pt x="7235" y="54294"/>
                  </a:cubicBezTo>
                  <a:cubicBezTo>
                    <a:pt x="2412" y="48725"/>
                    <a:pt x="0" y="41060"/>
                    <a:pt x="0" y="31301"/>
                  </a:cubicBezTo>
                  <a:cubicBezTo>
                    <a:pt x="0" y="21501"/>
                    <a:pt x="2412" y="13837"/>
                    <a:pt x="7235" y="8308"/>
                  </a:cubicBezTo>
                  <a:cubicBezTo>
                    <a:pt x="12100" y="2769"/>
                    <a:pt x="18803" y="0"/>
                    <a:pt x="27357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648C5932-173A-B85C-8F89-69E439E3B44F}"/>
                </a:ext>
              </a:extLst>
            </p:cNvPr>
            <p:cNvSpPr/>
            <p:nvPr/>
          </p:nvSpPr>
          <p:spPr>
            <a:xfrm>
              <a:off x="4040390" y="5051865"/>
              <a:ext cx="53282" cy="84358"/>
            </a:xfrm>
            <a:custGeom>
              <a:avLst/>
              <a:gdLst>
                <a:gd name="connsiteX0" fmla="*/ 43482 w 53282"/>
                <a:gd name="connsiteY0" fmla="*/ 32252 h 84358"/>
                <a:gd name="connsiteX1" fmla="*/ 43482 w 53282"/>
                <a:gd name="connsiteY1" fmla="*/ 0 h 84358"/>
                <a:gd name="connsiteX2" fmla="*/ 53282 w 53282"/>
                <a:gd name="connsiteY2" fmla="*/ 0 h 84358"/>
                <a:gd name="connsiteX3" fmla="*/ 53282 w 53282"/>
                <a:gd name="connsiteY3" fmla="*/ 82816 h 84358"/>
                <a:gd name="connsiteX4" fmla="*/ 43482 w 53282"/>
                <a:gd name="connsiteY4" fmla="*/ 82816 h 84358"/>
                <a:gd name="connsiteX5" fmla="*/ 43482 w 53282"/>
                <a:gd name="connsiteY5" fmla="*/ 73874 h 84358"/>
                <a:gd name="connsiteX6" fmla="*/ 35665 w 53282"/>
                <a:gd name="connsiteY6" fmla="*/ 81804 h 84358"/>
                <a:gd name="connsiteX7" fmla="*/ 24383 w 53282"/>
                <a:gd name="connsiteY7" fmla="*/ 84359 h 84358"/>
                <a:gd name="connsiteX8" fmla="*/ 6765 w 53282"/>
                <a:gd name="connsiteY8" fmla="*/ 75734 h 84358"/>
                <a:gd name="connsiteX9" fmla="*/ 0 w 53282"/>
                <a:gd name="connsiteY9" fmla="*/ 53068 h 84358"/>
                <a:gd name="connsiteX10" fmla="*/ 6765 w 53282"/>
                <a:gd name="connsiteY10" fmla="*/ 30392 h 84358"/>
                <a:gd name="connsiteX11" fmla="*/ 24383 w 53282"/>
                <a:gd name="connsiteY11" fmla="*/ 21767 h 84358"/>
                <a:gd name="connsiteX12" fmla="*/ 35665 w 53282"/>
                <a:gd name="connsiteY12" fmla="*/ 24373 h 84358"/>
                <a:gd name="connsiteX13" fmla="*/ 43482 w 53282"/>
                <a:gd name="connsiteY13" fmla="*/ 32252 h 84358"/>
                <a:gd name="connsiteX14" fmla="*/ 10117 w 53282"/>
                <a:gd name="connsiteY14" fmla="*/ 53068 h 84358"/>
                <a:gd name="connsiteX15" fmla="*/ 14532 w 53282"/>
                <a:gd name="connsiteY15" fmla="*/ 70042 h 84358"/>
                <a:gd name="connsiteX16" fmla="*/ 26774 w 53282"/>
                <a:gd name="connsiteY16" fmla="*/ 76163 h 84358"/>
                <a:gd name="connsiteX17" fmla="*/ 39017 w 53282"/>
                <a:gd name="connsiteY17" fmla="*/ 70042 h 84358"/>
                <a:gd name="connsiteX18" fmla="*/ 43482 w 53282"/>
                <a:gd name="connsiteY18" fmla="*/ 53068 h 84358"/>
                <a:gd name="connsiteX19" fmla="*/ 39017 w 53282"/>
                <a:gd name="connsiteY19" fmla="*/ 36145 h 84358"/>
                <a:gd name="connsiteX20" fmla="*/ 26774 w 53282"/>
                <a:gd name="connsiteY20" fmla="*/ 29962 h 84358"/>
                <a:gd name="connsiteX21" fmla="*/ 14532 w 53282"/>
                <a:gd name="connsiteY21" fmla="*/ 36145 h 84358"/>
                <a:gd name="connsiteX22" fmla="*/ 10117 w 53282"/>
                <a:gd name="connsiteY22" fmla="*/ 53068 h 8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3282" h="84358">
                  <a:moveTo>
                    <a:pt x="43482" y="32252"/>
                  </a:moveTo>
                  <a:lnTo>
                    <a:pt x="43482" y="0"/>
                  </a:lnTo>
                  <a:lnTo>
                    <a:pt x="53282" y="0"/>
                  </a:lnTo>
                  <a:lnTo>
                    <a:pt x="53282" y="82816"/>
                  </a:lnTo>
                  <a:lnTo>
                    <a:pt x="43482" y="82816"/>
                  </a:lnTo>
                  <a:lnTo>
                    <a:pt x="43482" y="73874"/>
                  </a:lnTo>
                  <a:cubicBezTo>
                    <a:pt x="41428" y="77420"/>
                    <a:pt x="38822" y="80067"/>
                    <a:pt x="35665" y="81804"/>
                  </a:cubicBezTo>
                  <a:cubicBezTo>
                    <a:pt x="32538" y="83511"/>
                    <a:pt x="28777" y="84359"/>
                    <a:pt x="24383" y="84359"/>
                  </a:cubicBezTo>
                  <a:cubicBezTo>
                    <a:pt x="17178" y="84359"/>
                    <a:pt x="11302" y="81487"/>
                    <a:pt x="6765" y="75734"/>
                  </a:cubicBezTo>
                  <a:cubicBezTo>
                    <a:pt x="2259" y="69991"/>
                    <a:pt x="0" y="62439"/>
                    <a:pt x="0" y="53068"/>
                  </a:cubicBezTo>
                  <a:cubicBezTo>
                    <a:pt x="0" y="43697"/>
                    <a:pt x="2259" y="36145"/>
                    <a:pt x="6765" y="30392"/>
                  </a:cubicBezTo>
                  <a:cubicBezTo>
                    <a:pt x="11302" y="24638"/>
                    <a:pt x="17178" y="21767"/>
                    <a:pt x="24383" y="21767"/>
                  </a:cubicBezTo>
                  <a:cubicBezTo>
                    <a:pt x="28777" y="21767"/>
                    <a:pt x="32538" y="22635"/>
                    <a:pt x="35665" y="24373"/>
                  </a:cubicBezTo>
                  <a:cubicBezTo>
                    <a:pt x="38822" y="26079"/>
                    <a:pt x="41428" y="28706"/>
                    <a:pt x="43482" y="32252"/>
                  </a:cubicBezTo>
                  <a:moveTo>
                    <a:pt x="10117" y="53068"/>
                  </a:moveTo>
                  <a:cubicBezTo>
                    <a:pt x="10117" y="60272"/>
                    <a:pt x="11589" y="65923"/>
                    <a:pt x="14532" y="70042"/>
                  </a:cubicBezTo>
                  <a:cubicBezTo>
                    <a:pt x="17516" y="74119"/>
                    <a:pt x="21593" y="76163"/>
                    <a:pt x="26774" y="76163"/>
                  </a:cubicBezTo>
                  <a:cubicBezTo>
                    <a:pt x="31955" y="76163"/>
                    <a:pt x="36033" y="74119"/>
                    <a:pt x="39017" y="70042"/>
                  </a:cubicBezTo>
                  <a:cubicBezTo>
                    <a:pt x="41990" y="65923"/>
                    <a:pt x="43482" y="60272"/>
                    <a:pt x="43482" y="53068"/>
                  </a:cubicBezTo>
                  <a:cubicBezTo>
                    <a:pt x="43482" y="45863"/>
                    <a:pt x="41990" y="40222"/>
                    <a:pt x="39017" y="36145"/>
                  </a:cubicBezTo>
                  <a:cubicBezTo>
                    <a:pt x="36033" y="32027"/>
                    <a:pt x="31955" y="29962"/>
                    <a:pt x="26774" y="29962"/>
                  </a:cubicBezTo>
                  <a:cubicBezTo>
                    <a:pt x="21593" y="29962"/>
                    <a:pt x="17516" y="32027"/>
                    <a:pt x="14532" y="36145"/>
                  </a:cubicBezTo>
                  <a:cubicBezTo>
                    <a:pt x="11589" y="40222"/>
                    <a:pt x="10117" y="45863"/>
                    <a:pt x="10117" y="53068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29555E16-BD8D-E3E5-EDB1-4C1D5A04CA2D}"/>
                </a:ext>
              </a:extLst>
            </p:cNvPr>
            <p:cNvSpPr/>
            <p:nvPr/>
          </p:nvSpPr>
          <p:spPr>
            <a:xfrm>
              <a:off x="4109583" y="5073631"/>
              <a:ext cx="55244" cy="62592"/>
            </a:xfrm>
            <a:custGeom>
              <a:avLst/>
              <a:gdLst>
                <a:gd name="connsiteX0" fmla="*/ 55244 w 55244"/>
                <a:gd name="connsiteY0" fmla="*/ 28797 h 62592"/>
                <a:gd name="connsiteX1" fmla="*/ 55244 w 55244"/>
                <a:gd name="connsiteY1" fmla="*/ 33590 h 62592"/>
                <a:gd name="connsiteX2" fmla="*/ 10219 w 55244"/>
                <a:gd name="connsiteY2" fmla="*/ 33590 h 62592"/>
                <a:gd name="connsiteX3" fmla="*/ 16289 w 55244"/>
                <a:gd name="connsiteY3" fmla="*/ 49021 h 62592"/>
                <a:gd name="connsiteX4" fmla="*/ 31505 w 55244"/>
                <a:gd name="connsiteY4" fmla="*/ 54294 h 62592"/>
                <a:gd name="connsiteX5" fmla="*/ 42419 w 55244"/>
                <a:gd name="connsiteY5" fmla="*/ 52904 h 62592"/>
                <a:gd name="connsiteX6" fmla="*/ 52955 w 55244"/>
                <a:gd name="connsiteY6" fmla="*/ 48755 h 62592"/>
                <a:gd name="connsiteX7" fmla="*/ 52955 w 55244"/>
                <a:gd name="connsiteY7" fmla="*/ 58014 h 62592"/>
                <a:gd name="connsiteX8" fmla="*/ 42154 w 55244"/>
                <a:gd name="connsiteY8" fmla="*/ 61427 h 62592"/>
                <a:gd name="connsiteX9" fmla="*/ 30923 w 55244"/>
                <a:gd name="connsiteY9" fmla="*/ 62592 h 62592"/>
                <a:gd name="connsiteX10" fmla="*/ 8298 w 55244"/>
                <a:gd name="connsiteY10" fmla="*/ 54294 h 62592"/>
                <a:gd name="connsiteX11" fmla="*/ 0 w 55244"/>
                <a:gd name="connsiteY11" fmla="*/ 31833 h 62592"/>
                <a:gd name="connsiteX12" fmla="*/ 7879 w 55244"/>
                <a:gd name="connsiteY12" fmla="*/ 8625 h 62592"/>
                <a:gd name="connsiteX13" fmla="*/ 29216 w 55244"/>
                <a:gd name="connsiteY13" fmla="*/ 0 h 62592"/>
                <a:gd name="connsiteX14" fmla="*/ 48224 w 55244"/>
                <a:gd name="connsiteY14" fmla="*/ 7777 h 62592"/>
                <a:gd name="connsiteX15" fmla="*/ 55244 w 55244"/>
                <a:gd name="connsiteY15" fmla="*/ 28797 h 62592"/>
                <a:gd name="connsiteX16" fmla="*/ 45455 w 55244"/>
                <a:gd name="connsiteY16" fmla="*/ 25926 h 62592"/>
                <a:gd name="connsiteX17" fmla="*/ 40927 w 55244"/>
                <a:gd name="connsiteY17" fmla="*/ 13101 h 62592"/>
                <a:gd name="connsiteX18" fmla="*/ 29329 w 55244"/>
                <a:gd name="connsiteY18" fmla="*/ 8308 h 62592"/>
                <a:gd name="connsiteX19" fmla="*/ 16177 w 55244"/>
                <a:gd name="connsiteY19" fmla="*/ 12937 h 62592"/>
                <a:gd name="connsiteX20" fmla="*/ 10536 w 55244"/>
                <a:gd name="connsiteY20" fmla="*/ 25977 h 62592"/>
                <a:gd name="connsiteX21" fmla="*/ 45455 w 55244"/>
                <a:gd name="connsiteY21" fmla="*/ 25926 h 6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244" h="62592">
                  <a:moveTo>
                    <a:pt x="55244" y="28797"/>
                  </a:moveTo>
                  <a:lnTo>
                    <a:pt x="55244" y="33590"/>
                  </a:lnTo>
                  <a:lnTo>
                    <a:pt x="10219" y="33590"/>
                  </a:lnTo>
                  <a:cubicBezTo>
                    <a:pt x="10638" y="40325"/>
                    <a:pt x="12661" y="45475"/>
                    <a:pt x="16289" y="49021"/>
                  </a:cubicBezTo>
                  <a:cubicBezTo>
                    <a:pt x="19937" y="52536"/>
                    <a:pt x="25016" y="54294"/>
                    <a:pt x="31505" y="54294"/>
                  </a:cubicBezTo>
                  <a:cubicBezTo>
                    <a:pt x="35266" y="54294"/>
                    <a:pt x="38904" y="53834"/>
                    <a:pt x="42419" y="52904"/>
                  </a:cubicBezTo>
                  <a:cubicBezTo>
                    <a:pt x="45966" y="51985"/>
                    <a:pt x="49481" y="50605"/>
                    <a:pt x="52955" y="48755"/>
                  </a:cubicBezTo>
                  <a:lnTo>
                    <a:pt x="52955" y="58014"/>
                  </a:lnTo>
                  <a:cubicBezTo>
                    <a:pt x="49450" y="59506"/>
                    <a:pt x="45843" y="60640"/>
                    <a:pt x="42154" y="61427"/>
                  </a:cubicBezTo>
                  <a:cubicBezTo>
                    <a:pt x="38465" y="62204"/>
                    <a:pt x="34714" y="62592"/>
                    <a:pt x="30923" y="62592"/>
                  </a:cubicBezTo>
                  <a:cubicBezTo>
                    <a:pt x="21409" y="62592"/>
                    <a:pt x="13867" y="59823"/>
                    <a:pt x="8298" y="54294"/>
                  </a:cubicBezTo>
                  <a:cubicBezTo>
                    <a:pt x="2769" y="48755"/>
                    <a:pt x="0" y="41265"/>
                    <a:pt x="0" y="31833"/>
                  </a:cubicBezTo>
                  <a:cubicBezTo>
                    <a:pt x="0" y="22073"/>
                    <a:pt x="2626" y="14337"/>
                    <a:pt x="7879" y="8625"/>
                  </a:cubicBezTo>
                  <a:cubicBezTo>
                    <a:pt x="13162" y="2872"/>
                    <a:pt x="20275" y="0"/>
                    <a:pt x="29216" y="0"/>
                  </a:cubicBezTo>
                  <a:cubicBezTo>
                    <a:pt x="37238" y="0"/>
                    <a:pt x="43574" y="2596"/>
                    <a:pt x="48224" y="7777"/>
                  </a:cubicBezTo>
                  <a:cubicBezTo>
                    <a:pt x="52904" y="12917"/>
                    <a:pt x="55244" y="19927"/>
                    <a:pt x="55244" y="28797"/>
                  </a:cubicBezTo>
                  <a:moveTo>
                    <a:pt x="45455" y="25926"/>
                  </a:moveTo>
                  <a:cubicBezTo>
                    <a:pt x="45383" y="20561"/>
                    <a:pt x="43871" y="16289"/>
                    <a:pt x="40927" y="13101"/>
                  </a:cubicBezTo>
                  <a:cubicBezTo>
                    <a:pt x="38015" y="9902"/>
                    <a:pt x="34152" y="8308"/>
                    <a:pt x="29329" y="8308"/>
                  </a:cubicBezTo>
                  <a:cubicBezTo>
                    <a:pt x="23862" y="8308"/>
                    <a:pt x="19478" y="9851"/>
                    <a:pt x="16177" y="12937"/>
                  </a:cubicBezTo>
                  <a:cubicBezTo>
                    <a:pt x="12917" y="16024"/>
                    <a:pt x="11037" y="20367"/>
                    <a:pt x="10536" y="25977"/>
                  </a:cubicBezTo>
                  <a:lnTo>
                    <a:pt x="45455" y="25926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A18FD1DC-C8F7-0DC2-9FEA-1482DFB1435E}"/>
                </a:ext>
              </a:extLst>
            </p:cNvPr>
            <p:cNvSpPr/>
            <p:nvPr/>
          </p:nvSpPr>
          <p:spPr>
            <a:xfrm>
              <a:off x="4176539" y="5073631"/>
              <a:ext cx="45556" cy="62592"/>
            </a:xfrm>
            <a:custGeom>
              <a:avLst/>
              <a:gdLst>
                <a:gd name="connsiteX0" fmla="*/ 42368 w 45556"/>
                <a:gd name="connsiteY0" fmla="*/ 3199 h 62592"/>
                <a:gd name="connsiteX1" fmla="*/ 42368 w 45556"/>
                <a:gd name="connsiteY1" fmla="*/ 12457 h 62592"/>
                <a:gd name="connsiteX2" fmla="*/ 33744 w 45556"/>
                <a:gd name="connsiteY2" fmla="*/ 9269 h 62592"/>
                <a:gd name="connsiteX3" fmla="*/ 24485 w 45556"/>
                <a:gd name="connsiteY3" fmla="*/ 8196 h 62592"/>
                <a:gd name="connsiteX4" fmla="*/ 13520 w 45556"/>
                <a:gd name="connsiteY4" fmla="*/ 10434 h 62592"/>
                <a:gd name="connsiteX5" fmla="*/ 9902 w 45556"/>
                <a:gd name="connsiteY5" fmla="*/ 17137 h 62592"/>
                <a:gd name="connsiteX6" fmla="*/ 12508 w 45556"/>
                <a:gd name="connsiteY6" fmla="*/ 22513 h 62592"/>
                <a:gd name="connsiteX7" fmla="*/ 22993 w 45556"/>
                <a:gd name="connsiteY7" fmla="*/ 26192 h 62592"/>
                <a:gd name="connsiteX8" fmla="*/ 26345 w 45556"/>
                <a:gd name="connsiteY8" fmla="*/ 26938 h 62592"/>
                <a:gd name="connsiteX9" fmla="*/ 41142 w 45556"/>
                <a:gd name="connsiteY9" fmla="*/ 33263 h 62592"/>
                <a:gd name="connsiteX10" fmla="*/ 45557 w 45556"/>
                <a:gd name="connsiteY10" fmla="*/ 44606 h 62592"/>
                <a:gd name="connsiteX11" fmla="*/ 38955 w 45556"/>
                <a:gd name="connsiteY11" fmla="*/ 57748 h 62592"/>
                <a:gd name="connsiteX12" fmla="*/ 20919 w 45556"/>
                <a:gd name="connsiteY12" fmla="*/ 62592 h 62592"/>
                <a:gd name="connsiteX13" fmla="*/ 10914 w 45556"/>
                <a:gd name="connsiteY13" fmla="*/ 61631 h 62592"/>
                <a:gd name="connsiteX14" fmla="*/ 0 w 45556"/>
                <a:gd name="connsiteY14" fmla="*/ 58872 h 62592"/>
                <a:gd name="connsiteX15" fmla="*/ 0 w 45556"/>
                <a:gd name="connsiteY15" fmla="*/ 48755 h 62592"/>
                <a:gd name="connsiteX16" fmla="*/ 10699 w 45556"/>
                <a:gd name="connsiteY16" fmla="*/ 53017 h 62592"/>
                <a:gd name="connsiteX17" fmla="*/ 21133 w 45556"/>
                <a:gd name="connsiteY17" fmla="*/ 54396 h 62592"/>
                <a:gd name="connsiteX18" fmla="*/ 31771 w 45556"/>
                <a:gd name="connsiteY18" fmla="*/ 52056 h 62592"/>
                <a:gd name="connsiteX19" fmla="*/ 35501 w 45556"/>
                <a:gd name="connsiteY19" fmla="*/ 45352 h 62592"/>
                <a:gd name="connsiteX20" fmla="*/ 32783 w 45556"/>
                <a:gd name="connsiteY20" fmla="*/ 39231 h 62592"/>
                <a:gd name="connsiteX21" fmla="*/ 21021 w 45556"/>
                <a:gd name="connsiteY21" fmla="*/ 35133 h 62592"/>
                <a:gd name="connsiteX22" fmla="*/ 17618 w 45556"/>
                <a:gd name="connsiteY22" fmla="*/ 34336 h 62592"/>
                <a:gd name="connsiteX23" fmla="*/ 4476 w 45556"/>
                <a:gd name="connsiteY23" fmla="*/ 28481 h 62592"/>
                <a:gd name="connsiteX24" fmla="*/ 429 w 45556"/>
                <a:gd name="connsiteY24" fmla="*/ 17567 h 62592"/>
                <a:gd name="connsiteX25" fmla="*/ 6387 w 45556"/>
                <a:gd name="connsiteY25" fmla="*/ 4578 h 62592"/>
                <a:gd name="connsiteX26" fmla="*/ 23310 w 45556"/>
                <a:gd name="connsiteY26" fmla="*/ 0 h 62592"/>
                <a:gd name="connsiteX27" fmla="*/ 33529 w 45556"/>
                <a:gd name="connsiteY27" fmla="*/ 797 h 62592"/>
                <a:gd name="connsiteX28" fmla="*/ 42368 w 45556"/>
                <a:gd name="connsiteY28" fmla="*/ 3199 h 6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5556" h="62592">
                  <a:moveTo>
                    <a:pt x="42368" y="3199"/>
                  </a:moveTo>
                  <a:lnTo>
                    <a:pt x="42368" y="12457"/>
                  </a:lnTo>
                  <a:cubicBezTo>
                    <a:pt x="39599" y="11037"/>
                    <a:pt x="36728" y="9974"/>
                    <a:pt x="33744" y="9269"/>
                  </a:cubicBezTo>
                  <a:cubicBezTo>
                    <a:pt x="30770" y="8553"/>
                    <a:pt x="27684" y="8196"/>
                    <a:pt x="24485" y="8196"/>
                  </a:cubicBezTo>
                  <a:cubicBezTo>
                    <a:pt x="19621" y="8196"/>
                    <a:pt x="15962" y="8942"/>
                    <a:pt x="13520" y="10434"/>
                  </a:cubicBezTo>
                  <a:cubicBezTo>
                    <a:pt x="11108" y="11926"/>
                    <a:pt x="9902" y="14164"/>
                    <a:pt x="9902" y="17137"/>
                  </a:cubicBezTo>
                  <a:cubicBezTo>
                    <a:pt x="9902" y="19416"/>
                    <a:pt x="10771" y="21205"/>
                    <a:pt x="12508" y="22513"/>
                  </a:cubicBezTo>
                  <a:cubicBezTo>
                    <a:pt x="14245" y="23790"/>
                    <a:pt x="17740" y="25016"/>
                    <a:pt x="22993" y="26192"/>
                  </a:cubicBezTo>
                  <a:lnTo>
                    <a:pt x="26345" y="26938"/>
                  </a:lnTo>
                  <a:cubicBezTo>
                    <a:pt x="33304" y="28419"/>
                    <a:pt x="38230" y="30535"/>
                    <a:pt x="41142" y="33263"/>
                  </a:cubicBezTo>
                  <a:cubicBezTo>
                    <a:pt x="44085" y="35961"/>
                    <a:pt x="45557" y="39742"/>
                    <a:pt x="45557" y="44606"/>
                  </a:cubicBezTo>
                  <a:cubicBezTo>
                    <a:pt x="45557" y="50135"/>
                    <a:pt x="43360" y="54519"/>
                    <a:pt x="38955" y="57748"/>
                  </a:cubicBezTo>
                  <a:cubicBezTo>
                    <a:pt x="34592" y="60977"/>
                    <a:pt x="28583" y="62592"/>
                    <a:pt x="20919" y="62592"/>
                  </a:cubicBezTo>
                  <a:cubicBezTo>
                    <a:pt x="17720" y="62592"/>
                    <a:pt x="14389" y="62275"/>
                    <a:pt x="10914" y="61631"/>
                  </a:cubicBezTo>
                  <a:cubicBezTo>
                    <a:pt x="7470" y="61028"/>
                    <a:pt x="3832" y="60109"/>
                    <a:pt x="0" y="58872"/>
                  </a:cubicBezTo>
                  <a:lnTo>
                    <a:pt x="0" y="48755"/>
                  </a:lnTo>
                  <a:cubicBezTo>
                    <a:pt x="3618" y="50636"/>
                    <a:pt x="7184" y="52056"/>
                    <a:pt x="10699" y="53017"/>
                  </a:cubicBezTo>
                  <a:cubicBezTo>
                    <a:pt x="14215" y="53936"/>
                    <a:pt x="17689" y="54396"/>
                    <a:pt x="21133" y="54396"/>
                  </a:cubicBezTo>
                  <a:cubicBezTo>
                    <a:pt x="25742" y="54396"/>
                    <a:pt x="29288" y="53620"/>
                    <a:pt x="31771" y="52056"/>
                  </a:cubicBezTo>
                  <a:cubicBezTo>
                    <a:pt x="34254" y="50462"/>
                    <a:pt x="35501" y="48224"/>
                    <a:pt x="35501" y="45352"/>
                  </a:cubicBezTo>
                  <a:cubicBezTo>
                    <a:pt x="35501" y="42685"/>
                    <a:pt x="34592" y="40652"/>
                    <a:pt x="32783" y="39231"/>
                  </a:cubicBezTo>
                  <a:cubicBezTo>
                    <a:pt x="31015" y="37811"/>
                    <a:pt x="27091" y="36441"/>
                    <a:pt x="21021" y="35133"/>
                  </a:cubicBezTo>
                  <a:lnTo>
                    <a:pt x="17618" y="34336"/>
                  </a:lnTo>
                  <a:cubicBezTo>
                    <a:pt x="11548" y="33059"/>
                    <a:pt x="7164" y="31107"/>
                    <a:pt x="4476" y="28481"/>
                  </a:cubicBezTo>
                  <a:cubicBezTo>
                    <a:pt x="1778" y="25813"/>
                    <a:pt x="429" y="22175"/>
                    <a:pt x="429" y="17567"/>
                  </a:cubicBezTo>
                  <a:cubicBezTo>
                    <a:pt x="429" y="11956"/>
                    <a:pt x="2412" y="7634"/>
                    <a:pt x="6387" y="4578"/>
                  </a:cubicBezTo>
                  <a:cubicBezTo>
                    <a:pt x="10362" y="1523"/>
                    <a:pt x="16003" y="0"/>
                    <a:pt x="23310" y="0"/>
                  </a:cubicBezTo>
                  <a:cubicBezTo>
                    <a:pt x="26938" y="0"/>
                    <a:pt x="30341" y="266"/>
                    <a:pt x="33529" y="797"/>
                  </a:cubicBezTo>
                  <a:cubicBezTo>
                    <a:pt x="36728" y="1339"/>
                    <a:pt x="39671" y="2136"/>
                    <a:pt x="42368" y="3199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0D672B0E-AC00-738B-3B08-3C1A45D1406F}"/>
                </a:ext>
              </a:extLst>
            </p:cNvPr>
            <p:cNvSpPr/>
            <p:nvPr/>
          </p:nvSpPr>
          <p:spPr>
            <a:xfrm>
              <a:off x="2897479" y="3556722"/>
              <a:ext cx="1021" cy="1339863"/>
            </a:xfrm>
            <a:custGeom>
              <a:avLst/>
              <a:gdLst>
                <a:gd name="connsiteX0" fmla="*/ 0 w 1021"/>
                <a:gd name="connsiteY0" fmla="*/ 1339864 h 1339863"/>
                <a:gd name="connsiteX1" fmla="*/ 0 w 1021"/>
                <a:gd name="connsiteY1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21" h="1339863">
                  <a:moveTo>
                    <a:pt x="0" y="1339864"/>
                  </a:move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FF2F6E89-7C29-95C2-E23C-076F49D41DD1}"/>
                </a:ext>
              </a:extLst>
            </p:cNvPr>
            <p:cNvSpPr/>
            <p:nvPr/>
          </p:nvSpPr>
          <p:spPr>
            <a:xfrm>
              <a:off x="2897479" y="4896585"/>
              <a:ext cx="19312" cy="1021"/>
            </a:xfrm>
            <a:custGeom>
              <a:avLst/>
              <a:gdLst>
                <a:gd name="connsiteX0" fmla="*/ 0 w 19312"/>
                <a:gd name="connsiteY0" fmla="*/ 0 h 1021"/>
                <a:gd name="connsiteX1" fmla="*/ 19312 w 19312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2" h="1021">
                  <a:moveTo>
                    <a:pt x="0" y="0"/>
                  </a:moveTo>
                  <a:lnTo>
                    <a:pt x="19312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498AC85C-1135-6FC9-3676-E9F33670679A}"/>
                </a:ext>
              </a:extLst>
            </p:cNvPr>
            <p:cNvSpPr/>
            <p:nvPr/>
          </p:nvSpPr>
          <p:spPr>
            <a:xfrm>
              <a:off x="2897479" y="4517293"/>
              <a:ext cx="19312" cy="1021"/>
            </a:xfrm>
            <a:custGeom>
              <a:avLst/>
              <a:gdLst>
                <a:gd name="connsiteX0" fmla="*/ 0 w 19312"/>
                <a:gd name="connsiteY0" fmla="*/ 0 h 1021"/>
                <a:gd name="connsiteX1" fmla="*/ 19312 w 19312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2" h="1021">
                  <a:moveTo>
                    <a:pt x="0" y="0"/>
                  </a:moveTo>
                  <a:lnTo>
                    <a:pt x="19312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CD2D1F13-AC3E-5A07-B064-1380620379EB}"/>
                </a:ext>
              </a:extLst>
            </p:cNvPr>
            <p:cNvSpPr/>
            <p:nvPr/>
          </p:nvSpPr>
          <p:spPr>
            <a:xfrm>
              <a:off x="2897479" y="4138002"/>
              <a:ext cx="19312" cy="1021"/>
            </a:xfrm>
            <a:custGeom>
              <a:avLst/>
              <a:gdLst>
                <a:gd name="connsiteX0" fmla="*/ 0 w 19312"/>
                <a:gd name="connsiteY0" fmla="*/ 0 h 1021"/>
                <a:gd name="connsiteX1" fmla="*/ 19312 w 19312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2" h="1021">
                  <a:moveTo>
                    <a:pt x="0" y="0"/>
                  </a:moveTo>
                  <a:lnTo>
                    <a:pt x="19312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C05C5B24-6259-2687-8D09-55927E348BC4}"/>
                </a:ext>
              </a:extLst>
            </p:cNvPr>
            <p:cNvSpPr/>
            <p:nvPr/>
          </p:nvSpPr>
          <p:spPr>
            <a:xfrm>
              <a:off x="2897479" y="3758709"/>
              <a:ext cx="19312" cy="1021"/>
            </a:xfrm>
            <a:custGeom>
              <a:avLst/>
              <a:gdLst>
                <a:gd name="connsiteX0" fmla="*/ 0 w 19312"/>
                <a:gd name="connsiteY0" fmla="*/ 0 h 1021"/>
                <a:gd name="connsiteX1" fmla="*/ 19312 w 19312"/>
                <a:gd name="connsiteY1" fmla="*/ 0 h 1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312" h="1021">
                  <a:moveTo>
                    <a:pt x="0" y="0"/>
                  </a:moveTo>
                  <a:lnTo>
                    <a:pt x="19312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65741326-E458-E64D-59A3-5CE572DF23F5}"/>
                </a:ext>
              </a:extLst>
            </p:cNvPr>
            <p:cNvSpPr/>
            <p:nvPr/>
          </p:nvSpPr>
          <p:spPr>
            <a:xfrm>
              <a:off x="2657776" y="4859991"/>
              <a:ext cx="48824" cy="73281"/>
            </a:xfrm>
            <a:custGeom>
              <a:avLst/>
              <a:gdLst>
                <a:gd name="connsiteX0" fmla="*/ 24412 w 48824"/>
                <a:gd name="connsiteY0" fmla="*/ 7572 h 73281"/>
                <a:gd name="connsiteX1" fmla="*/ 13294 w 48824"/>
                <a:gd name="connsiteY1" fmla="*/ 14859 h 73281"/>
                <a:gd name="connsiteX2" fmla="*/ 9604 w 48824"/>
                <a:gd name="connsiteY2" fmla="*/ 36666 h 73281"/>
                <a:gd name="connsiteX3" fmla="*/ 13294 w 48824"/>
                <a:gd name="connsiteY3" fmla="*/ 58474 h 73281"/>
                <a:gd name="connsiteX4" fmla="*/ 24412 w 48824"/>
                <a:gd name="connsiteY4" fmla="*/ 65719 h 73281"/>
                <a:gd name="connsiteX5" fmla="*/ 35530 w 48824"/>
                <a:gd name="connsiteY5" fmla="*/ 58474 h 73281"/>
                <a:gd name="connsiteX6" fmla="*/ 39268 w 48824"/>
                <a:gd name="connsiteY6" fmla="*/ 36666 h 73281"/>
                <a:gd name="connsiteX7" fmla="*/ 35530 w 48824"/>
                <a:gd name="connsiteY7" fmla="*/ 14859 h 73281"/>
                <a:gd name="connsiteX8" fmla="*/ 24412 w 48824"/>
                <a:gd name="connsiteY8" fmla="*/ 7572 h 73281"/>
                <a:gd name="connsiteX9" fmla="*/ 24412 w 48824"/>
                <a:gd name="connsiteY9" fmla="*/ 0 h 73281"/>
                <a:gd name="connsiteX10" fmla="*/ 42532 w 48824"/>
                <a:gd name="connsiteY10" fmla="*/ 9412 h 73281"/>
                <a:gd name="connsiteX11" fmla="*/ 48825 w 48824"/>
                <a:gd name="connsiteY11" fmla="*/ 36666 h 73281"/>
                <a:gd name="connsiteX12" fmla="*/ 42532 w 48824"/>
                <a:gd name="connsiteY12" fmla="*/ 63921 h 73281"/>
                <a:gd name="connsiteX13" fmla="*/ 24412 w 48824"/>
                <a:gd name="connsiteY13" fmla="*/ 73281 h 73281"/>
                <a:gd name="connsiteX14" fmla="*/ 6245 w 48824"/>
                <a:gd name="connsiteY14" fmla="*/ 63921 h 73281"/>
                <a:gd name="connsiteX15" fmla="*/ 0 w 48824"/>
                <a:gd name="connsiteY15" fmla="*/ 36666 h 73281"/>
                <a:gd name="connsiteX16" fmla="*/ 6245 w 48824"/>
                <a:gd name="connsiteY16" fmla="*/ 9412 h 73281"/>
                <a:gd name="connsiteX17" fmla="*/ 24412 w 48824"/>
                <a:gd name="connsiteY17" fmla="*/ 0 h 7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4" h="73281">
                  <a:moveTo>
                    <a:pt x="24412" y="7572"/>
                  </a:moveTo>
                  <a:cubicBezTo>
                    <a:pt x="19492" y="7572"/>
                    <a:pt x="15786" y="10005"/>
                    <a:pt x="13294" y="14859"/>
                  </a:cubicBezTo>
                  <a:cubicBezTo>
                    <a:pt x="10834" y="19682"/>
                    <a:pt x="9604" y="26948"/>
                    <a:pt x="9604" y="36666"/>
                  </a:cubicBezTo>
                  <a:cubicBezTo>
                    <a:pt x="9604" y="46344"/>
                    <a:pt x="10834" y="53620"/>
                    <a:pt x="13294" y="58474"/>
                  </a:cubicBezTo>
                  <a:cubicBezTo>
                    <a:pt x="15786" y="63307"/>
                    <a:pt x="19492" y="65719"/>
                    <a:pt x="24412" y="65719"/>
                  </a:cubicBezTo>
                  <a:cubicBezTo>
                    <a:pt x="29364" y="65719"/>
                    <a:pt x="33070" y="63307"/>
                    <a:pt x="35530" y="58474"/>
                  </a:cubicBezTo>
                  <a:cubicBezTo>
                    <a:pt x="38022" y="53620"/>
                    <a:pt x="39268" y="46344"/>
                    <a:pt x="39268" y="36666"/>
                  </a:cubicBezTo>
                  <a:cubicBezTo>
                    <a:pt x="39268" y="26948"/>
                    <a:pt x="38022" y="19682"/>
                    <a:pt x="35530" y="14859"/>
                  </a:cubicBezTo>
                  <a:cubicBezTo>
                    <a:pt x="33070" y="10005"/>
                    <a:pt x="29364" y="7572"/>
                    <a:pt x="24412" y="7572"/>
                  </a:cubicBezTo>
                  <a:moveTo>
                    <a:pt x="24412" y="0"/>
                  </a:moveTo>
                  <a:cubicBezTo>
                    <a:pt x="32329" y="0"/>
                    <a:pt x="38369" y="3137"/>
                    <a:pt x="42532" y="9412"/>
                  </a:cubicBezTo>
                  <a:cubicBezTo>
                    <a:pt x="46727" y="15656"/>
                    <a:pt x="48825" y="24741"/>
                    <a:pt x="48825" y="36666"/>
                  </a:cubicBezTo>
                  <a:cubicBezTo>
                    <a:pt x="48825" y="48551"/>
                    <a:pt x="46727" y="57636"/>
                    <a:pt x="42532" y="63921"/>
                  </a:cubicBezTo>
                  <a:cubicBezTo>
                    <a:pt x="38369" y="70164"/>
                    <a:pt x="32329" y="73281"/>
                    <a:pt x="24412" y="73281"/>
                  </a:cubicBezTo>
                  <a:cubicBezTo>
                    <a:pt x="16496" y="73281"/>
                    <a:pt x="10440" y="70164"/>
                    <a:pt x="6245" y="63921"/>
                  </a:cubicBezTo>
                  <a:cubicBezTo>
                    <a:pt x="2082" y="57636"/>
                    <a:pt x="0" y="48551"/>
                    <a:pt x="0" y="36666"/>
                  </a:cubicBezTo>
                  <a:cubicBezTo>
                    <a:pt x="0" y="24741"/>
                    <a:pt x="2082" y="15656"/>
                    <a:pt x="6245" y="9412"/>
                  </a:cubicBezTo>
                  <a:cubicBezTo>
                    <a:pt x="10440" y="3137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9E870B59-FB2E-0F1C-A5B6-569E5E37B577}"/>
                </a:ext>
              </a:extLst>
            </p:cNvPr>
            <p:cNvSpPr/>
            <p:nvPr/>
          </p:nvSpPr>
          <p:spPr>
            <a:xfrm>
              <a:off x="2723395" y="4919885"/>
              <a:ext cx="9982" cy="12017"/>
            </a:xfrm>
            <a:custGeom>
              <a:avLst/>
              <a:gdLst>
                <a:gd name="connsiteX0" fmla="*/ 0 w 9982"/>
                <a:gd name="connsiteY0" fmla="*/ 0 h 12017"/>
                <a:gd name="connsiteX1" fmla="*/ 9982 w 9982"/>
                <a:gd name="connsiteY1" fmla="*/ 0 h 12017"/>
                <a:gd name="connsiteX2" fmla="*/ 9982 w 9982"/>
                <a:gd name="connsiteY2" fmla="*/ 12018 h 12017"/>
                <a:gd name="connsiteX3" fmla="*/ 0 w 9982"/>
                <a:gd name="connsiteY3" fmla="*/ 12018 h 12017"/>
                <a:gd name="connsiteX4" fmla="*/ 0 w 9982"/>
                <a:gd name="connsiteY4" fmla="*/ 0 h 12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2017">
                  <a:moveTo>
                    <a:pt x="0" y="0"/>
                  </a:moveTo>
                  <a:lnTo>
                    <a:pt x="9982" y="0"/>
                  </a:lnTo>
                  <a:lnTo>
                    <a:pt x="9982" y="12018"/>
                  </a:lnTo>
                  <a:lnTo>
                    <a:pt x="0" y="1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75492A48-B347-2458-D415-8910E7628862}"/>
                </a:ext>
              </a:extLst>
            </p:cNvPr>
            <p:cNvSpPr/>
            <p:nvPr/>
          </p:nvSpPr>
          <p:spPr>
            <a:xfrm>
              <a:off x="2750221" y="4859991"/>
              <a:ext cx="48823" cy="73281"/>
            </a:xfrm>
            <a:custGeom>
              <a:avLst/>
              <a:gdLst>
                <a:gd name="connsiteX0" fmla="*/ 24411 w 48823"/>
                <a:gd name="connsiteY0" fmla="*/ 7572 h 73281"/>
                <a:gd name="connsiteX1" fmla="*/ 13294 w 48823"/>
                <a:gd name="connsiteY1" fmla="*/ 14859 h 73281"/>
                <a:gd name="connsiteX2" fmla="*/ 9604 w 48823"/>
                <a:gd name="connsiteY2" fmla="*/ 36666 h 73281"/>
                <a:gd name="connsiteX3" fmla="*/ 13294 w 48823"/>
                <a:gd name="connsiteY3" fmla="*/ 58474 h 73281"/>
                <a:gd name="connsiteX4" fmla="*/ 24411 w 48823"/>
                <a:gd name="connsiteY4" fmla="*/ 65719 h 73281"/>
                <a:gd name="connsiteX5" fmla="*/ 35530 w 48823"/>
                <a:gd name="connsiteY5" fmla="*/ 58474 h 73281"/>
                <a:gd name="connsiteX6" fmla="*/ 39267 w 48823"/>
                <a:gd name="connsiteY6" fmla="*/ 36666 h 73281"/>
                <a:gd name="connsiteX7" fmla="*/ 35530 w 48823"/>
                <a:gd name="connsiteY7" fmla="*/ 14859 h 73281"/>
                <a:gd name="connsiteX8" fmla="*/ 24411 w 48823"/>
                <a:gd name="connsiteY8" fmla="*/ 7572 h 73281"/>
                <a:gd name="connsiteX9" fmla="*/ 24411 w 48823"/>
                <a:gd name="connsiteY9" fmla="*/ 0 h 73281"/>
                <a:gd name="connsiteX10" fmla="*/ 42532 w 48823"/>
                <a:gd name="connsiteY10" fmla="*/ 9412 h 73281"/>
                <a:gd name="connsiteX11" fmla="*/ 48824 w 48823"/>
                <a:gd name="connsiteY11" fmla="*/ 36666 h 73281"/>
                <a:gd name="connsiteX12" fmla="*/ 42532 w 48823"/>
                <a:gd name="connsiteY12" fmla="*/ 63921 h 73281"/>
                <a:gd name="connsiteX13" fmla="*/ 24411 w 48823"/>
                <a:gd name="connsiteY13" fmla="*/ 73281 h 73281"/>
                <a:gd name="connsiteX14" fmla="*/ 6245 w 48823"/>
                <a:gd name="connsiteY14" fmla="*/ 63921 h 73281"/>
                <a:gd name="connsiteX15" fmla="*/ 0 w 48823"/>
                <a:gd name="connsiteY15" fmla="*/ 36666 h 73281"/>
                <a:gd name="connsiteX16" fmla="*/ 6245 w 48823"/>
                <a:gd name="connsiteY16" fmla="*/ 9412 h 73281"/>
                <a:gd name="connsiteX17" fmla="*/ 24411 w 48823"/>
                <a:gd name="connsiteY17" fmla="*/ 0 h 7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3" h="73281">
                  <a:moveTo>
                    <a:pt x="24411" y="7572"/>
                  </a:moveTo>
                  <a:cubicBezTo>
                    <a:pt x="19491" y="7572"/>
                    <a:pt x="15785" y="10005"/>
                    <a:pt x="13294" y="14859"/>
                  </a:cubicBezTo>
                  <a:cubicBezTo>
                    <a:pt x="10834" y="19682"/>
                    <a:pt x="9604" y="26948"/>
                    <a:pt x="9604" y="36666"/>
                  </a:cubicBezTo>
                  <a:cubicBezTo>
                    <a:pt x="9604" y="46344"/>
                    <a:pt x="10834" y="53620"/>
                    <a:pt x="13294" y="58474"/>
                  </a:cubicBezTo>
                  <a:cubicBezTo>
                    <a:pt x="15785" y="63307"/>
                    <a:pt x="19491" y="65719"/>
                    <a:pt x="24411" y="65719"/>
                  </a:cubicBezTo>
                  <a:cubicBezTo>
                    <a:pt x="29364" y="65719"/>
                    <a:pt x="33070" y="63307"/>
                    <a:pt x="35530" y="58474"/>
                  </a:cubicBezTo>
                  <a:cubicBezTo>
                    <a:pt x="38021" y="53620"/>
                    <a:pt x="39267" y="46344"/>
                    <a:pt x="39267" y="36666"/>
                  </a:cubicBezTo>
                  <a:cubicBezTo>
                    <a:pt x="39267" y="26948"/>
                    <a:pt x="38021" y="19682"/>
                    <a:pt x="35530" y="14859"/>
                  </a:cubicBezTo>
                  <a:cubicBezTo>
                    <a:pt x="33070" y="10005"/>
                    <a:pt x="29364" y="7572"/>
                    <a:pt x="24411" y="7572"/>
                  </a:cubicBezTo>
                  <a:moveTo>
                    <a:pt x="24411" y="0"/>
                  </a:moveTo>
                  <a:cubicBezTo>
                    <a:pt x="32328" y="0"/>
                    <a:pt x="38369" y="3137"/>
                    <a:pt x="42532" y="9412"/>
                  </a:cubicBezTo>
                  <a:cubicBezTo>
                    <a:pt x="46727" y="15656"/>
                    <a:pt x="48824" y="24741"/>
                    <a:pt x="48824" y="36666"/>
                  </a:cubicBezTo>
                  <a:cubicBezTo>
                    <a:pt x="48824" y="48551"/>
                    <a:pt x="46727" y="57636"/>
                    <a:pt x="42532" y="63921"/>
                  </a:cubicBezTo>
                  <a:cubicBezTo>
                    <a:pt x="38369" y="70164"/>
                    <a:pt x="32328" y="73281"/>
                    <a:pt x="24411" y="73281"/>
                  </a:cubicBezTo>
                  <a:cubicBezTo>
                    <a:pt x="16495" y="73281"/>
                    <a:pt x="10440" y="70164"/>
                    <a:pt x="6245" y="63921"/>
                  </a:cubicBezTo>
                  <a:cubicBezTo>
                    <a:pt x="2082" y="57636"/>
                    <a:pt x="0" y="48551"/>
                    <a:pt x="0" y="36666"/>
                  </a:cubicBezTo>
                  <a:cubicBezTo>
                    <a:pt x="0" y="24741"/>
                    <a:pt x="2082" y="15656"/>
                    <a:pt x="6245" y="9412"/>
                  </a:cubicBezTo>
                  <a:cubicBezTo>
                    <a:pt x="10440" y="3137"/>
                    <a:pt x="16495" y="0"/>
                    <a:pt x="24411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EFDC6656-D476-51B8-5A77-58C2EF2CB891}"/>
                </a:ext>
              </a:extLst>
            </p:cNvPr>
            <p:cNvSpPr/>
            <p:nvPr/>
          </p:nvSpPr>
          <p:spPr>
            <a:xfrm>
              <a:off x="2811865" y="4859991"/>
              <a:ext cx="48824" cy="73281"/>
            </a:xfrm>
            <a:custGeom>
              <a:avLst/>
              <a:gdLst>
                <a:gd name="connsiteX0" fmla="*/ 24412 w 48824"/>
                <a:gd name="connsiteY0" fmla="*/ 7572 h 73281"/>
                <a:gd name="connsiteX1" fmla="*/ 13295 w 48824"/>
                <a:gd name="connsiteY1" fmla="*/ 14859 h 73281"/>
                <a:gd name="connsiteX2" fmla="*/ 9604 w 48824"/>
                <a:gd name="connsiteY2" fmla="*/ 36666 h 73281"/>
                <a:gd name="connsiteX3" fmla="*/ 13295 w 48824"/>
                <a:gd name="connsiteY3" fmla="*/ 58474 h 73281"/>
                <a:gd name="connsiteX4" fmla="*/ 24412 w 48824"/>
                <a:gd name="connsiteY4" fmla="*/ 65719 h 73281"/>
                <a:gd name="connsiteX5" fmla="*/ 35531 w 48824"/>
                <a:gd name="connsiteY5" fmla="*/ 58474 h 73281"/>
                <a:gd name="connsiteX6" fmla="*/ 39268 w 48824"/>
                <a:gd name="connsiteY6" fmla="*/ 36666 h 73281"/>
                <a:gd name="connsiteX7" fmla="*/ 35531 w 48824"/>
                <a:gd name="connsiteY7" fmla="*/ 14859 h 73281"/>
                <a:gd name="connsiteX8" fmla="*/ 24412 w 48824"/>
                <a:gd name="connsiteY8" fmla="*/ 7572 h 73281"/>
                <a:gd name="connsiteX9" fmla="*/ 24412 w 48824"/>
                <a:gd name="connsiteY9" fmla="*/ 0 h 73281"/>
                <a:gd name="connsiteX10" fmla="*/ 42533 w 48824"/>
                <a:gd name="connsiteY10" fmla="*/ 9412 h 73281"/>
                <a:gd name="connsiteX11" fmla="*/ 48825 w 48824"/>
                <a:gd name="connsiteY11" fmla="*/ 36666 h 73281"/>
                <a:gd name="connsiteX12" fmla="*/ 42533 w 48824"/>
                <a:gd name="connsiteY12" fmla="*/ 63921 h 73281"/>
                <a:gd name="connsiteX13" fmla="*/ 24412 w 48824"/>
                <a:gd name="connsiteY13" fmla="*/ 73281 h 73281"/>
                <a:gd name="connsiteX14" fmla="*/ 6245 w 48824"/>
                <a:gd name="connsiteY14" fmla="*/ 63921 h 73281"/>
                <a:gd name="connsiteX15" fmla="*/ 0 w 48824"/>
                <a:gd name="connsiteY15" fmla="*/ 36666 h 73281"/>
                <a:gd name="connsiteX16" fmla="*/ 6245 w 48824"/>
                <a:gd name="connsiteY16" fmla="*/ 9412 h 73281"/>
                <a:gd name="connsiteX17" fmla="*/ 24412 w 48824"/>
                <a:gd name="connsiteY17" fmla="*/ 0 h 7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4" h="73281">
                  <a:moveTo>
                    <a:pt x="24412" y="7572"/>
                  </a:moveTo>
                  <a:cubicBezTo>
                    <a:pt x="19492" y="7572"/>
                    <a:pt x="15786" y="10005"/>
                    <a:pt x="13295" y="14859"/>
                  </a:cubicBezTo>
                  <a:cubicBezTo>
                    <a:pt x="10834" y="19682"/>
                    <a:pt x="9604" y="26948"/>
                    <a:pt x="9604" y="36666"/>
                  </a:cubicBezTo>
                  <a:cubicBezTo>
                    <a:pt x="9604" y="46344"/>
                    <a:pt x="10834" y="53620"/>
                    <a:pt x="13295" y="58474"/>
                  </a:cubicBezTo>
                  <a:cubicBezTo>
                    <a:pt x="15786" y="63307"/>
                    <a:pt x="19492" y="65719"/>
                    <a:pt x="24412" y="65719"/>
                  </a:cubicBezTo>
                  <a:cubicBezTo>
                    <a:pt x="29365" y="65719"/>
                    <a:pt x="33071" y="63307"/>
                    <a:pt x="35531" y="58474"/>
                  </a:cubicBezTo>
                  <a:cubicBezTo>
                    <a:pt x="38022" y="53620"/>
                    <a:pt x="39268" y="46344"/>
                    <a:pt x="39268" y="36666"/>
                  </a:cubicBezTo>
                  <a:cubicBezTo>
                    <a:pt x="39268" y="26948"/>
                    <a:pt x="38022" y="19682"/>
                    <a:pt x="35531" y="14859"/>
                  </a:cubicBezTo>
                  <a:cubicBezTo>
                    <a:pt x="33071" y="10005"/>
                    <a:pt x="29365" y="7572"/>
                    <a:pt x="24412" y="7572"/>
                  </a:cubicBezTo>
                  <a:moveTo>
                    <a:pt x="24412" y="0"/>
                  </a:moveTo>
                  <a:cubicBezTo>
                    <a:pt x="32329" y="0"/>
                    <a:pt x="38369" y="3137"/>
                    <a:pt x="42533" y="9412"/>
                  </a:cubicBezTo>
                  <a:cubicBezTo>
                    <a:pt x="46728" y="15656"/>
                    <a:pt x="48825" y="24741"/>
                    <a:pt x="48825" y="36666"/>
                  </a:cubicBezTo>
                  <a:cubicBezTo>
                    <a:pt x="48825" y="48551"/>
                    <a:pt x="46728" y="57636"/>
                    <a:pt x="42533" y="63921"/>
                  </a:cubicBezTo>
                  <a:cubicBezTo>
                    <a:pt x="38369" y="70164"/>
                    <a:pt x="32329" y="73281"/>
                    <a:pt x="24412" y="73281"/>
                  </a:cubicBezTo>
                  <a:cubicBezTo>
                    <a:pt x="16496" y="73281"/>
                    <a:pt x="10440" y="70164"/>
                    <a:pt x="6245" y="63921"/>
                  </a:cubicBezTo>
                  <a:cubicBezTo>
                    <a:pt x="2082" y="57636"/>
                    <a:pt x="0" y="48551"/>
                    <a:pt x="0" y="36666"/>
                  </a:cubicBezTo>
                  <a:cubicBezTo>
                    <a:pt x="0" y="24741"/>
                    <a:pt x="2082" y="15656"/>
                    <a:pt x="6245" y="9412"/>
                  </a:cubicBezTo>
                  <a:cubicBezTo>
                    <a:pt x="10440" y="3137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7153D0CC-05EA-BD41-5601-7D23DF56C5E4}"/>
                </a:ext>
              </a:extLst>
            </p:cNvPr>
            <p:cNvSpPr/>
            <p:nvPr/>
          </p:nvSpPr>
          <p:spPr>
            <a:xfrm>
              <a:off x="2659810" y="4480698"/>
              <a:ext cx="48823" cy="73281"/>
            </a:xfrm>
            <a:custGeom>
              <a:avLst/>
              <a:gdLst>
                <a:gd name="connsiteX0" fmla="*/ 24412 w 48823"/>
                <a:gd name="connsiteY0" fmla="*/ 7570 h 73281"/>
                <a:gd name="connsiteX1" fmla="*/ 13294 w 48823"/>
                <a:gd name="connsiteY1" fmla="*/ 14856 h 73281"/>
                <a:gd name="connsiteX2" fmla="*/ 9604 w 48823"/>
                <a:gd name="connsiteY2" fmla="*/ 36666 h 73281"/>
                <a:gd name="connsiteX3" fmla="*/ 13294 w 48823"/>
                <a:gd name="connsiteY3" fmla="*/ 58474 h 73281"/>
                <a:gd name="connsiteX4" fmla="*/ 24412 w 48823"/>
                <a:gd name="connsiteY4" fmla="*/ 65719 h 73281"/>
                <a:gd name="connsiteX5" fmla="*/ 35530 w 48823"/>
                <a:gd name="connsiteY5" fmla="*/ 58474 h 73281"/>
                <a:gd name="connsiteX6" fmla="*/ 39268 w 48823"/>
                <a:gd name="connsiteY6" fmla="*/ 36666 h 73281"/>
                <a:gd name="connsiteX7" fmla="*/ 35530 w 48823"/>
                <a:gd name="connsiteY7" fmla="*/ 14856 h 73281"/>
                <a:gd name="connsiteX8" fmla="*/ 24412 w 48823"/>
                <a:gd name="connsiteY8" fmla="*/ 7570 h 73281"/>
                <a:gd name="connsiteX9" fmla="*/ 24412 w 48823"/>
                <a:gd name="connsiteY9" fmla="*/ 0 h 73281"/>
                <a:gd name="connsiteX10" fmla="*/ 42532 w 48823"/>
                <a:gd name="connsiteY10" fmla="*/ 9415 h 73281"/>
                <a:gd name="connsiteX11" fmla="*/ 48824 w 48823"/>
                <a:gd name="connsiteY11" fmla="*/ 36666 h 73281"/>
                <a:gd name="connsiteX12" fmla="*/ 42532 w 48823"/>
                <a:gd name="connsiteY12" fmla="*/ 63921 h 73281"/>
                <a:gd name="connsiteX13" fmla="*/ 24412 w 48823"/>
                <a:gd name="connsiteY13" fmla="*/ 73281 h 73281"/>
                <a:gd name="connsiteX14" fmla="*/ 6245 w 48823"/>
                <a:gd name="connsiteY14" fmla="*/ 63921 h 73281"/>
                <a:gd name="connsiteX15" fmla="*/ 0 w 48823"/>
                <a:gd name="connsiteY15" fmla="*/ 36666 h 73281"/>
                <a:gd name="connsiteX16" fmla="*/ 6245 w 48823"/>
                <a:gd name="connsiteY16" fmla="*/ 9415 h 73281"/>
                <a:gd name="connsiteX17" fmla="*/ 24412 w 48823"/>
                <a:gd name="connsiteY17" fmla="*/ 0 h 7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3" h="73281">
                  <a:moveTo>
                    <a:pt x="24412" y="7570"/>
                  </a:moveTo>
                  <a:cubicBezTo>
                    <a:pt x="19492" y="7570"/>
                    <a:pt x="15785" y="9998"/>
                    <a:pt x="13294" y="14856"/>
                  </a:cubicBezTo>
                  <a:cubicBezTo>
                    <a:pt x="10834" y="19681"/>
                    <a:pt x="9604" y="26951"/>
                    <a:pt x="9604" y="36666"/>
                  </a:cubicBezTo>
                  <a:cubicBezTo>
                    <a:pt x="9604" y="46347"/>
                    <a:pt x="10834" y="53620"/>
                    <a:pt x="13294" y="58474"/>
                  </a:cubicBezTo>
                  <a:cubicBezTo>
                    <a:pt x="15785" y="63307"/>
                    <a:pt x="19492" y="65719"/>
                    <a:pt x="24412" y="65719"/>
                  </a:cubicBezTo>
                  <a:cubicBezTo>
                    <a:pt x="29364" y="65719"/>
                    <a:pt x="33070" y="63307"/>
                    <a:pt x="35530" y="58474"/>
                  </a:cubicBezTo>
                  <a:cubicBezTo>
                    <a:pt x="38022" y="53620"/>
                    <a:pt x="39268" y="46347"/>
                    <a:pt x="39268" y="36666"/>
                  </a:cubicBezTo>
                  <a:cubicBezTo>
                    <a:pt x="39268" y="26951"/>
                    <a:pt x="38022" y="19681"/>
                    <a:pt x="35530" y="14856"/>
                  </a:cubicBezTo>
                  <a:cubicBezTo>
                    <a:pt x="33070" y="9998"/>
                    <a:pt x="29364" y="7570"/>
                    <a:pt x="24412" y="7570"/>
                  </a:cubicBezTo>
                  <a:moveTo>
                    <a:pt x="24412" y="0"/>
                  </a:moveTo>
                  <a:cubicBezTo>
                    <a:pt x="32329" y="0"/>
                    <a:pt x="38369" y="3138"/>
                    <a:pt x="42532" y="9415"/>
                  </a:cubicBezTo>
                  <a:cubicBezTo>
                    <a:pt x="46727" y="15660"/>
                    <a:pt x="48824" y="24744"/>
                    <a:pt x="48824" y="36666"/>
                  </a:cubicBezTo>
                  <a:cubicBezTo>
                    <a:pt x="48824" y="48554"/>
                    <a:pt x="46727" y="57636"/>
                    <a:pt x="42532" y="63921"/>
                  </a:cubicBezTo>
                  <a:cubicBezTo>
                    <a:pt x="38369" y="70164"/>
                    <a:pt x="32329" y="73281"/>
                    <a:pt x="24412" y="73281"/>
                  </a:cubicBezTo>
                  <a:cubicBezTo>
                    <a:pt x="16496" y="73281"/>
                    <a:pt x="10440" y="70164"/>
                    <a:pt x="6245" y="63921"/>
                  </a:cubicBezTo>
                  <a:cubicBezTo>
                    <a:pt x="2082" y="57636"/>
                    <a:pt x="0" y="48554"/>
                    <a:pt x="0" y="36666"/>
                  </a:cubicBezTo>
                  <a:cubicBezTo>
                    <a:pt x="0" y="24744"/>
                    <a:pt x="2082" y="15660"/>
                    <a:pt x="6245" y="9415"/>
                  </a:cubicBezTo>
                  <a:cubicBezTo>
                    <a:pt x="10440" y="3138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B4CB5A31-2A88-8CAE-E728-CA480DFB8185}"/>
                </a:ext>
              </a:extLst>
            </p:cNvPr>
            <p:cNvSpPr/>
            <p:nvPr/>
          </p:nvSpPr>
          <p:spPr>
            <a:xfrm>
              <a:off x="2725430" y="4540593"/>
              <a:ext cx="9982" cy="12017"/>
            </a:xfrm>
            <a:custGeom>
              <a:avLst/>
              <a:gdLst>
                <a:gd name="connsiteX0" fmla="*/ 0 w 9982"/>
                <a:gd name="connsiteY0" fmla="*/ 0 h 12017"/>
                <a:gd name="connsiteX1" fmla="*/ 9982 w 9982"/>
                <a:gd name="connsiteY1" fmla="*/ 0 h 12017"/>
                <a:gd name="connsiteX2" fmla="*/ 9982 w 9982"/>
                <a:gd name="connsiteY2" fmla="*/ 12018 h 12017"/>
                <a:gd name="connsiteX3" fmla="*/ 0 w 9982"/>
                <a:gd name="connsiteY3" fmla="*/ 12018 h 12017"/>
                <a:gd name="connsiteX4" fmla="*/ 0 w 9982"/>
                <a:gd name="connsiteY4" fmla="*/ 0 h 12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2017">
                  <a:moveTo>
                    <a:pt x="0" y="0"/>
                  </a:moveTo>
                  <a:lnTo>
                    <a:pt x="9982" y="0"/>
                  </a:lnTo>
                  <a:lnTo>
                    <a:pt x="9982" y="12018"/>
                  </a:lnTo>
                  <a:lnTo>
                    <a:pt x="0" y="1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6D9E7EE1-6AC2-AF5A-A9D1-B150C796F18A}"/>
                </a:ext>
              </a:extLst>
            </p:cNvPr>
            <p:cNvSpPr/>
            <p:nvPr/>
          </p:nvSpPr>
          <p:spPr>
            <a:xfrm>
              <a:off x="2752254" y="4480698"/>
              <a:ext cx="48824" cy="73281"/>
            </a:xfrm>
            <a:custGeom>
              <a:avLst/>
              <a:gdLst>
                <a:gd name="connsiteX0" fmla="*/ 24412 w 48824"/>
                <a:gd name="connsiteY0" fmla="*/ 7570 h 73281"/>
                <a:gd name="connsiteX1" fmla="*/ 13295 w 48824"/>
                <a:gd name="connsiteY1" fmla="*/ 14856 h 73281"/>
                <a:gd name="connsiteX2" fmla="*/ 9604 w 48824"/>
                <a:gd name="connsiteY2" fmla="*/ 36666 h 73281"/>
                <a:gd name="connsiteX3" fmla="*/ 13295 w 48824"/>
                <a:gd name="connsiteY3" fmla="*/ 58474 h 73281"/>
                <a:gd name="connsiteX4" fmla="*/ 24412 w 48824"/>
                <a:gd name="connsiteY4" fmla="*/ 65719 h 73281"/>
                <a:gd name="connsiteX5" fmla="*/ 35531 w 48824"/>
                <a:gd name="connsiteY5" fmla="*/ 58474 h 73281"/>
                <a:gd name="connsiteX6" fmla="*/ 39268 w 48824"/>
                <a:gd name="connsiteY6" fmla="*/ 36666 h 73281"/>
                <a:gd name="connsiteX7" fmla="*/ 35531 w 48824"/>
                <a:gd name="connsiteY7" fmla="*/ 14856 h 73281"/>
                <a:gd name="connsiteX8" fmla="*/ 24412 w 48824"/>
                <a:gd name="connsiteY8" fmla="*/ 7570 h 73281"/>
                <a:gd name="connsiteX9" fmla="*/ 24412 w 48824"/>
                <a:gd name="connsiteY9" fmla="*/ 0 h 73281"/>
                <a:gd name="connsiteX10" fmla="*/ 42533 w 48824"/>
                <a:gd name="connsiteY10" fmla="*/ 9415 h 73281"/>
                <a:gd name="connsiteX11" fmla="*/ 48825 w 48824"/>
                <a:gd name="connsiteY11" fmla="*/ 36666 h 73281"/>
                <a:gd name="connsiteX12" fmla="*/ 42533 w 48824"/>
                <a:gd name="connsiteY12" fmla="*/ 63921 h 73281"/>
                <a:gd name="connsiteX13" fmla="*/ 24412 w 48824"/>
                <a:gd name="connsiteY13" fmla="*/ 73281 h 73281"/>
                <a:gd name="connsiteX14" fmla="*/ 6245 w 48824"/>
                <a:gd name="connsiteY14" fmla="*/ 63921 h 73281"/>
                <a:gd name="connsiteX15" fmla="*/ 0 w 48824"/>
                <a:gd name="connsiteY15" fmla="*/ 36666 h 73281"/>
                <a:gd name="connsiteX16" fmla="*/ 6245 w 48824"/>
                <a:gd name="connsiteY16" fmla="*/ 9415 h 73281"/>
                <a:gd name="connsiteX17" fmla="*/ 24412 w 48824"/>
                <a:gd name="connsiteY17" fmla="*/ 0 h 73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4" h="73281">
                  <a:moveTo>
                    <a:pt x="24412" y="7570"/>
                  </a:moveTo>
                  <a:cubicBezTo>
                    <a:pt x="19492" y="7570"/>
                    <a:pt x="15786" y="9998"/>
                    <a:pt x="13295" y="14856"/>
                  </a:cubicBezTo>
                  <a:cubicBezTo>
                    <a:pt x="10834" y="19681"/>
                    <a:pt x="9604" y="26951"/>
                    <a:pt x="9604" y="36666"/>
                  </a:cubicBezTo>
                  <a:cubicBezTo>
                    <a:pt x="9604" y="46347"/>
                    <a:pt x="10834" y="53620"/>
                    <a:pt x="13295" y="58474"/>
                  </a:cubicBezTo>
                  <a:cubicBezTo>
                    <a:pt x="15786" y="63307"/>
                    <a:pt x="19492" y="65719"/>
                    <a:pt x="24412" y="65719"/>
                  </a:cubicBezTo>
                  <a:cubicBezTo>
                    <a:pt x="29365" y="65719"/>
                    <a:pt x="33071" y="63307"/>
                    <a:pt x="35531" y="58474"/>
                  </a:cubicBezTo>
                  <a:cubicBezTo>
                    <a:pt x="38022" y="53620"/>
                    <a:pt x="39268" y="46347"/>
                    <a:pt x="39268" y="36666"/>
                  </a:cubicBezTo>
                  <a:cubicBezTo>
                    <a:pt x="39268" y="26951"/>
                    <a:pt x="38022" y="19681"/>
                    <a:pt x="35531" y="14856"/>
                  </a:cubicBezTo>
                  <a:cubicBezTo>
                    <a:pt x="33071" y="9998"/>
                    <a:pt x="29365" y="7570"/>
                    <a:pt x="24412" y="7570"/>
                  </a:cubicBezTo>
                  <a:moveTo>
                    <a:pt x="24412" y="0"/>
                  </a:moveTo>
                  <a:cubicBezTo>
                    <a:pt x="32329" y="0"/>
                    <a:pt x="38369" y="3138"/>
                    <a:pt x="42533" y="9415"/>
                  </a:cubicBezTo>
                  <a:cubicBezTo>
                    <a:pt x="46728" y="15660"/>
                    <a:pt x="48825" y="24744"/>
                    <a:pt x="48825" y="36666"/>
                  </a:cubicBezTo>
                  <a:cubicBezTo>
                    <a:pt x="48825" y="48554"/>
                    <a:pt x="46728" y="57636"/>
                    <a:pt x="42533" y="63921"/>
                  </a:cubicBezTo>
                  <a:cubicBezTo>
                    <a:pt x="38369" y="70164"/>
                    <a:pt x="32329" y="73281"/>
                    <a:pt x="24412" y="73281"/>
                  </a:cubicBezTo>
                  <a:cubicBezTo>
                    <a:pt x="16496" y="73281"/>
                    <a:pt x="10440" y="70164"/>
                    <a:pt x="6245" y="63921"/>
                  </a:cubicBezTo>
                  <a:cubicBezTo>
                    <a:pt x="2082" y="57636"/>
                    <a:pt x="0" y="48554"/>
                    <a:pt x="0" y="36666"/>
                  </a:cubicBezTo>
                  <a:cubicBezTo>
                    <a:pt x="0" y="24744"/>
                    <a:pt x="2082" y="15660"/>
                    <a:pt x="6245" y="9415"/>
                  </a:cubicBezTo>
                  <a:cubicBezTo>
                    <a:pt x="10440" y="3138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B448FBAD-A9A2-E77A-9522-B4682AEAC55D}"/>
                </a:ext>
              </a:extLst>
            </p:cNvPr>
            <p:cNvSpPr/>
            <p:nvPr/>
          </p:nvSpPr>
          <p:spPr>
            <a:xfrm>
              <a:off x="2814988" y="4481976"/>
              <a:ext cx="45701" cy="72003"/>
            </a:xfrm>
            <a:custGeom>
              <a:avLst/>
              <a:gdLst>
                <a:gd name="connsiteX0" fmla="*/ 2981 w 45701"/>
                <a:gd name="connsiteY0" fmla="*/ 0 h 72003"/>
                <a:gd name="connsiteX1" fmla="*/ 40497 w 45701"/>
                <a:gd name="connsiteY1" fmla="*/ 0 h 72003"/>
                <a:gd name="connsiteX2" fmla="*/ 40497 w 45701"/>
                <a:gd name="connsiteY2" fmla="*/ 8043 h 72003"/>
                <a:gd name="connsiteX3" fmla="*/ 11733 w 45701"/>
                <a:gd name="connsiteY3" fmla="*/ 8043 h 72003"/>
                <a:gd name="connsiteX4" fmla="*/ 11733 w 45701"/>
                <a:gd name="connsiteY4" fmla="*/ 25359 h 72003"/>
                <a:gd name="connsiteX5" fmla="*/ 15896 w 45701"/>
                <a:gd name="connsiteY5" fmla="*/ 24317 h 72003"/>
                <a:gd name="connsiteX6" fmla="*/ 20059 w 45701"/>
                <a:gd name="connsiteY6" fmla="*/ 23939 h 72003"/>
                <a:gd name="connsiteX7" fmla="*/ 38795 w 45701"/>
                <a:gd name="connsiteY7" fmla="*/ 30421 h 72003"/>
                <a:gd name="connsiteX8" fmla="*/ 45702 w 45701"/>
                <a:gd name="connsiteY8" fmla="*/ 47973 h 72003"/>
                <a:gd name="connsiteX9" fmla="*/ 38606 w 45701"/>
                <a:gd name="connsiteY9" fmla="*/ 65719 h 72003"/>
                <a:gd name="connsiteX10" fmla="*/ 18593 w 45701"/>
                <a:gd name="connsiteY10" fmla="*/ 72004 h 72003"/>
                <a:gd name="connsiteX11" fmla="*/ 9509 w 45701"/>
                <a:gd name="connsiteY11" fmla="*/ 71248 h 72003"/>
                <a:gd name="connsiteX12" fmla="*/ 0 w 45701"/>
                <a:gd name="connsiteY12" fmla="*/ 68979 h 72003"/>
                <a:gd name="connsiteX13" fmla="*/ 0 w 45701"/>
                <a:gd name="connsiteY13" fmla="*/ 59373 h 72003"/>
                <a:gd name="connsiteX14" fmla="*/ 8800 w 45701"/>
                <a:gd name="connsiteY14" fmla="*/ 62827 h 72003"/>
                <a:gd name="connsiteX15" fmla="*/ 18404 w 45701"/>
                <a:gd name="connsiteY15" fmla="*/ 63961 h 72003"/>
                <a:gd name="connsiteX16" fmla="*/ 31367 w 45701"/>
                <a:gd name="connsiteY16" fmla="*/ 59659 h 72003"/>
                <a:gd name="connsiteX17" fmla="*/ 36145 w 45701"/>
                <a:gd name="connsiteY17" fmla="*/ 47973 h 72003"/>
                <a:gd name="connsiteX18" fmla="*/ 31367 w 45701"/>
                <a:gd name="connsiteY18" fmla="*/ 36287 h 72003"/>
                <a:gd name="connsiteX19" fmla="*/ 18404 w 45701"/>
                <a:gd name="connsiteY19" fmla="*/ 31982 h 72003"/>
                <a:gd name="connsiteX20" fmla="*/ 10739 w 45701"/>
                <a:gd name="connsiteY20" fmla="*/ 32834 h 72003"/>
                <a:gd name="connsiteX21" fmla="*/ 2981 w 45701"/>
                <a:gd name="connsiteY21" fmla="*/ 35483 h 72003"/>
                <a:gd name="connsiteX22" fmla="*/ 2981 w 45701"/>
                <a:gd name="connsiteY22" fmla="*/ 0 h 72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01" h="72003">
                  <a:moveTo>
                    <a:pt x="2981" y="0"/>
                  </a:moveTo>
                  <a:lnTo>
                    <a:pt x="40497" y="0"/>
                  </a:lnTo>
                  <a:lnTo>
                    <a:pt x="40497" y="8043"/>
                  </a:lnTo>
                  <a:lnTo>
                    <a:pt x="11733" y="8043"/>
                  </a:lnTo>
                  <a:lnTo>
                    <a:pt x="11733" y="25359"/>
                  </a:lnTo>
                  <a:cubicBezTo>
                    <a:pt x="13120" y="24886"/>
                    <a:pt x="14508" y="24538"/>
                    <a:pt x="15896" y="24317"/>
                  </a:cubicBezTo>
                  <a:cubicBezTo>
                    <a:pt x="17284" y="24065"/>
                    <a:pt x="18671" y="23939"/>
                    <a:pt x="20059" y="23939"/>
                  </a:cubicBezTo>
                  <a:cubicBezTo>
                    <a:pt x="27944" y="23939"/>
                    <a:pt x="34189" y="26100"/>
                    <a:pt x="38795" y="30421"/>
                  </a:cubicBezTo>
                  <a:cubicBezTo>
                    <a:pt x="43400" y="34742"/>
                    <a:pt x="45702" y="40592"/>
                    <a:pt x="45702" y="47973"/>
                  </a:cubicBezTo>
                  <a:cubicBezTo>
                    <a:pt x="45702" y="55572"/>
                    <a:pt x="43336" y="61488"/>
                    <a:pt x="38606" y="65719"/>
                  </a:cubicBezTo>
                  <a:cubicBezTo>
                    <a:pt x="33874" y="69909"/>
                    <a:pt x="27203" y="72004"/>
                    <a:pt x="18593" y="72004"/>
                  </a:cubicBezTo>
                  <a:cubicBezTo>
                    <a:pt x="15628" y="72004"/>
                    <a:pt x="12600" y="71748"/>
                    <a:pt x="9509" y="71248"/>
                  </a:cubicBezTo>
                  <a:cubicBezTo>
                    <a:pt x="6450" y="70747"/>
                    <a:pt x="3280" y="69991"/>
                    <a:pt x="0" y="68979"/>
                  </a:cubicBezTo>
                  <a:lnTo>
                    <a:pt x="0" y="59373"/>
                  </a:lnTo>
                  <a:cubicBezTo>
                    <a:pt x="2839" y="60916"/>
                    <a:pt x="5772" y="62071"/>
                    <a:pt x="8800" y="62827"/>
                  </a:cubicBezTo>
                  <a:cubicBezTo>
                    <a:pt x="11828" y="63583"/>
                    <a:pt x="15028" y="63961"/>
                    <a:pt x="18404" y="63961"/>
                  </a:cubicBezTo>
                  <a:cubicBezTo>
                    <a:pt x="23860" y="63961"/>
                    <a:pt x="28181" y="62531"/>
                    <a:pt x="31367" y="59659"/>
                  </a:cubicBezTo>
                  <a:cubicBezTo>
                    <a:pt x="34552" y="56788"/>
                    <a:pt x="36145" y="52894"/>
                    <a:pt x="36145" y="47973"/>
                  </a:cubicBezTo>
                  <a:cubicBezTo>
                    <a:pt x="36145" y="43052"/>
                    <a:pt x="34552" y="39158"/>
                    <a:pt x="31367" y="36287"/>
                  </a:cubicBezTo>
                  <a:cubicBezTo>
                    <a:pt x="28181" y="33416"/>
                    <a:pt x="23860" y="31982"/>
                    <a:pt x="18404" y="31982"/>
                  </a:cubicBezTo>
                  <a:cubicBezTo>
                    <a:pt x="15849" y="31982"/>
                    <a:pt x="13294" y="32266"/>
                    <a:pt x="10739" y="32834"/>
                  </a:cubicBezTo>
                  <a:cubicBezTo>
                    <a:pt x="8216" y="33401"/>
                    <a:pt x="5630" y="34284"/>
                    <a:pt x="2981" y="35483"/>
                  </a:cubicBezTo>
                  <a:lnTo>
                    <a:pt x="2981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58ACB084-FE5B-46A3-EEFE-FD493A572827}"/>
                </a:ext>
              </a:extLst>
            </p:cNvPr>
            <p:cNvSpPr/>
            <p:nvPr/>
          </p:nvSpPr>
          <p:spPr>
            <a:xfrm>
              <a:off x="2657776" y="4101407"/>
              <a:ext cx="48824" cy="73283"/>
            </a:xfrm>
            <a:custGeom>
              <a:avLst/>
              <a:gdLst>
                <a:gd name="connsiteX0" fmla="*/ 24412 w 48824"/>
                <a:gd name="connsiteY0" fmla="*/ 7569 h 73283"/>
                <a:gd name="connsiteX1" fmla="*/ 13294 w 48824"/>
                <a:gd name="connsiteY1" fmla="*/ 14856 h 73283"/>
                <a:gd name="connsiteX2" fmla="*/ 9604 w 48824"/>
                <a:gd name="connsiteY2" fmla="*/ 36665 h 73283"/>
                <a:gd name="connsiteX3" fmla="*/ 13294 w 48824"/>
                <a:gd name="connsiteY3" fmla="*/ 58476 h 73283"/>
                <a:gd name="connsiteX4" fmla="*/ 24412 w 48824"/>
                <a:gd name="connsiteY4" fmla="*/ 65714 h 73283"/>
                <a:gd name="connsiteX5" fmla="*/ 35530 w 48824"/>
                <a:gd name="connsiteY5" fmla="*/ 58476 h 73283"/>
                <a:gd name="connsiteX6" fmla="*/ 39268 w 48824"/>
                <a:gd name="connsiteY6" fmla="*/ 36665 h 73283"/>
                <a:gd name="connsiteX7" fmla="*/ 35530 w 48824"/>
                <a:gd name="connsiteY7" fmla="*/ 14856 h 73283"/>
                <a:gd name="connsiteX8" fmla="*/ 24412 w 48824"/>
                <a:gd name="connsiteY8" fmla="*/ 7569 h 73283"/>
                <a:gd name="connsiteX9" fmla="*/ 24412 w 48824"/>
                <a:gd name="connsiteY9" fmla="*/ 0 h 73283"/>
                <a:gd name="connsiteX10" fmla="*/ 42532 w 48824"/>
                <a:gd name="connsiteY10" fmla="*/ 9414 h 73283"/>
                <a:gd name="connsiteX11" fmla="*/ 48825 w 48824"/>
                <a:gd name="connsiteY11" fmla="*/ 36665 h 73283"/>
                <a:gd name="connsiteX12" fmla="*/ 42532 w 48824"/>
                <a:gd name="connsiteY12" fmla="*/ 63916 h 73283"/>
                <a:gd name="connsiteX13" fmla="*/ 24412 w 48824"/>
                <a:gd name="connsiteY13" fmla="*/ 73283 h 73283"/>
                <a:gd name="connsiteX14" fmla="*/ 6245 w 48824"/>
                <a:gd name="connsiteY14" fmla="*/ 63916 h 73283"/>
                <a:gd name="connsiteX15" fmla="*/ 0 w 48824"/>
                <a:gd name="connsiteY15" fmla="*/ 36665 h 73283"/>
                <a:gd name="connsiteX16" fmla="*/ 6245 w 48824"/>
                <a:gd name="connsiteY16" fmla="*/ 9414 h 73283"/>
                <a:gd name="connsiteX17" fmla="*/ 24412 w 48824"/>
                <a:gd name="connsiteY17" fmla="*/ 0 h 7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4" h="73283">
                  <a:moveTo>
                    <a:pt x="24412" y="7569"/>
                  </a:moveTo>
                  <a:cubicBezTo>
                    <a:pt x="19492" y="7569"/>
                    <a:pt x="15786" y="9998"/>
                    <a:pt x="13294" y="14856"/>
                  </a:cubicBezTo>
                  <a:cubicBezTo>
                    <a:pt x="10834" y="19681"/>
                    <a:pt x="9604" y="26951"/>
                    <a:pt x="9604" y="36665"/>
                  </a:cubicBezTo>
                  <a:cubicBezTo>
                    <a:pt x="9604" y="46348"/>
                    <a:pt x="10834" y="53619"/>
                    <a:pt x="13294" y="58476"/>
                  </a:cubicBezTo>
                  <a:cubicBezTo>
                    <a:pt x="15786" y="63301"/>
                    <a:pt x="19492" y="65714"/>
                    <a:pt x="24412" y="65714"/>
                  </a:cubicBezTo>
                  <a:cubicBezTo>
                    <a:pt x="29364" y="65714"/>
                    <a:pt x="33070" y="63301"/>
                    <a:pt x="35530" y="58476"/>
                  </a:cubicBezTo>
                  <a:cubicBezTo>
                    <a:pt x="38022" y="53619"/>
                    <a:pt x="39268" y="46348"/>
                    <a:pt x="39268" y="36665"/>
                  </a:cubicBezTo>
                  <a:cubicBezTo>
                    <a:pt x="39268" y="26951"/>
                    <a:pt x="38022" y="19681"/>
                    <a:pt x="35530" y="14856"/>
                  </a:cubicBezTo>
                  <a:cubicBezTo>
                    <a:pt x="33070" y="9998"/>
                    <a:pt x="29364" y="7569"/>
                    <a:pt x="24412" y="7569"/>
                  </a:cubicBezTo>
                  <a:moveTo>
                    <a:pt x="24412" y="0"/>
                  </a:moveTo>
                  <a:cubicBezTo>
                    <a:pt x="32329" y="0"/>
                    <a:pt x="38369" y="3138"/>
                    <a:pt x="42532" y="9414"/>
                  </a:cubicBezTo>
                  <a:cubicBezTo>
                    <a:pt x="46727" y="15659"/>
                    <a:pt x="48825" y="24743"/>
                    <a:pt x="48825" y="36665"/>
                  </a:cubicBezTo>
                  <a:cubicBezTo>
                    <a:pt x="48825" y="48556"/>
                    <a:pt x="46727" y="57640"/>
                    <a:pt x="42532" y="63916"/>
                  </a:cubicBezTo>
                  <a:cubicBezTo>
                    <a:pt x="38369" y="70161"/>
                    <a:pt x="32329" y="73283"/>
                    <a:pt x="24412" y="73283"/>
                  </a:cubicBezTo>
                  <a:cubicBezTo>
                    <a:pt x="16496" y="73283"/>
                    <a:pt x="10440" y="70161"/>
                    <a:pt x="6245" y="63916"/>
                  </a:cubicBezTo>
                  <a:cubicBezTo>
                    <a:pt x="2082" y="57640"/>
                    <a:pt x="0" y="48556"/>
                    <a:pt x="0" y="36665"/>
                  </a:cubicBezTo>
                  <a:cubicBezTo>
                    <a:pt x="0" y="24743"/>
                    <a:pt x="2082" y="15659"/>
                    <a:pt x="6245" y="9414"/>
                  </a:cubicBezTo>
                  <a:cubicBezTo>
                    <a:pt x="10440" y="3138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A9C17B1C-6319-FCF3-C956-3DECE9E1890E}"/>
                </a:ext>
              </a:extLst>
            </p:cNvPr>
            <p:cNvSpPr/>
            <p:nvPr/>
          </p:nvSpPr>
          <p:spPr>
            <a:xfrm>
              <a:off x="2723395" y="4161301"/>
              <a:ext cx="9982" cy="12017"/>
            </a:xfrm>
            <a:custGeom>
              <a:avLst/>
              <a:gdLst>
                <a:gd name="connsiteX0" fmla="*/ 0 w 9982"/>
                <a:gd name="connsiteY0" fmla="*/ 0 h 12017"/>
                <a:gd name="connsiteX1" fmla="*/ 9982 w 9982"/>
                <a:gd name="connsiteY1" fmla="*/ 0 h 12017"/>
                <a:gd name="connsiteX2" fmla="*/ 9982 w 9982"/>
                <a:gd name="connsiteY2" fmla="*/ 12018 h 12017"/>
                <a:gd name="connsiteX3" fmla="*/ 0 w 9982"/>
                <a:gd name="connsiteY3" fmla="*/ 12018 h 12017"/>
                <a:gd name="connsiteX4" fmla="*/ 0 w 9982"/>
                <a:gd name="connsiteY4" fmla="*/ 0 h 12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2017">
                  <a:moveTo>
                    <a:pt x="0" y="0"/>
                  </a:moveTo>
                  <a:lnTo>
                    <a:pt x="9982" y="0"/>
                  </a:lnTo>
                  <a:lnTo>
                    <a:pt x="9982" y="12018"/>
                  </a:lnTo>
                  <a:lnTo>
                    <a:pt x="0" y="12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5F0EE1CF-299E-2A57-8F42-1DF73D2D7A4E}"/>
                </a:ext>
              </a:extLst>
            </p:cNvPr>
            <p:cNvSpPr/>
            <p:nvPr/>
          </p:nvSpPr>
          <p:spPr>
            <a:xfrm>
              <a:off x="2754478" y="4102685"/>
              <a:ext cx="42058" cy="70634"/>
            </a:xfrm>
            <a:custGeom>
              <a:avLst/>
              <a:gdLst>
                <a:gd name="connsiteX0" fmla="*/ 1372 w 42058"/>
                <a:gd name="connsiteY0" fmla="*/ 62591 h 70634"/>
                <a:gd name="connsiteX1" fmla="*/ 16985 w 42058"/>
                <a:gd name="connsiteY1" fmla="*/ 62591 h 70634"/>
                <a:gd name="connsiteX2" fmla="*/ 16985 w 42058"/>
                <a:gd name="connsiteY2" fmla="*/ 8705 h 70634"/>
                <a:gd name="connsiteX3" fmla="*/ 0 w 42058"/>
                <a:gd name="connsiteY3" fmla="*/ 12111 h 70634"/>
                <a:gd name="connsiteX4" fmla="*/ 0 w 42058"/>
                <a:gd name="connsiteY4" fmla="*/ 3406 h 70634"/>
                <a:gd name="connsiteX5" fmla="*/ 16890 w 42058"/>
                <a:gd name="connsiteY5" fmla="*/ 0 h 70634"/>
                <a:gd name="connsiteX6" fmla="*/ 26447 w 42058"/>
                <a:gd name="connsiteY6" fmla="*/ 0 h 70634"/>
                <a:gd name="connsiteX7" fmla="*/ 26447 w 42058"/>
                <a:gd name="connsiteY7" fmla="*/ 62591 h 70634"/>
                <a:gd name="connsiteX8" fmla="*/ 42059 w 42058"/>
                <a:gd name="connsiteY8" fmla="*/ 62591 h 70634"/>
                <a:gd name="connsiteX9" fmla="*/ 42059 w 42058"/>
                <a:gd name="connsiteY9" fmla="*/ 70634 h 70634"/>
                <a:gd name="connsiteX10" fmla="*/ 1372 w 42058"/>
                <a:gd name="connsiteY10" fmla="*/ 70634 h 70634"/>
                <a:gd name="connsiteX11" fmla="*/ 1372 w 42058"/>
                <a:gd name="connsiteY11" fmla="*/ 62591 h 7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058" h="70634">
                  <a:moveTo>
                    <a:pt x="1372" y="62591"/>
                  </a:moveTo>
                  <a:lnTo>
                    <a:pt x="16985" y="62591"/>
                  </a:lnTo>
                  <a:lnTo>
                    <a:pt x="16985" y="8705"/>
                  </a:lnTo>
                  <a:lnTo>
                    <a:pt x="0" y="12111"/>
                  </a:lnTo>
                  <a:lnTo>
                    <a:pt x="0" y="3406"/>
                  </a:lnTo>
                  <a:lnTo>
                    <a:pt x="16890" y="0"/>
                  </a:lnTo>
                  <a:lnTo>
                    <a:pt x="26447" y="0"/>
                  </a:lnTo>
                  <a:lnTo>
                    <a:pt x="26447" y="62591"/>
                  </a:lnTo>
                  <a:lnTo>
                    <a:pt x="42059" y="62591"/>
                  </a:lnTo>
                  <a:lnTo>
                    <a:pt x="42059" y="70634"/>
                  </a:lnTo>
                  <a:lnTo>
                    <a:pt x="1372" y="70634"/>
                  </a:lnTo>
                  <a:lnTo>
                    <a:pt x="1372" y="62591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C6D0CE82-5119-B776-B380-BF8FAE7F6B2A}"/>
                </a:ext>
              </a:extLst>
            </p:cNvPr>
            <p:cNvSpPr/>
            <p:nvPr/>
          </p:nvSpPr>
          <p:spPr>
            <a:xfrm>
              <a:off x="2811865" y="4101407"/>
              <a:ext cx="48824" cy="73283"/>
            </a:xfrm>
            <a:custGeom>
              <a:avLst/>
              <a:gdLst>
                <a:gd name="connsiteX0" fmla="*/ 24412 w 48824"/>
                <a:gd name="connsiteY0" fmla="*/ 7569 h 73283"/>
                <a:gd name="connsiteX1" fmla="*/ 13295 w 48824"/>
                <a:gd name="connsiteY1" fmla="*/ 14856 h 73283"/>
                <a:gd name="connsiteX2" fmla="*/ 9604 w 48824"/>
                <a:gd name="connsiteY2" fmla="*/ 36665 h 73283"/>
                <a:gd name="connsiteX3" fmla="*/ 13295 w 48824"/>
                <a:gd name="connsiteY3" fmla="*/ 58476 h 73283"/>
                <a:gd name="connsiteX4" fmla="*/ 24412 w 48824"/>
                <a:gd name="connsiteY4" fmla="*/ 65714 h 73283"/>
                <a:gd name="connsiteX5" fmla="*/ 35531 w 48824"/>
                <a:gd name="connsiteY5" fmla="*/ 58476 h 73283"/>
                <a:gd name="connsiteX6" fmla="*/ 39268 w 48824"/>
                <a:gd name="connsiteY6" fmla="*/ 36665 h 73283"/>
                <a:gd name="connsiteX7" fmla="*/ 35531 w 48824"/>
                <a:gd name="connsiteY7" fmla="*/ 14856 h 73283"/>
                <a:gd name="connsiteX8" fmla="*/ 24412 w 48824"/>
                <a:gd name="connsiteY8" fmla="*/ 7569 h 73283"/>
                <a:gd name="connsiteX9" fmla="*/ 24412 w 48824"/>
                <a:gd name="connsiteY9" fmla="*/ 0 h 73283"/>
                <a:gd name="connsiteX10" fmla="*/ 42533 w 48824"/>
                <a:gd name="connsiteY10" fmla="*/ 9414 h 73283"/>
                <a:gd name="connsiteX11" fmla="*/ 48825 w 48824"/>
                <a:gd name="connsiteY11" fmla="*/ 36665 h 73283"/>
                <a:gd name="connsiteX12" fmla="*/ 42533 w 48824"/>
                <a:gd name="connsiteY12" fmla="*/ 63916 h 73283"/>
                <a:gd name="connsiteX13" fmla="*/ 24412 w 48824"/>
                <a:gd name="connsiteY13" fmla="*/ 73283 h 73283"/>
                <a:gd name="connsiteX14" fmla="*/ 6245 w 48824"/>
                <a:gd name="connsiteY14" fmla="*/ 63916 h 73283"/>
                <a:gd name="connsiteX15" fmla="*/ 0 w 48824"/>
                <a:gd name="connsiteY15" fmla="*/ 36665 h 73283"/>
                <a:gd name="connsiteX16" fmla="*/ 6245 w 48824"/>
                <a:gd name="connsiteY16" fmla="*/ 9414 h 73283"/>
                <a:gd name="connsiteX17" fmla="*/ 24412 w 48824"/>
                <a:gd name="connsiteY17" fmla="*/ 0 h 7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4" h="73283">
                  <a:moveTo>
                    <a:pt x="24412" y="7569"/>
                  </a:moveTo>
                  <a:cubicBezTo>
                    <a:pt x="19492" y="7569"/>
                    <a:pt x="15786" y="9998"/>
                    <a:pt x="13295" y="14856"/>
                  </a:cubicBezTo>
                  <a:cubicBezTo>
                    <a:pt x="10834" y="19681"/>
                    <a:pt x="9604" y="26951"/>
                    <a:pt x="9604" y="36665"/>
                  </a:cubicBezTo>
                  <a:cubicBezTo>
                    <a:pt x="9604" y="46348"/>
                    <a:pt x="10834" y="53619"/>
                    <a:pt x="13295" y="58476"/>
                  </a:cubicBezTo>
                  <a:cubicBezTo>
                    <a:pt x="15786" y="63301"/>
                    <a:pt x="19492" y="65714"/>
                    <a:pt x="24412" y="65714"/>
                  </a:cubicBezTo>
                  <a:cubicBezTo>
                    <a:pt x="29365" y="65714"/>
                    <a:pt x="33071" y="63301"/>
                    <a:pt x="35531" y="58476"/>
                  </a:cubicBezTo>
                  <a:cubicBezTo>
                    <a:pt x="38022" y="53619"/>
                    <a:pt x="39268" y="46348"/>
                    <a:pt x="39268" y="36665"/>
                  </a:cubicBezTo>
                  <a:cubicBezTo>
                    <a:pt x="39268" y="26951"/>
                    <a:pt x="38022" y="19681"/>
                    <a:pt x="35531" y="14856"/>
                  </a:cubicBezTo>
                  <a:cubicBezTo>
                    <a:pt x="33071" y="9998"/>
                    <a:pt x="29365" y="7569"/>
                    <a:pt x="24412" y="7569"/>
                  </a:cubicBezTo>
                  <a:moveTo>
                    <a:pt x="24412" y="0"/>
                  </a:moveTo>
                  <a:cubicBezTo>
                    <a:pt x="32329" y="0"/>
                    <a:pt x="38369" y="3138"/>
                    <a:pt x="42533" y="9414"/>
                  </a:cubicBezTo>
                  <a:cubicBezTo>
                    <a:pt x="46728" y="15659"/>
                    <a:pt x="48825" y="24743"/>
                    <a:pt x="48825" y="36665"/>
                  </a:cubicBezTo>
                  <a:cubicBezTo>
                    <a:pt x="48825" y="48556"/>
                    <a:pt x="46728" y="57640"/>
                    <a:pt x="42533" y="63916"/>
                  </a:cubicBezTo>
                  <a:cubicBezTo>
                    <a:pt x="38369" y="70161"/>
                    <a:pt x="32329" y="73283"/>
                    <a:pt x="24412" y="73283"/>
                  </a:cubicBezTo>
                  <a:cubicBezTo>
                    <a:pt x="16496" y="73283"/>
                    <a:pt x="10440" y="70161"/>
                    <a:pt x="6245" y="63916"/>
                  </a:cubicBezTo>
                  <a:cubicBezTo>
                    <a:pt x="2082" y="57640"/>
                    <a:pt x="0" y="48556"/>
                    <a:pt x="0" y="36665"/>
                  </a:cubicBezTo>
                  <a:cubicBezTo>
                    <a:pt x="0" y="24743"/>
                    <a:pt x="2082" y="15659"/>
                    <a:pt x="6245" y="9414"/>
                  </a:cubicBezTo>
                  <a:cubicBezTo>
                    <a:pt x="10440" y="3138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5C3D2859-CD84-099B-6885-E2859AC1E0FC}"/>
                </a:ext>
              </a:extLst>
            </p:cNvPr>
            <p:cNvSpPr/>
            <p:nvPr/>
          </p:nvSpPr>
          <p:spPr>
            <a:xfrm>
              <a:off x="2659810" y="3722115"/>
              <a:ext cx="48823" cy="73284"/>
            </a:xfrm>
            <a:custGeom>
              <a:avLst/>
              <a:gdLst>
                <a:gd name="connsiteX0" fmla="*/ 24412 w 48823"/>
                <a:gd name="connsiteY0" fmla="*/ 7569 h 73284"/>
                <a:gd name="connsiteX1" fmla="*/ 13294 w 48823"/>
                <a:gd name="connsiteY1" fmla="*/ 14856 h 73284"/>
                <a:gd name="connsiteX2" fmla="*/ 9604 w 48823"/>
                <a:gd name="connsiteY2" fmla="*/ 36665 h 73284"/>
                <a:gd name="connsiteX3" fmla="*/ 13294 w 48823"/>
                <a:gd name="connsiteY3" fmla="*/ 58476 h 73284"/>
                <a:gd name="connsiteX4" fmla="*/ 24412 w 48823"/>
                <a:gd name="connsiteY4" fmla="*/ 65714 h 73284"/>
                <a:gd name="connsiteX5" fmla="*/ 35530 w 48823"/>
                <a:gd name="connsiteY5" fmla="*/ 58476 h 73284"/>
                <a:gd name="connsiteX6" fmla="*/ 39268 w 48823"/>
                <a:gd name="connsiteY6" fmla="*/ 36665 h 73284"/>
                <a:gd name="connsiteX7" fmla="*/ 35530 w 48823"/>
                <a:gd name="connsiteY7" fmla="*/ 14856 h 73284"/>
                <a:gd name="connsiteX8" fmla="*/ 24412 w 48823"/>
                <a:gd name="connsiteY8" fmla="*/ 7569 h 73284"/>
                <a:gd name="connsiteX9" fmla="*/ 24412 w 48823"/>
                <a:gd name="connsiteY9" fmla="*/ 0 h 73284"/>
                <a:gd name="connsiteX10" fmla="*/ 42532 w 48823"/>
                <a:gd name="connsiteY10" fmla="*/ 9415 h 73284"/>
                <a:gd name="connsiteX11" fmla="*/ 48824 w 48823"/>
                <a:gd name="connsiteY11" fmla="*/ 36665 h 73284"/>
                <a:gd name="connsiteX12" fmla="*/ 42532 w 48823"/>
                <a:gd name="connsiteY12" fmla="*/ 63916 h 73284"/>
                <a:gd name="connsiteX13" fmla="*/ 24412 w 48823"/>
                <a:gd name="connsiteY13" fmla="*/ 73284 h 73284"/>
                <a:gd name="connsiteX14" fmla="*/ 6245 w 48823"/>
                <a:gd name="connsiteY14" fmla="*/ 63916 h 73284"/>
                <a:gd name="connsiteX15" fmla="*/ 0 w 48823"/>
                <a:gd name="connsiteY15" fmla="*/ 36665 h 73284"/>
                <a:gd name="connsiteX16" fmla="*/ 6245 w 48823"/>
                <a:gd name="connsiteY16" fmla="*/ 9415 h 73284"/>
                <a:gd name="connsiteX17" fmla="*/ 24412 w 48823"/>
                <a:gd name="connsiteY17" fmla="*/ 0 h 7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823" h="73284">
                  <a:moveTo>
                    <a:pt x="24412" y="7569"/>
                  </a:moveTo>
                  <a:cubicBezTo>
                    <a:pt x="19492" y="7569"/>
                    <a:pt x="15785" y="9998"/>
                    <a:pt x="13294" y="14856"/>
                  </a:cubicBezTo>
                  <a:cubicBezTo>
                    <a:pt x="10834" y="19681"/>
                    <a:pt x="9604" y="26951"/>
                    <a:pt x="9604" y="36665"/>
                  </a:cubicBezTo>
                  <a:cubicBezTo>
                    <a:pt x="9604" y="46348"/>
                    <a:pt x="10834" y="53619"/>
                    <a:pt x="13294" y="58476"/>
                  </a:cubicBezTo>
                  <a:cubicBezTo>
                    <a:pt x="15785" y="63301"/>
                    <a:pt x="19492" y="65714"/>
                    <a:pt x="24412" y="65714"/>
                  </a:cubicBezTo>
                  <a:cubicBezTo>
                    <a:pt x="29364" y="65714"/>
                    <a:pt x="33070" y="63301"/>
                    <a:pt x="35530" y="58476"/>
                  </a:cubicBezTo>
                  <a:cubicBezTo>
                    <a:pt x="38022" y="53619"/>
                    <a:pt x="39268" y="46348"/>
                    <a:pt x="39268" y="36665"/>
                  </a:cubicBezTo>
                  <a:cubicBezTo>
                    <a:pt x="39268" y="26951"/>
                    <a:pt x="38022" y="19681"/>
                    <a:pt x="35530" y="14856"/>
                  </a:cubicBezTo>
                  <a:cubicBezTo>
                    <a:pt x="33070" y="9998"/>
                    <a:pt x="29364" y="7569"/>
                    <a:pt x="24412" y="7569"/>
                  </a:cubicBezTo>
                  <a:moveTo>
                    <a:pt x="24412" y="0"/>
                  </a:moveTo>
                  <a:cubicBezTo>
                    <a:pt x="32329" y="0"/>
                    <a:pt x="38369" y="3138"/>
                    <a:pt x="42532" y="9415"/>
                  </a:cubicBezTo>
                  <a:cubicBezTo>
                    <a:pt x="46727" y="15660"/>
                    <a:pt x="48824" y="24742"/>
                    <a:pt x="48824" y="36665"/>
                  </a:cubicBezTo>
                  <a:cubicBezTo>
                    <a:pt x="48824" y="48556"/>
                    <a:pt x="46727" y="57640"/>
                    <a:pt x="42532" y="63916"/>
                  </a:cubicBezTo>
                  <a:cubicBezTo>
                    <a:pt x="38369" y="70161"/>
                    <a:pt x="32329" y="73284"/>
                    <a:pt x="24412" y="73284"/>
                  </a:cubicBezTo>
                  <a:cubicBezTo>
                    <a:pt x="16496" y="73284"/>
                    <a:pt x="10440" y="70161"/>
                    <a:pt x="6245" y="63916"/>
                  </a:cubicBezTo>
                  <a:cubicBezTo>
                    <a:pt x="2082" y="57640"/>
                    <a:pt x="0" y="48556"/>
                    <a:pt x="0" y="36665"/>
                  </a:cubicBezTo>
                  <a:cubicBezTo>
                    <a:pt x="0" y="24742"/>
                    <a:pt x="2082" y="15660"/>
                    <a:pt x="6245" y="9415"/>
                  </a:cubicBezTo>
                  <a:cubicBezTo>
                    <a:pt x="10440" y="3138"/>
                    <a:pt x="16496" y="0"/>
                    <a:pt x="24412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C5715370-0980-165E-6A04-BA7FD3D6CEEE}"/>
                </a:ext>
              </a:extLst>
            </p:cNvPr>
            <p:cNvSpPr/>
            <p:nvPr/>
          </p:nvSpPr>
          <p:spPr>
            <a:xfrm>
              <a:off x="2725430" y="3782010"/>
              <a:ext cx="9982" cy="12016"/>
            </a:xfrm>
            <a:custGeom>
              <a:avLst/>
              <a:gdLst>
                <a:gd name="connsiteX0" fmla="*/ 0 w 9982"/>
                <a:gd name="connsiteY0" fmla="*/ 0 h 12016"/>
                <a:gd name="connsiteX1" fmla="*/ 9982 w 9982"/>
                <a:gd name="connsiteY1" fmla="*/ 0 h 12016"/>
                <a:gd name="connsiteX2" fmla="*/ 9982 w 9982"/>
                <a:gd name="connsiteY2" fmla="*/ 12017 h 12016"/>
                <a:gd name="connsiteX3" fmla="*/ 0 w 9982"/>
                <a:gd name="connsiteY3" fmla="*/ 12017 h 12016"/>
                <a:gd name="connsiteX4" fmla="*/ 0 w 9982"/>
                <a:gd name="connsiteY4" fmla="*/ 0 h 120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2" h="12016">
                  <a:moveTo>
                    <a:pt x="0" y="0"/>
                  </a:moveTo>
                  <a:lnTo>
                    <a:pt x="9982" y="0"/>
                  </a:lnTo>
                  <a:lnTo>
                    <a:pt x="9982" y="12017"/>
                  </a:lnTo>
                  <a:lnTo>
                    <a:pt x="0" y="120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624E6C38-2DB8-80B3-CBD8-D69F2C4775CD}"/>
                </a:ext>
              </a:extLst>
            </p:cNvPr>
            <p:cNvSpPr/>
            <p:nvPr/>
          </p:nvSpPr>
          <p:spPr>
            <a:xfrm>
              <a:off x="2756513" y="3723392"/>
              <a:ext cx="42058" cy="70634"/>
            </a:xfrm>
            <a:custGeom>
              <a:avLst/>
              <a:gdLst>
                <a:gd name="connsiteX0" fmla="*/ 1372 w 42058"/>
                <a:gd name="connsiteY0" fmla="*/ 62592 h 70634"/>
                <a:gd name="connsiteX1" fmla="*/ 16984 w 42058"/>
                <a:gd name="connsiteY1" fmla="*/ 62592 h 70634"/>
                <a:gd name="connsiteX2" fmla="*/ 16984 w 42058"/>
                <a:gd name="connsiteY2" fmla="*/ 8705 h 70634"/>
                <a:gd name="connsiteX3" fmla="*/ 0 w 42058"/>
                <a:gd name="connsiteY3" fmla="*/ 12112 h 70634"/>
                <a:gd name="connsiteX4" fmla="*/ 0 w 42058"/>
                <a:gd name="connsiteY4" fmla="*/ 3406 h 70634"/>
                <a:gd name="connsiteX5" fmla="*/ 16890 w 42058"/>
                <a:gd name="connsiteY5" fmla="*/ 0 h 70634"/>
                <a:gd name="connsiteX6" fmla="*/ 26447 w 42058"/>
                <a:gd name="connsiteY6" fmla="*/ 0 h 70634"/>
                <a:gd name="connsiteX7" fmla="*/ 26447 w 42058"/>
                <a:gd name="connsiteY7" fmla="*/ 62592 h 70634"/>
                <a:gd name="connsiteX8" fmla="*/ 42059 w 42058"/>
                <a:gd name="connsiteY8" fmla="*/ 62592 h 70634"/>
                <a:gd name="connsiteX9" fmla="*/ 42059 w 42058"/>
                <a:gd name="connsiteY9" fmla="*/ 70634 h 70634"/>
                <a:gd name="connsiteX10" fmla="*/ 1372 w 42058"/>
                <a:gd name="connsiteY10" fmla="*/ 70634 h 70634"/>
                <a:gd name="connsiteX11" fmla="*/ 1372 w 42058"/>
                <a:gd name="connsiteY11" fmla="*/ 62592 h 70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058" h="70634">
                  <a:moveTo>
                    <a:pt x="1372" y="62592"/>
                  </a:moveTo>
                  <a:lnTo>
                    <a:pt x="16984" y="62592"/>
                  </a:lnTo>
                  <a:lnTo>
                    <a:pt x="16984" y="8705"/>
                  </a:lnTo>
                  <a:lnTo>
                    <a:pt x="0" y="12112"/>
                  </a:lnTo>
                  <a:lnTo>
                    <a:pt x="0" y="3406"/>
                  </a:lnTo>
                  <a:lnTo>
                    <a:pt x="16890" y="0"/>
                  </a:lnTo>
                  <a:lnTo>
                    <a:pt x="26447" y="0"/>
                  </a:lnTo>
                  <a:lnTo>
                    <a:pt x="26447" y="62592"/>
                  </a:lnTo>
                  <a:lnTo>
                    <a:pt x="42059" y="62592"/>
                  </a:lnTo>
                  <a:lnTo>
                    <a:pt x="42059" y="70634"/>
                  </a:lnTo>
                  <a:lnTo>
                    <a:pt x="1372" y="70634"/>
                  </a:lnTo>
                  <a:lnTo>
                    <a:pt x="1372" y="62592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124DE40E-AB5D-1426-EE7B-418A7FB7A0B4}"/>
                </a:ext>
              </a:extLst>
            </p:cNvPr>
            <p:cNvSpPr/>
            <p:nvPr/>
          </p:nvSpPr>
          <p:spPr>
            <a:xfrm>
              <a:off x="2814988" y="3723392"/>
              <a:ext cx="45701" cy="72006"/>
            </a:xfrm>
            <a:custGeom>
              <a:avLst/>
              <a:gdLst>
                <a:gd name="connsiteX0" fmla="*/ 2981 w 45701"/>
                <a:gd name="connsiteY0" fmla="*/ 0 h 72006"/>
                <a:gd name="connsiteX1" fmla="*/ 40497 w 45701"/>
                <a:gd name="connsiteY1" fmla="*/ 0 h 72006"/>
                <a:gd name="connsiteX2" fmla="*/ 40497 w 45701"/>
                <a:gd name="connsiteY2" fmla="*/ 8042 h 72006"/>
                <a:gd name="connsiteX3" fmla="*/ 11733 w 45701"/>
                <a:gd name="connsiteY3" fmla="*/ 8042 h 72006"/>
                <a:gd name="connsiteX4" fmla="*/ 11733 w 45701"/>
                <a:gd name="connsiteY4" fmla="*/ 25359 h 72006"/>
                <a:gd name="connsiteX5" fmla="*/ 15896 w 45701"/>
                <a:gd name="connsiteY5" fmla="*/ 24317 h 72006"/>
                <a:gd name="connsiteX6" fmla="*/ 20059 w 45701"/>
                <a:gd name="connsiteY6" fmla="*/ 23939 h 72006"/>
                <a:gd name="connsiteX7" fmla="*/ 38795 w 45701"/>
                <a:gd name="connsiteY7" fmla="*/ 30420 h 72006"/>
                <a:gd name="connsiteX8" fmla="*/ 45702 w 45701"/>
                <a:gd name="connsiteY8" fmla="*/ 47973 h 72006"/>
                <a:gd name="connsiteX9" fmla="*/ 38606 w 45701"/>
                <a:gd name="connsiteY9" fmla="*/ 65714 h 72006"/>
                <a:gd name="connsiteX10" fmla="*/ 18593 w 45701"/>
                <a:gd name="connsiteY10" fmla="*/ 72007 h 72006"/>
                <a:gd name="connsiteX11" fmla="*/ 9509 w 45701"/>
                <a:gd name="connsiteY11" fmla="*/ 71250 h 72006"/>
                <a:gd name="connsiteX12" fmla="*/ 0 w 45701"/>
                <a:gd name="connsiteY12" fmla="*/ 68979 h 72006"/>
                <a:gd name="connsiteX13" fmla="*/ 0 w 45701"/>
                <a:gd name="connsiteY13" fmla="*/ 59374 h 72006"/>
                <a:gd name="connsiteX14" fmla="*/ 8800 w 45701"/>
                <a:gd name="connsiteY14" fmla="*/ 62828 h 72006"/>
                <a:gd name="connsiteX15" fmla="*/ 18404 w 45701"/>
                <a:gd name="connsiteY15" fmla="*/ 63963 h 72006"/>
                <a:gd name="connsiteX16" fmla="*/ 31367 w 45701"/>
                <a:gd name="connsiteY16" fmla="*/ 59658 h 72006"/>
                <a:gd name="connsiteX17" fmla="*/ 36145 w 45701"/>
                <a:gd name="connsiteY17" fmla="*/ 47973 h 72006"/>
                <a:gd name="connsiteX18" fmla="*/ 31367 w 45701"/>
                <a:gd name="connsiteY18" fmla="*/ 36287 h 72006"/>
                <a:gd name="connsiteX19" fmla="*/ 18404 w 45701"/>
                <a:gd name="connsiteY19" fmla="*/ 31982 h 72006"/>
                <a:gd name="connsiteX20" fmla="*/ 10739 w 45701"/>
                <a:gd name="connsiteY20" fmla="*/ 32833 h 72006"/>
                <a:gd name="connsiteX21" fmla="*/ 2981 w 45701"/>
                <a:gd name="connsiteY21" fmla="*/ 35483 h 72006"/>
                <a:gd name="connsiteX22" fmla="*/ 2981 w 45701"/>
                <a:gd name="connsiteY22" fmla="*/ 0 h 72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5701" h="72006">
                  <a:moveTo>
                    <a:pt x="2981" y="0"/>
                  </a:moveTo>
                  <a:lnTo>
                    <a:pt x="40497" y="0"/>
                  </a:lnTo>
                  <a:lnTo>
                    <a:pt x="40497" y="8042"/>
                  </a:lnTo>
                  <a:lnTo>
                    <a:pt x="11733" y="8042"/>
                  </a:lnTo>
                  <a:lnTo>
                    <a:pt x="11733" y="25359"/>
                  </a:lnTo>
                  <a:cubicBezTo>
                    <a:pt x="13120" y="24886"/>
                    <a:pt x="14508" y="24538"/>
                    <a:pt x="15896" y="24317"/>
                  </a:cubicBezTo>
                  <a:cubicBezTo>
                    <a:pt x="17284" y="24065"/>
                    <a:pt x="18671" y="23939"/>
                    <a:pt x="20059" y="23939"/>
                  </a:cubicBezTo>
                  <a:cubicBezTo>
                    <a:pt x="27944" y="23939"/>
                    <a:pt x="34189" y="26100"/>
                    <a:pt x="38795" y="30420"/>
                  </a:cubicBezTo>
                  <a:cubicBezTo>
                    <a:pt x="43400" y="34742"/>
                    <a:pt x="45702" y="40592"/>
                    <a:pt x="45702" y="47973"/>
                  </a:cubicBezTo>
                  <a:cubicBezTo>
                    <a:pt x="45702" y="55574"/>
                    <a:pt x="43336" y="61487"/>
                    <a:pt x="38606" y="65714"/>
                  </a:cubicBezTo>
                  <a:cubicBezTo>
                    <a:pt x="33874" y="69909"/>
                    <a:pt x="27203" y="72007"/>
                    <a:pt x="18593" y="72007"/>
                  </a:cubicBezTo>
                  <a:cubicBezTo>
                    <a:pt x="15628" y="72007"/>
                    <a:pt x="12600" y="71754"/>
                    <a:pt x="9509" y="71250"/>
                  </a:cubicBezTo>
                  <a:cubicBezTo>
                    <a:pt x="6450" y="70745"/>
                    <a:pt x="3280" y="69988"/>
                    <a:pt x="0" y="68979"/>
                  </a:cubicBezTo>
                  <a:lnTo>
                    <a:pt x="0" y="59374"/>
                  </a:lnTo>
                  <a:cubicBezTo>
                    <a:pt x="2839" y="60920"/>
                    <a:pt x="5772" y="62071"/>
                    <a:pt x="8800" y="62828"/>
                  </a:cubicBezTo>
                  <a:cubicBezTo>
                    <a:pt x="11828" y="63585"/>
                    <a:pt x="15028" y="63963"/>
                    <a:pt x="18404" y="63963"/>
                  </a:cubicBezTo>
                  <a:cubicBezTo>
                    <a:pt x="23860" y="63963"/>
                    <a:pt x="28181" y="62529"/>
                    <a:pt x="31367" y="59658"/>
                  </a:cubicBezTo>
                  <a:cubicBezTo>
                    <a:pt x="34552" y="56788"/>
                    <a:pt x="36145" y="52893"/>
                    <a:pt x="36145" y="47973"/>
                  </a:cubicBezTo>
                  <a:cubicBezTo>
                    <a:pt x="36145" y="43052"/>
                    <a:pt x="34552" y="39158"/>
                    <a:pt x="31367" y="36287"/>
                  </a:cubicBezTo>
                  <a:cubicBezTo>
                    <a:pt x="28181" y="33416"/>
                    <a:pt x="23860" y="31982"/>
                    <a:pt x="18404" y="31982"/>
                  </a:cubicBezTo>
                  <a:cubicBezTo>
                    <a:pt x="15849" y="31982"/>
                    <a:pt x="13294" y="32266"/>
                    <a:pt x="10739" y="32833"/>
                  </a:cubicBezTo>
                  <a:cubicBezTo>
                    <a:pt x="8216" y="33401"/>
                    <a:pt x="5630" y="34284"/>
                    <a:pt x="2981" y="35483"/>
                  </a:cubicBezTo>
                  <a:lnTo>
                    <a:pt x="2981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B988056D-DE7C-ED0D-97E8-029E28CAEF0E}"/>
                </a:ext>
              </a:extLst>
            </p:cNvPr>
            <p:cNvSpPr/>
            <p:nvPr/>
          </p:nvSpPr>
          <p:spPr>
            <a:xfrm>
              <a:off x="2517684" y="4455571"/>
              <a:ext cx="79463" cy="45666"/>
            </a:xfrm>
            <a:custGeom>
              <a:avLst/>
              <a:gdLst>
                <a:gd name="connsiteX0" fmla="*/ 0 w 79463"/>
                <a:gd name="connsiteY0" fmla="*/ 45666 h 45666"/>
                <a:gd name="connsiteX1" fmla="*/ 0 w 79463"/>
                <a:gd name="connsiteY1" fmla="*/ 0 h 45666"/>
                <a:gd name="connsiteX2" fmla="*/ 9048 w 79463"/>
                <a:gd name="connsiteY2" fmla="*/ 0 h 45666"/>
                <a:gd name="connsiteX3" fmla="*/ 9048 w 79463"/>
                <a:gd name="connsiteY3" fmla="*/ 34916 h 45666"/>
                <a:gd name="connsiteX4" fmla="*/ 32467 w 79463"/>
                <a:gd name="connsiteY4" fmla="*/ 34916 h 45666"/>
                <a:gd name="connsiteX5" fmla="*/ 32467 w 79463"/>
                <a:gd name="connsiteY5" fmla="*/ 3407 h 45666"/>
                <a:gd name="connsiteX6" fmla="*/ 41515 w 79463"/>
                <a:gd name="connsiteY6" fmla="*/ 3407 h 45666"/>
                <a:gd name="connsiteX7" fmla="*/ 41515 w 79463"/>
                <a:gd name="connsiteY7" fmla="*/ 34916 h 45666"/>
                <a:gd name="connsiteX8" fmla="*/ 79464 w 79463"/>
                <a:gd name="connsiteY8" fmla="*/ 34916 h 45666"/>
                <a:gd name="connsiteX9" fmla="*/ 79464 w 79463"/>
                <a:gd name="connsiteY9" fmla="*/ 45666 h 45666"/>
                <a:gd name="connsiteX10" fmla="*/ 0 w 79463"/>
                <a:gd name="connsiteY10" fmla="*/ 45666 h 45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463" h="45666">
                  <a:moveTo>
                    <a:pt x="0" y="45666"/>
                  </a:moveTo>
                  <a:lnTo>
                    <a:pt x="0" y="0"/>
                  </a:lnTo>
                  <a:lnTo>
                    <a:pt x="9048" y="0"/>
                  </a:lnTo>
                  <a:lnTo>
                    <a:pt x="9048" y="34916"/>
                  </a:lnTo>
                  <a:lnTo>
                    <a:pt x="32467" y="34916"/>
                  </a:lnTo>
                  <a:lnTo>
                    <a:pt x="32467" y="3407"/>
                  </a:lnTo>
                  <a:lnTo>
                    <a:pt x="41515" y="3407"/>
                  </a:lnTo>
                  <a:lnTo>
                    <a:pt x="41515" y="34916"/>
                  </a:lnTo>
                  <a:lnTo>
                    <a:pt x="79464" y="34916"/>
                  </a:lnTo>
                  <a:lnTo>
                    <a:pt x="79464" y="45666"/>
                  </a:lnTo>
                  <a:lnTo>
                    <a:pt x="0" y="45666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5D41304F-7F9E-792D-676B-5A8634809B11}"/>
                </a:ext>
              </a:extLst>
            </p:cNvPr>
            <p:cNvSpPr/>
            <p:nvPr/>
          </p:nvSpPr>
          <p:spPr>
            <a:xfrm>
              <a:off x="2536100" y="4412353"/>
              <a:ext cx="61048" cy="34914"/>
            </a:xfrm>
            <a:custGeom>
              <a:avLst/>
              <a:gdLst>
                <a:gd name="connsiteX0" fmla="*/ 10592 w 61048"/>
                <a:gd name="connsiteY0" fmla="*/ 0 h 34914"/>
                <a:gd name="connsiteX1" fmla="*/ 9208 w 61048"/>
                <a:gd name="connsiteY1" fmla="*/ 3619 h 34914"/>
                <a:gd name="connsiteX2" fmla="*/ 8729 w 61048"/>
                <a:gd name="connsiteY2" fmla="*/ 7877 h 34914"/>
                <a:gd name="connsiteX3" fmla="*/ 14158 w 61048"/>
                <a:gd name="connsiteY3" fmla="*/ 20651 h 34914"/>
                <a:gd name="connsiteX4" fmla="*/ 29646 w 61048"/>
                <a:gd name="connsiteY4" fmla="*/ 25068 h 34914"/>
                <a:gd name="connsiteX5" fmla="*/ 61048 w 61048"/>
                <a:gd name="connsiteY5" fmla="*/ 25068 h 34914"/>
                <a:gd name="connsiteX6" fmla="*/ 61048 w 61048"/>
                <a:gd name="connsiteY6" fmla="*/ 34915 h 34914"/>
                <a:gd name="connsiteX7" fmla="*/ 1437 w 61048"/>
                <a:gd name="connsiteY7" fmla="*/ 34915 h 34914"/>
                <a:gd name="connsiteX8" fmla="*/ 1437 w 61048"/>
                <a:gd name="connsiteY8" fmla="*/ 25068 h 34914"/>
                <a:gd name="connsiteX9" fmla="*/ 10698 w 61048"/>
                <a:gd name="connsiteY9" fmla="*/ 25068 h 34914"/>
                <a:gd name="connsiteX10" fmla="*/ 2661 w 61048"/>
                <a:gd name="connsiteY10" fmla="*/ 17031 h 34914"/>
                <a:gd name="connsiteX11" fmla="*/ 0 w 61048"/>
                <a:gd name="connsiteY11" fmla="*/ 5003 h 34914"/>
                <a:gd name="connsiteX12" fmla="*/ 160 w 61048"/>
                <a:gd name="connsiteY12" fmla="*/ 2767 h 34914"/>
                <a:gd name="connsiteX13" fmla="*/ 532 w 61048"/>
                <a:gd name="connsiteY13" fmla="*/ 53 h 34914"/>
                <a:gd name="connsiteX14" fmla="*/ 10592 w 61048"/>
                <a:gd name="connsiteY14" fmla="*/ 0 h 34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1048" h="34914">
                  <a:moveTo>
                    <a:pt x="10592" y="0"/>
                  </a:moveTo>
                  <a:cubicBezTo>
                    <a:pt x="9953" y="1100"/>
                    <a:pt x="9492" y="2305"/>
                    <a:pt x="9208" y="3619"/>
                  </a:cubicBezTo>
                  <a:cubicBezTo>
                    <a:pt x="8888" y="4896"/>
                    <a:pt x="8729" y="6315"/>
                    <a:pt x="8729" y="7877"/>
                  </a:cubicBezTo>
                  <a:cubicBezTo>
                    <a:pt x="8729" y="13413"/>
                    <a:pt x="10538" y="17670"/>
                    <a:pt x="14158" y="20651"/>
                  </a:cubicBezTo>
                  <a:cubicBezTo>
                    <a:pt x="17741" y="23596"/>
                    <a:pt x="22904" y="25068"/>
                    <a:pt x="29646" y="25068"/>
                  </a:cubicBezTo>
                  <a:lnTo>
                    <a:pt x="61048" y="25068"/>
                  </a:lnTo>
                  <a:lnTo>
                    <a:pt x="61048" y="34915"/>
                  </a:lnTo>
                  <a:lnTo>
                    <a:pt x="1437" y="34915"/>
                  </a:lnTo>
                  <a:lnTo>
                    <a:pt x="1437" y="25068"/>
                  </a:lnTo>
                  <a:lnTo>
                    <a:pt x="10698" y="25068"/>
                  </a:lnTo>
                  <a:cubicBezTo>
                    <a:pt x="7079" y="23010"/>
                    <a:pt x="4400" y="20331"/>
                    <a:pt x="2661" y="17031"/>
                  </a:cubicBezTo>
                  <a:cubicBezTo>
                    <a:pt x="887" y="13731"/>
                    <a:pt x="0" y="9722"/>
                    <a:pt x="0" y="5003"/>
                  </a:cubicBezTo>
                  <a:cubicBezTo>
                    <a:pt x="0" y="4329"/>
                    <a:pt x="53" y="3584"/>
                    <a:pt x="160" y="2767"/>
                  </a:cubicBezTo>
                  <a:cubicBezTo>
                    <a:pt x="231" y="1951"/>
                    <a:pt x="355" y="1046"/>
                    <a:pt x="532" y="53"/>
                  </a:cubicBezTo>
                  <a:lnTo>
                    <a:pt x="10592" y="0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2D4E04C0-C02F-24CA-83ED-EB0F90C647E5}"/>
                </a:ext>
              </a:extLst>
            </p:cNvPr>
            <p:cNvSpPr/>
            <p:nvPr/>
          </p:nvSpPr>
          <p:spPr>
            <a:xfrm>
              <a:off x="2536100" y="4353487"/>
              <a:ext cx="62591" cy="55246"/>
            </a:xfrm>
            <a:custGeom>
              <a:avLst/>
              <a:gdLst>
                <a:gd name="connsiteX0" fmla="*/ 28794 w 62591"/>
                <a:gd name="connsiteY0" fmla="*/ 0 h 55246"/>
                <a:gd name="connsiteX1" fmla="*/ 33584 w 62591"/>
                <a:gd name="connsiteY1" fmla="*/ 0 h 55246"/>
                <a:gd name="connsiteX2" fmla="*/ 33584 w 62591"/>
                <a:gd name="connsiteY2" fmla="*/ 45027 h 55246"/>
                <a:gd name="connsiteX3" fmla="*/ 49020 w 62591"/>
                <a:gd name="connsiteY3" fmla="*/ 38960 h 55246"/>
                <a:gd name="connsiteX4" fmla="*/ 54289 w 62591"/>
                <a:gd name="connsiteY4" fmla="*/ 23738 h 55246"/>
                <a:gd name="connsiteX5" fmla="*/ 52905 w 62591"/>
                <a:gd name="connsiteY5" fmla="*/ 12827 h 55246"/>
                <a:gd name="connsiteX6" fmla="*/ 48753 w 62591"/>
                <a:gd name="connsiteY6" fmla="*/ 2288 h 55246"/>
                <a:gd name="connsiteX7" fmla="*/ 58014 w 62591"/>
                <a:gd name="connsiteY7" fmla="*/ 2288 h 55246"/>
                <a:gd name="connsiteX8" fmla="*/ 61421 w 62591"/>
                <a:gd name="connsiteY8" fmla="*/ 13093 h 55246"/>
                <a:gd name="connsiteX9" fmla="*/ 62592 w 62591"/>
                <a:gd name="connsiteY9" fmla="*/ 24324 h 55246"/>
                <a:gd name="connsiteX10" fmla="*/ 54289 w 62591"/>
                <a:gd name="connsiteY10" fmla="*/ 46943 h 55246"/>
                <a:gd name="connsiteX11" fmla="*/ 31828 w 62591"/>
                <a:gd name="connsiteY11" fmla="*/ 55246 h 55246"/>
                <a:gd name="connsiteX12" fmla="*/ 8622 w 62591"/>
                <a:gd name="connsiteY12" fmla="*/ 47370 h 55246"/>
                <a:gd name="connsiteX13" fmla="*/ 0 w 62591"/>
                <a:gd name="connsiteY13" fmla="*/ 26027 h 55246"/>
                <a:gd name="connsiteX14" fmla="*/ 7771 w 62591"/>
                <a:gd name="connsiteY14" fmla="*/ 7026 h 55246"/>
                <a:gd name="connsiteX15" fmla="*/ 28794 w 62591"/>
                <a:gd name="connsiteY15" fmla="*/ 0 h 55246"/>
                <a:gd name="connsiteX16" fmla="*/ 25920 w 62591"/>
                <a:gd name="connsiteY16" fmla="*/ 9793 h 55246"/>
                <a:gd name="connsiteX17" fmla="*/ 13093 w 62591"/>
                <a:gd name="connsiteY17" fmla="*/ 14317 h 55246"/>
                <a:gd name="connsiteX18" fmla="*/ 8303 w 62591"/>
                <a:gd name="connsiteY18" fmla="*/ 25920 h 55246"/>
                <a:gd name="connsiteX19" fmla="*/ 12934 w 62591"/>
                <a:gd name="connsiteY19" fmla="*/ 39067 h 55246"/>
                <a:gd name="connsiteX20" fmla="*/ 25973 w 62591"/>
                <a:gd name="connsiteY20" fmla="*/ 44709 h 55246"/>
                <a:gd name="connsiteX21" fmla="*/ 25920 w 62591"/>
                <a:gd name="connsiteY21" fmla="*/ 9793 h 5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591" h="55246">
                  <a:moveTo>
                    <a:pt x="28794" y="0"/>
                  </a:moveTo>
                  <a:lnTo>
                    <a:pt x="33584" y="0"/>
                  </a:lnTo>
                  <a:lnTo>
                    <a:pt x="33584" y="45027"/>
                  </a:lnTo>
                  <a:cubicBezTo>
                    <a:pt x="40326" y="44601"/>
                    <a:pt x="45471" y="42579"/>
                    <a:pt x="49020" y="38960"/>
                  </a:cubicBezTo>
                  <a:cubicBezTo>
                    <a:pt x="52532" y="35305"/>
                    <a:pt x="54289" y="30231"/>
                    <a:pt x="54289" y="23738"/>
                  </a:cubicBezTo>
                  <a:cubicBezTo>
                    <a:pt x="54289" y="19976"/>
                    <a:pt x="53827" y="16339"/>
                    <a:pt x="52905" y="12827"/>
                  </a:cubicBezTo>
                  <a:cubicBezTo>
                    <a:pt x="51982" y="9279"/>
                    <a:pt x="50598" y="5766"/>
                    <a:pt x="48753" y="2288"/>
                  </a:cubicBezTo>
                  <a:lnTo>
                    <a:pt x="58014" y="2288"/>
                  </a:lnTo>
                  <a:cubicBezTo>
                    <a:pt x="59505" y="5801"/>
                    <a:pt x="60640" y="9403"/>
                    <a:pt x="61421" y="13093"/>
                  </a:cubicBezTo>
                  <a:cubicBezTo>
                    <a:pt x="62201" y="16783"/>
                    <a:pt x="62592" y="20527"/>
                    <a:pt x="62592" y="24324"/>
                  </a:cubicBezTo>
                  <a:cubicBezTo>
                    <a:pt x="62592" y="33832"/>
                    <a:pt x="59824" y="41373"/>
                    <a:pt x="54289" y="46943"/>
                  </a:cubicBezTo>
                  <a:cubicBezTo>
                    <a:pt x="48753" y="52479"/>
                    <a:pt x="41267" y="55246"/>
                    <a:pt x="31828" y="55246"/>
                  </a:cubicBezTo>
                  <a:cubicBezTo>
                    <a:pt x="22070" y="55246"/>
                    <a:pt x="14335" y="52621"/>
                    <a:pt x="8622" y="47370"/>
                  </a:cubicBezTo>
                  <a:cubicBezTo>
                    <a:pt x="2874" y="42082"/>
                    <a:pt x="0" y="34968"/>
                    <a:pt x="0" y="26027"/>
                  </a:cubicBezTo>
                  <a:cubicBezTo>
                    <a:pt x="0" y="18008"/>
                    <a:pt x="2590" y="11674"/>
                    <a:pt x="7771" y="7026"/>
                  </a:cubicBezTo>
                  <a:cubicBezTo>
                    <a:pt x="12916" y="2342"/>
                    <a:pt x="19924" y="0"/>
                    <a:pt x="28794" y="0"/>
                  </a:cubicBezTo>
                  <a:moveTo>
                    <a:pt x="25920" y="9793"/>
                  </a:moveTo>
                  <a:cubicBezTo>
                    <a:pt x="20562" y="9863"/>
                    <a:pt x="16287" y="11372"/>
                    <a:pt x="13093" y="14317"/>
                  </a:cubicBezTo>
                  <a:cubicBezTo>
                    <a:pt x="9900" y="17226"/>
                    <a:pt x="8303" y="21094"/>
                    <a:pt x="8303" y="25920"/>
                  </a:cubicBezTo>
                  <a:cubicBezTo>
                    <a:pt x="8303" y="31384"/>
                    <a:pt x="9847" y="35767"/>
                    <a:pt x="12934" y="39067"/>
                  </a:cubicBezTo>
                  <a:cubicBezTo>
                    <a:pt x="16020" y="42331"/>
                    <a:pt x="20367" y="44211"/>
                    <a:pt x="25973" y="44709"/>
                  </a:cubicBezTo>
                  <a:lnTo>
                    <a:pt x="25920" y="9793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 299">
              <a:extLst>
                <a:ext uri="{FF2B5EF4-FFF2-40B4-BE49-F238E27FC236}">
                  <a16:creationId xmlns:a16="http://schemas.microsoft.com/office/drawing/2014/main" id="{72333EAE-B28E-21C1-A369-5440B99E408A}"/>
                </a:ext>
              </a:extLst>
            </p:cNvPr>
            <p:cNvSpPr/>
            <p:nvPr/>
          </p:nvSpPr>
          <p:spPr>
            <a:xfrm>
              <a:off x="2536100" y="4288393"/>
              <a:ext cx="83722" cy="53277"/>
            </a:xfrm>
            <a:custGeom>
              <a:avLst/>
              <a:gdLst>
                <a:gd name="connsiteX0" fmla="*/ 31296 w 83722"/>
                <a:gd name="connsiteY0" fmla="*/ 43165 h 53277"/>
                <a:gd name="connsiteX1" fmla="*/ 48274 w 83722"/>
                <a:gd name="connsiteY1" fmla="*/ 38748 h 53277"/>
                <a:gd name="connsiteX2" fmla="*/ 54395 w 83722"/>
                <a:gd name="connsiteY2" fmla="*/ 26506 h 53277"/>
                <a:gd name="connsiteX3" fmla="*/ 48274 w 83722"/>
                <a:gd name="connsiteY3" fmla="*/ 14265 h 53277"/>
                <a:gd name="connsiteX4" fmla="*/ 31296 w 83722"/>
                <a:gd name="connsiteY4" fmla="*/ 9794 h 53277"/>
                <a:gd name="connsiteX5" fmla="*/ 14371 w 83722"/>
                <a:gd name="connsiteY5" fmla="*/ 14265 h 53277"/>
                <a:gd name="connsiteX6" fmla="*/ 8197 w 83722"/>
                <a:gd name="connsiteY6" fmla="*/ 26506 h 53277"/>
                <a:gd name="connsiteX7" fmla="*/ 14371 w 83722"/>
                <a:gd name="connsiteY7" fmla="*/ 38748 h 53277"/>
                <a:gd name="connsiteX8" fmla="*/ 31296 w 83722"/>
                <a:gd name="connsiteY8" fmla="*/ 43165 h 53277"/>
                <a:gd name="connsiteX9" fmla="*/ 52107 w 83722"/>
                <a:gd name="connsiteY9" fmla="*/ 9794 h 53277"/>
                <a:gd name="connsiteX10" fmla="*/ 60037 w 83722"/>
                <a:gd name="connsiteY10" fmla="*/ 17618 h 53277"/>
                <a:gd name="connsiteX11" fmla="*/ 62592 w 83722"/>
                <a:gd name="connsiteY11" fmla="*/ 28901 h 53277"/>
                <a:gd name="connsiteX12" fmla="*/ 53969 w 83722"/>
                <a:gd name="connsiteY12" fmla="*/ 46518 h 53277"/>
                <a:gd name="connsiteX13" fmla="*/ 31296 w 83722"/>
                <a:gd name="connsiteY13" fmla="*/ 53277 h 53277"/>
                <a:gd name="connsiteX14" fmla="*/ 8622 w 83722"/>
                <a:gd name="connsiteY14" fmla="*/ 46518 h 53277"/>
                <a:gd name="connsiteX15" fmla="*/ 0 w 83722"/>
                <a:gd name="connsiteY15" fmla="*/ 28901 h 53277"/>
                <a:gd name="connsiteX16" fmla="*/ 2608 w 83722"/>
                <a:gd name="connsiteY16" fmla="*/ 17618 h 53277"/>
                <a:gd name="connsiteX17" fmla="*/ 10485 w 83722"/>
                <a:gd name="connsiteY17" fmla="*/ 9794 h 53277"/>
                <a:gd name="connsiteX18" fmla="*/ 1437 w 83722"/>
                <a:gd name="connsiteY18" fmla="*/ 9794 h 53277"/>
                <a:gd name="connsiteX19" fmla="*/ 1437 w 83722"/>
                <a:gd name="connsiteY19" fmla="*/ 0 h 53277"/>
                <a:gd name="connsiteX20" fmla="*/ 83722 w 83722"/>
                <a:gd name="connsiteY20" fmla="*/ 0 h 53277"/>
                <a:gd name="connsiteX21" fmla="*/ 83722 w 83722"/>
                <a:gd name="connsiteY21" fmla="*/ 9794 h 53277"/>
                <a:gd name="connsiteX22" fmla="*/ 52107 w 83722"/>
                <a:gd name="connsiteY22" fmla="*/ 9794 h 53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3722" h="53277">
                  <a:moveTo>
                    <a:pt x="31296" y="43165"/>
                  </a:moveTo>
                  <a:cubicBezTo>
                    <a:pt x="38499" y="43165"/>
                    <a:pt x="44158" y="41693"/>
                    <a:pt x="48274" y="38748"/>
                  </a:cubicBezTo>
                  <a:cubicBezTo>
                    <a:pt x="52355" y="35767"/>
                    <a:pt x="54395" y="31686"/>
                    <a:pt x="54395" y="26506"/>
                  </a:cubicBezTo>
                  <a:cubicBezTo>
                    <a:pt x="54395" y="21326"/>
                    <a:pt x="52355" y="17246"/>
                    <a:pt x="48274" y="14265"/>
                  </a:cubicBezTo>
                  <a:cubicBezTo>
                    <a:pt x="44158" y="11284"/>
                    <a:pt x="38499" y="9794"/>
                    <a:pt x="31296" y="9794"/>
                  </a:cubicBezTo>
                  <a:cubicBezTo>
                    <a:pt x="24093" y="9794"/>
                    <a:pt x="18451" y="11284"/>
                    <a:pt x="14371" y="14265"/>
                  </a:cubicBezTo>
                  <a:cubicBezTo>
                    <a:pt x="10255" y="17246"/>
                    <a:pt x="8197" y="21326"/>
                    <a:pt x="8197" y="26506"/>
                  </a:cubicBezTo>
                  <a:cubicBezTo>
                    <a:pt x="8197" y="31686"/>
                    <a:pt x="10255" y="35767"/>
                    <a:pt x="14371" y="38748"/>
                  </a:cubicBezTo>
                  <a:cubicBezTo>
                    <a:pt x="18451" y="41693"/>
                    <a:pt x="24093" y="43165"/>
                    <a:pt x="31296" y="43165"/>
                  </a:cubicBezTo>
                  <a:moveTo>
                    <a:pt x="52107" y="9794"/>
                  </a:moveTo>
                  <a:cubicBezTo>
                    <a:pt x="55655" y="11851"/>
                    <a:pt x="58298" y="14459"/>
                    <a:pt x="60037" y="17618"/>
                  </a:cubicBezTo>
                  <a:cubicBezTo>
                    <a:pt x="61740" y="20740"/>
                    <a:pt x="62592" y="24501"/>
                    <a:pt x="62592" y="28901"/>
                  </a:cubicBezTo>
                  <a:cubicBezTo>
                    <a:pt x="62592" y="36104"/>
                    <a:pt x="59718" y="41976"/>
                    <a:pt x="53969" y="46518"/>
                  </a:cubicBezTo>
                  <a:cubicBezTo>
                    <a:pt x="48221" y="51024"/>
                    <a:pt x="40663" y="53277"/>
                    <a:pt x="31296" y="53277"/>
                  </a:cubicBezTo>
                  <a:cubicBezTo>
                    <a:pt x="21928" y="53277"/>
                    <a:pt x="14371" y="51024"/>
                    <a:pt x="8622" y="46518"/>
                  </a:cubicBezTo>
                  <a:cubicBezTo>
                    <a:pt x="2874" y="41976"/>
                    <a:pt x="0" y="36104"/>
                    <a:pt x="0" y="28901"/>
                  </a:cubicBezTo>
                  <a:cubicBezTo>
                    <a:pt x="0" y="24501"/>
                    <a:pt x="869" y="20740"/>
                    <a:pt x="2608" y="17618"/>
                  </a:cubicBezTo>
                  <a:cubicBezTo>
                    <a:pt x="4311" y="14459"/>
                    <a:pt x="6937" y="11851"/>
                    <a:pt x="10485" y="9794"/>
                  </a:cubicBezTo>
                  <a:lnTo>
                    <a:pt x="1437" y="9794"/>
                  </a:lnTo>
                  <a:lnTo>
                    <a:pt x="1437" y="0"/>
                  </a:lnTo>
                  <a:lnTo>
                    <a:pt x="83722" y="0"/>
                  </a:lnTo>
                  <a:lnTo>
                    <a:pt x="83722" y="9794"/>
                  </a:lnTo>
                  <a:lnTo>
                    <a:pt x="52107" y="9794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 300">
              <a:extLst>
                <a:ext uri="{FF2B5EF4-FFF2-40B4-BE49-F238E27FC236}">
                  <a16:creationId xmlns:a16="http://schemas.microsoft.com/office/drawing/2014/main" id="{3174E6B8-66F5-F125-87D2-3129740423D4}"/>
                </a:ext>
              </a:extLst>
            </p:cNvPr>
            <p:cNvSpPr/>
            <p:nvPr/>
          </p:nvSpPr>
          <p:spPr>
            <a:xfrm>
              <a:off x="2536100" y="4219309"/>
              <a:ext cx="62591" cy="49923"/>
            </a:xfrm>
            <a:custGeom>
              <a:avLst/>
              <a:gdLst>
                <a:gd name="connsiteX0" fmla="*/ 37523 w 62591"/>
                <a:gd name="connsiteY0" fmla="*/ 49923 h 49923"/>
                <a:gd name="connsiteX1" fmla="*/ 1437 w 62591"/>
                <a:gd name="connsiteY1" fmla="*/ 49923 h 49923"/>
                <a:gd name="connsiteX2" fmla="*/ 1437 w 62591"/>
                <a:gd name="connsiteY2" fmla="*/ 40130 h 49923"/>
                <a:gd name="connsiteX3" fmla="*/ 37151 w 62591"/>
                <a:gd name="connsiteY3" fmla="*/ 40130 h 49923"/>
                <a:gd name="connsiteX4" fmla="*/ 49871 w 62591"/>
                <a:gd name="connsiteY4" fmla="*/ 36831 h 49923"/>
                <a:gd name="connsiteX5" fmla="*/ 54076 w 62591"/>
                <a:gd name="connsiteY5" fmla="*/ 26931 h 49923"/>
                <a:gd name="connsiteX6" fmla="*/ 49020 w 62591"/>
                <a:gd name="connsiteY6" fmla="*/ 14423 h 49923"/>
                <a:gd name="connsiteX7" fmla="*/ 35234 w 62591"/>
                <a:gd name="connsiteY7" fmla="*/ 9793 h 49923"/>
                <a:gd name="connsiteX8" fmla="*/ 1437 w 62591"/>
                <a:gd name="connsiteY8" fmla="*/ 9793 h 49923"/>
                <a:gd name="connsiteX9" fmla="*/ 1437 w 62591"/>
                <a:gd name="connsiteY9" fmla="*/ 0 h 49923"/>
                <a:gd name="connsiteX10" fmla="*/ 61048 w 62591"/>
                <a:gd name="connsiteY10" fmla="*/ 0 h 49923"/>
                <a:gd name="connsiteX11" fmla="*/ 61048 w 62591"/>
                <a:gd name="connsiteY11" fmla="*/ 9793 h 49923"/>
                <a:gd name="connsiteX12" fmla="*/ 51894 w 62591"/>
                <a:gd name="connsiteY12" fmla="*/ 9793 h 49923"/>
                <a:gd name="connsiteX13" fmla="*/ 59984 w 62591"/>
                <a:gd name="connsiteY13" fmla="*/ 18096 h 49923"/>
                <a:gd name="connsiteX14" fmla="*/ 62592 w 62591"/>
                <a:gd name="connsiteY14" fmla="*/ 29007 h 49923"/>
                <a:gd name="connsiteX15" fmla="*/ 56205 w 62591"/>
                <a:gd name="connsiteY15" fmla="*/ 44601 h 49923"/>
                <a:gd name="connsiteX16" fmla="*/ 37523 w 62591"/>
                <a:gd name="connsiteY16" fmla="*/ 49923 h 49923"/>
                <a:gd name="connsiteX17" fmla="*/ 0 w 62591"/>
                <a:gd name="connsiteY17" fmla="*/ 25281 h 49923"/>
                <a:gd name="connsiteX18" fmla="*/ 0 w 62591"/>
                <a:gd name="connsiteY18" fmla="*/ 25281 h 49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2591" h="49923">
                  <a:moveTo>
                    <a:pt x="37523" y="49923"/>
                  </a:moveTo>
                  <a:lnTo>
                    <a:pt x="1437" y="49923"/>
                  </a:lnTo>
                  <a:lnTo>
                    <a:pt x="1437" y="40130"/>
                  </a:lnTo>
                  <a:lnTo>
                    <a:pt x="37151" y="40130"/>
                  </a:lnTo>
                  <a:cubicBezTo>
                    <a:pt x="42792" y="40130"/>
                    <a:pt x="47033" y="39031"/>
                    <a:pt x="49871" y="36831"/>
                  </a:cubicBezTo>
                  <a:cubicBezTo>
                    <a:pt x="52674" y="34631"/>
                    <a:pt x="54076" y="31331"/>
                    <a:pt x="54076" y="26931"/>
                  </a:cubicBezTo>
                  <a:cubicBezTo>
                    <a:pt x="54076" y="21644"/>
                    <a:pt x="52390" y="17475"/>
                    <a:pt x="49020" y="14423"/>
                  </a:cubicBezTo>
                  <a:cubicBezTo>
                    <a:pt x="45649" y="11336"/>
                    <a:pt x="41054" y="9793"/>
                    <a:pt x="35234" y="9793"/>
                  </a:cubicBezTo>
                  <a:lnTo>
                    <a:pt x="1437" y="9793"/>
                  </a:lnTo>
                  <a:lnTo>
                    <a:pt x="1437" y="0"/>
                  </a:lnTo>
                  <a:lnTo>
                    <a:pt x="61048" y="0"/>
                  </a:lnTo>
                  <a:lnTo>
                    <a:pt x="61048" y="9793"/>
                  </a:lnTo>
                  <a:lnTo>
                    <a:pt x="51894" y="9793"/>
                  </a:lnTo>
                  <a:cubicBezTo>
                    <a:pt x="55513" y="12170"/>
                    <a:pt x="58210" y="14937"/>
                    <a:pt x="59984" y="18096"/>
                  </a:cubicBezTo>
                  <a:cubicBezTo>
                    <a:pt x="61722" y="21218"/>
                    <a:pt x="62592" y="24855"/>
                    <a:pt x="62592" y="29007"/>
                  </a:cubicBezTo>
                  <a:cubicBezTo>
                    <a:pt x="62592" y="35855"/>
                    <a:pt x="60463" y="41053"/>
                    <a:pt x="56205" y="44601"/>
                  </a:cubicBezTo>
                  <a:cubicBezTo>
                    <a:pt x="51947" y="48149"/>
                    <a:pt x="45720" y="49923"/>
                    <a:pt x="37523" y="49923"/>
                  </a:cubicBezTo>
                  <a:moveTo>
                    <a:pt x="0" y="25281"/>
                  </a:moveTo>
                  <a:lnTo>
                    <a:pt x="0" y="25281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 301">
              <a:extLst>
                <a:ext uri="{FF2B5EF4-FFF2-40B4-BE49-F238E27FC236}">
                  <a16:creationId xmlns:a16="http://schemas.microsoft.com/office/drawing/2014/main" id="{18400C89-1521-7687-0044-1452FB8B86DB}"/>
                </a:ext>
              </a:extLst>
            </p:cNvPr>
            <p:cNvSpPr/>
            <p:nvPr/>
          </p:nvSpPr>
          <p:spPr>
            <a:xfrm>
              <a:off x="2536100" y="4148147"/>
              <a:ext cx="62591" cy="55247"/>
            </a:xfrm>
            <a:custGeom>
              <a:avLst/>
              <a:gdLst>
                <a:gd name="connsiteX0" fmla="*/ 28794 w 62591"/>
                <a:gd name="connsiteY0" fmla="*/ 0 h 55247"/>
                <a:gd name="connsiteX1" fmla="*/ 33584 w 62591"/>
                <a:gd name="connsiteY1" fmla="*/ 0 h 55247"/>
                <a:gd name="connsiteX2" fmla="*/ 33584 w 62591"/>
                <a:gd name="connsiteY2" fmla="*/ 45028 h 55247"/>
                <a:gd name="connsiteX3" fmla="*/ 49020 w 62591"/>
                <a:gd name="connsiteY3" fmla="*/ 38960 h 55247"/>
                <a:gd name="connsiteX4" fmla="*/ 54289 w 62591"/>
                <a:gd name="connsiteY4" fmla="*/ 23739 h 55247"/>
                <a:gd name="connsiteX5" fmla="*/ 52905 w 62591"/>
                <a:gd name="connsiteY5" fmla="*/ 12827 h 55247"/>
                <a:gd name="connsiteX6" fmla="*/ 48753 w 62591"/>
                <a:gd name="connsiteY6" fmla="*/ 2289 h 55247"/>
                <a:gd name="connsiteX7" fmla="*/ 58014 w 62591"/>
                <a:gd name="connsiteY7" fmla="*/ 2289 h 55247"/>
                <a:gd name="connsiteX8" fmla="*/ 61421 w 62591"/>
                <a:gd name="connsiteY8" fmla="*/ 13094 h 55247"/>
                <a:gd name="connsiteX9" fmla="*/ 62592 w 62591"/>
                <a:gd name="connsiteY9" fmla="*/ 24324 h 55247"/>
                <a:gd name="connsiteX10" fmla="*/ 54289 w 62591"/>
                <a:gd name="connsiteY10" fmla="*/ 46945 h 55247"/>
                <a:gd name="connsiteX11" fmla="*/ 31828 w 62591"/>
                <a:gd name="connsiteY11" fmla="*/ 55248 h 55247"/>
                <a:gd name="connsiteX12" fmla="*/ 8622 w 62591"/>
                <a:gd name="connsiteY12" fmla="*/ 47370 h 55247"/>
                <a:gd name="connsiteX13" fmla="*/ 0 w 62591"/>
                <a:gd name="connsiteY13" fmla="*/ 26027 h 55247"/>
                <a:gd name="connsiteX14" fmla="*/ 7771 w 62591"/>
                <a:gd name="connsiteY14" fmla="*/ 7026 h 55247"/>
                <a:gd name="connsiteX15" fmla="*/ 28794 w 62591"/>
                <a:gd name="connsiteY15" fmla="*/ 0 h 55247"/>
                <a:gd name="connsiteX16" fmla="*/ 25920 w 62591"/>
                <a:gd name="connsiteY16" fmla="*/ 9794 h 55247"/>
                <a:gd name="connsiteX17" fmla="*/ 13093 w 62591"/>
                <a:gd name="connsiteY17" fmla="*/ 14318 h 55247"/>
                <a:gd name="connsiteX18" fmla="*/ 8303 w 62591"/>
                <a:gd name="connsiteY18" fmla="*/ 25921 h 55247"/>
                <a:gd name="connsiteX19" fmla="*/ 12934 w 62591"/>
                <a:gd name="connsiteY19" fmla="*/ 39067 h 55247"/>
                <a:gd name="connsiteX20" fmla="*/ 25973 w 62591"/>
                <a:gd name="connsiteY20" fmla="*/ 44709 h 55247"/>
                <a:gd name="connsiteX21" fmla="*/ 25920 w 62591"/>
                <a:gd name="connsiteY21" fmla="*/ 9794 h 5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2591" h="55247">
                  <a:moveTo>
                    <a:pt x="28794" y="0"/>
                  </a:moveTo>
                  <a:lnTo>
                    <a:pt x="33584" y="0"/>
                  </a:lnTo>
                  <a:lnTo>
                    <a:pt x="33584" y="45028"/>
                  </a:lnTo>
                  <a:cubicBezTo>
                    <a:pt x="40326" y="44602"/>
                    <a:pt x="45471" y="42580"/>
                    <a:pt x="49020" y="38960"/>
                  </a:cubicBezTo>
                  <a:cubicBezTo>
                    <a:pt x="52532" y="35306"/>
                    <a:pt x="54289" y="30232"/>
                    <a:pt x="54289" y="23739"/>
                  </a:cubicBezTo>
                  <a:cubicBezTo>
                    <a:pt x="54289" y="19977"/>
                    <a:pt x="53827" y="16340"/>
                    <a:pt x="52905" y="12827"/>
                  </a:cubicBezTo>
                  <a:cubicBezTo>
                    <a:pt x="51982" y="9279"/>
                    <a:pt x="50598" y="5767"/>
                    <a:pt x="48753" y="2289"/>
                  </a:cubicBezTo>
                  <a:lnTo>
                    <a:pt x="58014" y="2289"/>
                  </a:lnTo>
                  <a:cubicBezTo>
                    <a:pt x="59505" y="5801"/>
                    <a:pt x="60640" y="9404"/>
                    <a:pt x="61421" y="13094"/>
                  </a:cubicBezTo>
                  <a:cubicBezTo>
                    <a:pt x="62201" y="16784"/>
                    <a:pt x="62592" y="20527"/>
                    <a:pt x="62592" y="24324"/>
                  </a:cubicBezTo>
                  <a:cubicBezTo>
                    <a:pt x="62592" y="33833"/>
                    <a:pt x="59824" y="41374"/>
                    <a:pt x="54289" y="46945"/>
                  </a:cubicBezTo>
                  <a:cubicBezTo>
                    <a:pt x="48753" y="52480"/>
                    <a:pt x="41267" y="55248"/>
                    <a:pt x="31828" y="55248"/>
                  </a:cubicBezTo>
                  <a:cubicBezTo>
                    <a:pt x="22070" y="55248"/>
                    <a:pt x="14335" y="52621"/>
                    <a:pt x="8622" y="47370"/>
                  </a:cubicBezTo>
                  <a:cubicBezTo>
                    <a:pt x="2874" y="42083"/>
                    <a:pt x="0" y="34969"/>
                    <a:pt x="0" y="26027"/>
                  </a:cubicBezTo>
                  <a:cubicBezTo>
                    <a:pt x="0" y="18008"/>
                    <a:pt x="2590" y="11674"/>
                    <a:pt x="7771" y="7026"/>
                  </a:cubicBezTo>
                  <a:cubicBezTo>
                    <a:pt x="12916" y="2342"/>
                    <a:pt x="19924" y="0"/>
                    <a:pt x="28794" y="0"/>
                  </a:cubicBezTo>
                  <a:moveTo>
                    <a:pt x="25920" y="9794"/>
                  </a:moveTo>
                  <a:cubicBezTo>
                    <a:pt x="20562" y="9865"/>
                    <a:pt x="16287" y="11373"/>
                    <a:pt x="13093" y="14318"/>
                  </a:cubicBezTo>
                  <a:cubicBezTo>
                    <a:pt x="9900" y="17227"/>
                    <a:pt x="8303" y="21095"/>
                    <a:pt x="8303" y="25921"/>
                  </a:cubicBezTo>
                  <a:cubicBezTo>
                    <a:pt x="8303" y="31385"/>
                    <a:pt x="9847" y="35767"/>
                    <a:pt x="12934" y="39067"/>
                  </a:cubicBezTo>
                  <a:cubicBezTo>
                    <a:pt x="16020" y="42332"/>
                    <a:pt x="20367" y="44212"/>
                    <a:pt x="25973" y="44709"/>
                  </a:cubicBezTo>
                  <a:lnTo>
                    <a:pt x="25920" y="9794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 302">
              <a:extLst>
                <a:ext uri="{FF2B5EF4-FFF2-40B4-BE49-F238E27FC236}">
                  <a16:creationId xmlns:a16="http://schemas.microsoft.com/office/drawing/2014/main" id="{A8507AE3-7E4F-BC23-829C-8D92E31B37AF}"/>
                </a:ext>
              </a:extLst>
            </p:cNvPr>
            <p:cNvSpPr/>
            <p:nvPr/>
          </p:nvSpPr>
          <p:spPr>
            <a:xfrm>
              <a:off x="2536100" y="4082522"/>
              <a:ext cx="61048" cy="49924"/>
            </a:xfrm>
            <a:custGeom>
              <a:avLst/>
              <a:gdLst>
                <a:gd name="connsiteX0" fmla="*/ 25069 w 61048"/>
                <a:gd name="connsiteY0" fmla="*/ 0 h 49924"/>
                <a:gd name="connsiteX1" fmla="*/ 61048 w 61048"/>
                <a:gd name="connsiteY1" fmla="*/ 0 h 49924"/>
                <a:gd name="connsiteX2" fmla="*/ 61048 w 61048"/>
                <a:gd name="connsiteY2" fmla="*/ 9793 h 49924"/>
                <a:gd name="connsiteX3" fmla="*/ 25388 w 61048"/>
                <a:gd name="connsiteY3" fmla="*/ 9793 h 49924"/>
                <a:gd name="connsiteX4" fmla="*/ 12721 w 61048"/>
                <a:gd name="connsiteY4" fmla="*/ 13093 h 49924"/>
                <a:gd name="connsiteX5" fmla="*/ 8516 w 61048"/>
                <a:gd name="connsiteY5" fmla="*/ 22993 h 49924"/>
                <a:gd name="connsiteX6" fmla="*/ 13572 w 61048"/>
                <a:gd name="connsiteY6" fmla="*/ 35500 h 49924"/>
                <a:gd name="connsiteX7" fmla="*/ 27357 w 61048"/>
                <a:gd name="connsiteY7" fmla="*/ 40078 h 49924"/>
                <a:gd name="connsiteX8" fmla="*/ 61048 w 61048"/>
                <a:gd name="connsiteY8" fmla="*/ 40078 h 49924"/>
                <a:gd name="connsiteX9" fmla="*/ 61048 w 61048"/>
                <a:gd name="connsiteY9" fmla="*/ 49924 h 49924"/>
                <a:gd name="connsiteX10" fmla="*/ 1437 w 61048"/>
                <a:gd name="connsiteY10" fmla="*/ 49924 h 49924"/>
                <a:gd name="connsiteX11" fmla="*/ 1437 w 61048"/>
                <a:gd name="connsiteY11" fmla="*/ 40078 h 49924"/>
                <a:gd name="connsiteX12" fmla="*/ 10698 w 61048"/>
                <a:gd name="connsiteY12" fmla="*/ 40078 h 49924"/>
                <a:gd name="connsiteX13" fmla="*/ 2661 w 61048"/>
                <a:gd name="connsiteY13" fmla="*/ 31828 h 49924"/>
                <a:gd name="connsiteX14" fmla="*/ 0 w 61048"/>
                <a:gd name="connsiteY14" fmla="*/ 20811 h 49924"/>
                <a:gd name="connsiteX15" fmla="*/ 6387 w 61048"/>
                <a:gd name="connsiteY15" fmla="*/ 5269 h 49924"/>
                <a:gd name="connsiteX16" fmla="*/ 25069 w 61048"/>
                <a:gd name="connsiteY16" fmla="*/ 0 h 49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1048" h="49924">
                  <a:moveTo>
                    <a:pt x="25069" y="0"/>
                  </a:moveTo>
                  <a:lnTo>
                    <a:pt x="61048" y="0"/>
                  </a:lnTo>
                  <a:lnTo>
                    <a:pt x="61048" y="9793"/>
                  </a:lnTo>
                  <a:lnTo>
                    <a:pt x="25388" y="9793"/>
                  </a:lnTo>
                  <a:cubicBezTo>
                    <a:pt x="19746" y="9793"/>
                    <a:pt x="15524" y="10893"/>
                    <a:pt x="12721" y="13093"/>
                  </a:cubicBezTo>
                  <a:cubicBezTo>
                    <a:pt x="9917" y="15293"/>
                    <a:pt x="8516" y="18594"/>
                    <a:pt x="8516" y="22993"/>
                  </a:cubicBezTo>
                  <a:cubicBezTo>
                    <a:pt x="8516" y="28279"/>
                    <a:pt x="10201" y="32449"/>
                    <a:pt x="13572" y="35500"/>
                  </a:cubicBezTo>
                  <a:cubicBezTo>
                    <a:pt x="16943" y="38553"/>
                    <a:pt x="21538" y="40078"/>
                    <a:pt x="27357" y="40078"/>
                  </a:cubicBezTo>
                  <a:lnTo>
                    <a:pt x="61048" y="40078"/>
                  </a:lnTo>
                  <a:lnTo>
                    <a:pt x="61048" y="49924"/>
                  </a:lnTo>
                  <a:lnTo>
                    <a:pt x="1437" y="49924"/>
                  </a:lnTo>
                  <a:lnTo>
                    <a:pt x="1437" y="40078"/>
                  </a:lnTo>
                  <a:lnTo>
                    <a:pt x="10698" y="40078"/>
                  </a:lnTo>
                  <a:cubicBezTo>
                    <a:pt x="7114" y="37736"/>
                    <a:pt x="4435" y="34986"/>
                    <a:pt x="2661" y="31828"/>
                  </a:cubicBezTo>
                  <a:cubicBezTo>
                    <a:pt x="887" y="28635"/>
                    <a:pt x="0" y="24962"/>
                    <a:pt x="0" y="20811"/>
                  </a:cubicBezTo>
                  <a:cubicBezTo>
                    <a:pt x="0" y="13963"/>
                    <a:pt x="2129" y="8782"/>
                    <a:pt x="6387" y="5269"/>
                  </a:cubicBezTo>
                  <a:cubicBezTo>
                    <a:pt x="10609" y="1757"/>
                    <a:pt x="16837" y="0"/>
                    <a:pt x="25069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 303">
              <a:extLst>
                <a:ext uri="{FF2B5EF4-FFF2-40B4-BE49-F238E27FC236}">
                  <a16:creationId xmlns:a16="http://schemas.microsoft.com/office/drawing/2014/main" id="{86CCA88D-5590-242D-A6BE-EF9BBCCBC2DA}"/>
                </a:ext>
              </a:extLst>
            </p:cNvPr>
            <p:cNvSpPr/>
            <p:nvPr/>
          </p:nvSpPr>
          <p:spPr>
            <a:xfrm>
              <a:off x="2536100" y="4020091"/>
              <a:ext cx="62591" cy="47156"/>
            </a:xfrm>
            <a:custGeom>
              <a:avLst/>
              <a:gdLst>
                <a:gd name="connsiteX0" fmla="*/ 3726 w 62591"/>
                <a:gd name="connsiteY0" fmla="*/ 0 h 47156"/>
                <a:gd name="connsiteX1" fmla="*/ 12880 w 62591"/>
                <a:gd name="connsiteY1" fmla="*/ 0 h 47156"/>
                <a:gd name="connsiteX2" fmla="*/ 9474 w 62591"/>
                <a:gd name="connsiteY2" fmla="*/ 8356 h 47156"/>
                <a:gd name="connsiteX3" fmla="*/ 8303 w 62591"/>
                <a:gd name="connsiteY3" fmla="*/ 16765 h 47156"/>
                <a:gd name="connsiteX4" fmla="*/ 14371 w 62591"/>
                <a:gd name="connsiteY4" fmla="*/ 31562 h 47156"/>
                <a:gd name="connsiteX5" fmla="*/ 31296 w 62591"/>
                <a:gd name="connsiteY5" fmla="*/ 36831 h 47156"/>
                <a:gd name="connsiteX6" fmla="*/ 48274 w 62591"/>
                <a:gd name="connsiteY6" fmla="*/ 31562 h 47156"/>
                <a:gd name="connsiteX7" fmla="*/ 54289 w 62591"/>
                <a:gd name="connsiteY7" fmla="*/ 16765 h 47156"/>
                <a:gd name="connsiteX8" fmla="*/ 53171 w 62591"/>
                <a:gd name="connsiteY8" fmla="*/ 8356 h 47156"/>
                <a:gd name="connsiteX9" fmla="*/ 49711 w 62591"/>
                <a:gd name="connsiteY9" fmla="*/ 0 h 47156"/>
                <a:gd name="connsiteX10" fmla="*/ 58760 w 62591"/>
                <a:gd name="connsiteY10" fmla="*/ 0 h 47156"/>
                <a:gd name="connsiteX11" fmla="*/ 61634 w 62591"/>
                <a:gd name="connsiteY11" fmla="*/ 8516 h 47156"/>
                <a:gd name="connsiteX12" fmla="*/ 62592 w 62591"/>
                <a:gd name="connsiteY12" fmla="*/ 17829 h 47156"/>
                <a:gd name="connsiteX13" fmla="*/ 54129 w 62591"/>
                <a:gd name="connsiteY13" fmla="*/ 39226 h 47156"/>
                <a:gd name="connsiteX14" fmla="*/ 31296 w 62591"/>
                <a:gd name="connsiteY14" fmla="*/ 47156 h 47156"/>
                <a:gd name="connsiteX15" fmla="*/ 8356 w 62591"/>
                <a:gd name="connsiteY15" fmla="*/ 39173 h 47156"/>
                <a:gd name="connsiteX16" fmla="*/ 0 w 62591"/>
                <a:gd name="connsiteY16" fmla="*/ 17191 h 47156"/>
                <a:gd name="connsiteX17" fmla="*/ 958 w 62591"/>
                <a:gd name="connsiteY17" fmla="*/ 8356 h 47156"/>
                <a:gd name="connsiteX18" fmla="*/ 3726 w 62591"/>
                <a:gd name="connsiteY18" fmla="*/ 0 h 4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2591" h="47156">
                  <a:moveTo>
                    <a:pt x="3726" y="0"/>
                  </a:moveTo>
                  <a:lnTo>
                    <a:pt x="12880" y="0"/>
                  </a:lnTo>
                  <a:cubicBezTo>
                    <a:pt x="11354" y="2767"/>
                    <a:pt x="10219" y="5553"/>
                    <a:pt x="9474" y="8356"/>
                  </a:cubicBezTo>
                  <a:cubicBezTo>
                    <a:pt x="8693" y="11123"/>
                    <a:pt x="8303" y="13927"/>
                    <a:pt x="8303" y="16765"/>
                  </a:cubicBezTo>
                  <a:cubicBezTo>
                    <a:pt x="8303" y="23117"/>
                    <a:pt x="10325" y="28049"/>
                    <a:pt x="14371" y="31562"/>
                  </a:cubicBezTo>
                  <a:cubicBezTo>
                    <a:pt x="18380" y="35074"/>
                    <a:pt x="24022" y="36831"/>
                    <a:pt x="31296" y="36831"/>
                  </a:cubicBezTo>
                  <a:cubicBezTo>
                    <a:pt x="38570" y="36831"/>
                    <a:pt x="44229" y="35074"/>
                    <a:pt x="48274" y="31562"/>
                  </a:cubicBezTo>
                  <a:cubicBezTo>
                    <a:pt x="52284" y="28049"/>
                    <a:pt x="54289" y="23117"/>
                    <a:pt x="54289" y="16765"/>
                  </a:cubicBezTo>
                  <a:cubicBezTo>
                    <a:pt x="54289" y="13927"/>
                    <a:pt x="53916" y="11123"/>
                    <a:pt x="53171" y="8356"/>
                  </a:cubicBezTo>
                  <a:cubicBezTo>
                    <a:pt x="52390" y="5553"/>
                    <a:pt x="51237" y="2767"/>
                    <a:pt x="49711" y="0"/>
                  </a:cubicBezTo>
                  <a:lnTo>
                    <a:pt x="58760" y="0"/>
                  </a:lnTo>
                  <a:cubicBezTo>
                    <a:pt x="60037" y="2732"/>
                    <a:pt x="60995" y="5570"/>
                    <a:pt x="61634" y="8516"/>
                  </a:cubicBezTo>
                  <a:cubicBezTo>
                    <a:pt x="62272" y="11425"/>
                    <a:pt x="62592" y="14530"/>
                    <a:pt x="62592" y="17829"/>
                  </a:cubicBezTo>
                  <a:cubicBezTo>
                    <a:pt x="62592" y="26807"/>
                    <a:pt x="59771" y="33939"/>
                    <a:pt x="54129" y="39226"/>
                  </a:cubicBezTo>
                  <a:cubicBezTo>
                    <a:pt x="48487" y="44512"/>
                    <a:pt x="40876" y="47156"/>
                    <a:pt x="31296" y="47156"/>
                  </a:cubicBezTo>
                  <a:cubicBezTo>
                    <a:pt x="21574" y="47156"/>
                    <a:pt x="13927" y="44495"/>
                    <a:pt x="8356" y="39173"/>
                  </a:cubicBezTo>
                  <a:cubicBezTo>
                    <a:pt x="2785" y="33815"/>
                    <a:pt x="0" y="26487"/>
                    <a:pt x="0" y="17191"/>
                  </a:cubicBezTo>
                  <a:cubicBezTo>
                    <a:pt x="0" y="14175"/>
                    <a:pt x="319" y="11230"/>
                    <a:pt x="958" y="8356"/>
                  </a:cubicBezTo>
                  <a:cubicBezTo>
                    <a:pt x="1561" y="5482"/>
                    <a:pt x="2484" y="2697"/>
                    <a:pt x="3726" y="0"/>
                  </a:cubicBez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 304">
              <a:extLst>
                <a:ext uri="{FF2B5EF4-FFF2-40B4-BE49-F238E27FC236}">
                  <a16:creationId xmlns:a16="http://schemas.microsoft.com/office/drawing/2014/main" id="{BF82DA29-E144-A497-5845-A743C836E335}"/>
                </a:ext>
              </a:extLst>
            </p:cNvPr>
            <p:cNvSpPr/>
            <p:nvPr/>
          </p:nvSpPr>
          <p:spPr>
            <a:xfrm>
              <a:off x="2537537" y="3952069"/>
              <a:ext cx="82285" cy="58014"/>
            </a:xfrm>
            <a:custGeom>
              <a:avLst/>
              <a:gdLst>
                <a:gd name="connsiteX0" fmla="*/ 65146 w 82285"/>
                <a:gd name="connsiteY0" fmla="*/ 26186 h 58014"/>
                <a:gd name="connsiteX1" fmla="*/ 79038 w 82285"/>
                <a:gd name="connsiteY1" fmla="*/ 34277 h 58014"/>
                <a:gd name="connsiteX2" fmla="*/ 82285 w 82285"/>
                <a:gd name="connsiteY2" fmla="*/ 44815 h 58014"/>
                <a:gd name="connsiteX3" fmla="*/ 82285 w 82285"/>
                <a:gd name="connsiteY3" fmla="*/ 52640 h 58014"/>
                <a:gd name="connsiteX4" fmla="*/ 74088 w 82285"/>
                <a:gd name="connsiteY4" fmla="*/ 52640 h 58014"/>
                <a:gd name="connsiteX5" fmla="*/ 74088 w 82285"/>
                <a:gd name="connsiteY5" fmla="*/ 46891 h 58014"/>
                <a:gd name="connsiteX6" fmla="*/ 72172 w 82285"/>
                <a:gd name="connsiteY6" fmla="*/ 40611 h 58014"/>
                <a:gd name="connsiteX7" fmla="*/ 63124 w 82285"/>
                <a:gd name="connsiteY7" fmla="*/ 35661 h 58014"/>
                <a:gd name="connsiteX8" fmla="*/ 58653 w 82285"/>
                <a:gd name="connsiteY8" fmla="*/ 33904 h 58014"/>
                <a:gd name="connsiteX9" fmla="*/ 0 w 82285"/>
                <a:gd name="connsiteY9" fmla="*/ 58015 h 58014"/>
                <a:gd name="connsiteX10" fmla="*/ 0 w 82285"/>
                <a:gd name="connsiteY10" fmla="*/ 47636 h 58014"/>
                <a:gd name="connsiteX11" fmla="*/ 46624 w 82285"/>
                <a:gd name="connsiteY11" fmla="*/ 29008 h 58014"/>
                <a:gd name="connsiteX12" fmla="*/ 0 w 82285"/>
                <a:gd name="connsiteY12" fmla="*/ 10380 h 58014"/>
                <a:gd name="connsiteX13" fmla="*/ 0 w 82285"/>
                <a:gd name="connsiteY13" fmla="*/ 0 h 58014"/>
                <a:gd name="connsiteX14" fmla="*/ 65146 w 82285"/>
                <a:gd name="connsiteY14" fmla="*/ 26186 h 58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2285" h="58014">
                  <a:moveTo>
                    <a:pt x="65146" y="26186"/>
                  </a:moveTo>
                  <a:cubicBezTo>
                    <a:pt x="72243" y="28955"/>
                    <a:pt x="76873" y="31652"/>
                    <a:pt x="79038" y="34277"/>
                  </a:cubicBezTo>
                  <a:cubicBezTo>
                    <a:pt x="81203" y="36902"/>
                    <a:pt x="82285" y="40416"/>
                    <a:pt x="82285" y="44815"/>
                  </a:cubicBezTo>
                  <a:lnTo>
                    <a:pt x="82285" y="52640"/>
                  </a:lnTo>
                  <a:lnTo>
                    <a:pt x="74088" y="52640"/>
                  </a:lnTo>
                  <a:lnTo>
                    <a:pt x="74088" y="46891"/>
                  </a:lnTo>
                  <a:cubicBezTo>
                    <a:pt x="74088" y="44195"/>
                    <a:pt x="73449" y="42101"/>
                    <a:pt x="72172" y="40611"/>
                  </a:cubicBezTo>
                  <a:cubicBezTo>
                    <a:pt x="70895" y="39120"/>
                    <a:pt x="67879" y="37470"/>
                    <a:pt x="63124" y="35661"/>
                  </a:cubicBezTo>
                  <a:lnTo>
                    <a:pt x="58653" y="33904"/>
                  </a:lnTo>
                  <a:lnTo>
                    <a:pt x="0" y="58015"/>
                  </a:lnTo>
                  <a:lnTo>
                    <a:pt x="0" y="47636"/>
                  </a:lnTo>
                  <a:lnTo>
                    <a:pt x="46624" y="29008"/>
                  </a:lnTo>
                  <a:lnTo>
                    <a:pt x="0" y="10380"/>
                  </a:lnTo>
                  <a:lnTo>
                    <a:pt x="0" y="0"/>
                  </a:lnTo>
                  <a:lnTo>
                    <a:pt x="65146" y="26186"/>
                  </a:lnTo>
                  <a:close/>
                </a:path>
              </a:pathLst>
            </a:custGeom>
            <a:solidFill>
              <a:srgbClr val="000000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 335">
              <a:extLst>
                <a:ext uri="{FF2B5EF4-FFF2-40B4-BE49-F238E27FC236}">
                  <a16:creationId xmlns:a16="http://schemas.microsoft.com/office/drawing/2014/main" id="{4738876B-37F4-5905-BC76-AA60FBEC5434}"/>
                </a:ext>
              </a:extLst>
            </p:cNvPr>
            <p:cNvSpPr/>
            <p:nvPr/>
          </p:nvSpPr>
          <p:spPr>
            <a:xfrm>
              <a:off x="3054886" y="3554678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 336">
              <a:extLst>
                <a:ext uri="{FF2B5EF4-FFF2-40B4-BE49-F238E27FC236}">
                  <a16:creationId xmlns:a16="http://schemas.microsoft.com/office/drawing/2014/main" id="{70A3873E-0E1E-EA21-018B-A65F88A73686}"/>
                </a:ext>
              </a:extLst>
            </p:cNvPr>
            <p:cNvSpPr/>
            <p:nvPr/>
          </p:nvSpPr>
          <p:spPr>
            <a:xfrm>
              <a:off x="3176173" y="4163711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 337">
              <a:extLst>
                <a:ext uri="{FF2B5EF4-FFF2-40B4-BE49-F238E27FC236}">
                  <a16:creationId xmlns:a16="http://schemas.microsoft.com/office/drawing/2014/main" id="{82135A1C-91A0-4669-4D52-B0EDBCA842A6}"/>
                </a:ext>
              </a:extLst>
            </p:cNvPr>
            <p:cNvSpPr/>
            <p:nvPr/>
          </p:nvSpPr>
          <p:spPr>
            <a:xfrm>
              <a:off x="3297462" y="4341390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 338">
              <a:extLst>
                <a:ext uri="{FF2B5EF4-FFF2-40B4-BE49-F238E27FC236}">
                  <a16:creationId xmlns:a16="http://schemas.microsoft.com/office/drawing/2014/main" id="{E2597550-AF12-96A1-304B-321BCE086272}"/>
                </a:ext>
              </a:extLst>
            </p:cNvPr>
            <p:cNvSpPr/>
            <p:nvPr/>
          </p:nvSpPr>
          <p:spPr>
            <a:xfrm>
              <a:off x="3418750" y="4395869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 339">
              <a:extLst>
                <a:ext uri="{FF2B5EF4-FFF2-40B4-BE49-F238E27FC236}">
                  <a16:creationId xmlns:a16="http://schemas.microsoft.com/office/drawing/2014/main" id="{AA6ED773-90B3-F5B7-B69B-F75AE30CC077}"/>
                </a:ext>
              </a:extLst>
            </p:cNvPr>
            <p:cNvSpPr/>
            <p:nvPr/>
          </p:nvSpPr>
          <p:spPr>
            <a:xfrm>
              <a:off x="3540042" y="4434599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 340">
              <a:extLst>
                <a:ext uri="{FF2B5EF4-FFF2-40B4-BE49-F238E27FC236}">
                  <a16:creationId xmlns:a16="http://schemas.microsoft.com/office/drawing/2014/main" id="{5ABD9CFC-33F8-30B2-22AD-4D3BAC6C1296}"/>
                </a:ext>
              </a:extLst>
            </p:cNvPr>
            <p:cNvSpPr/>
            <p:nvPr/>
          </p:nvSpPr>
          <p:spPr>
            <a:xfrm>
              <a:off x="3661322" y="4476325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 341">
              <a:extLst>
                <a:ext uri="{FF2B5EF4-FFF2-40B4-BE49-F238E27FC236}">
                  <a16:creationId xmlns:a16="http://schemas.microsoft.com/office/drawing/2014/main" id="{CD642CF2-8904-02E8-FF62-DC134ED2EC84}"/>
                </a:ext>
              </a:extLst>
            </p:cNvPr>
            <p:cNvSpPr/>
            <p:nvPr/>
          </p:nvSpPr>
          <p:spPr>
            <a:xfrm>
              <a:off x="3782613" y="4496412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 342">
              <a:extLst>
                <a:ext uri="{FF2B5EF4-FFF2-40B4-BE49-F238E27FC236}">
                  <a16:creationId xmlns:a16="http://schemas.microsoft.com/office/drawing/2014/main" id="{52CAEAA6-0219-D561-39F2-8C62CDECC396}"/>
                </a:ext>
              </a:extLst>
            </p:cNvPr>
            <p:cNvSpPr/>
            <p:nvPr/>
          </p:nvSpPr>
          <p:spPr>
            <a:xfrm>
              <a:off x="3903903" y="4564209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 343">
              <a:extLst>
                <a:ext uri="{FF2B5EF4-FFF2-40B4-BE49-F238E27FC236}">
                  <a16:creationId xmlns:a16="http://schemas.microsoft.com/office/drawing/2014/main" id="{DEF33CA6-4361-966D-5149-4DBE5FF6AF53}"/>
                </a:ext>
              </a:extLst>
            </p:cNvPr>
            <p:cNvSpPr/>
            <p:nvPr/>
          </p:nvSpPr>
          <p:spPr>
            <a:xfrm>
              <a:off x="4025194" y="4572231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 344">
              <a:extLst>
                <a:ext uri="{FF2B5EF4-FFF2-40B4-BE49-F238E27FC236}">
                  <a16:creationId xmlns:a16="http://schemas.microsoft.com/office/drawing/2014/main" id="{689B994C-B45C-7B36-4911-A322B275E751}"/>
                </a:ext>
              </a:extLst>
            </p:cNvPr>
            <p:cNvSpPr/>
            <p:nvPr/>
          </p:nvSpPr>
          <p:spPr>
            <a:xfrm>
              <a:off x="4146484" y="4604166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 345">
              <a:extLst>
                <a:ext uri="{FF2B5EF4-FFF2-40B4-BE49-F238E27FC236}">
                  <a16:creationId xmlns:a16="http://schemas.microsoft.com/office/drawing/2014/main" id="{2F31666A-C318-E8F4-E264-4C81E9C6EFAC}"/>
                </a:ext>
              </a:extLst>
            </p:cNvPr>
            <p:cNvSpPr/>
            <p:nvPr/>
          </p:nvSpPr>
          <p:spPr>
            <a:xfrm>
              <a:off x="4267765" y="4628191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 346">
              <a:extLst>
                <a:ext uri="{FF2B5EF4-FFF2-40B4-BE49-F238E27FC236}">
                  <a16:creationId xmlns:a16="http://schemas.microsoft.com/office/drawing/2014/main" id="{DB01C4A9-F608-2AE7-123C-D655CE2A7720}"/>
                </a:ext>
              </a:extLst>
            </p:cNvPr>
            <p:cNvSpPr/>
            <p:nvPr/>
          </p:nvSpPr>
          <p:spPr>
            <a:xfrm>
              <a:off x="4389055" y="4679102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 347">
              <a:extLst>
                <a:ext uri="{FF2B5EF4-FFF2-40B4-BE49-F238E27FC236}">
                  <a16:creationId xmlns:a16="http://schemas.microsoft.com/office/drawing/2014/main" id="{EB50C6F9-CD92-8EE3-8447-57F6BD8A368F}"/>
                </a:ext>
              </a:extLst>
            </p:cNvPr>
            <p:cNvSpPr/>
            <p:nvPr/>
          </p:nvSpPr>
          <p:spPr>
            <a:xfrm>
              <a:off x="4510346" y="4746222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 348">
              <a:extLst>
                <a:ext uri="{FF2B5EF4-FFF2-40B4-BE49-F238E27FC236}">
                  <a16:creationId xmlns:a16="http://schemas.microsoft.com/office/drawing/2014/main" id="{884BB122-80D8-5863-085A-541DCE737800}"/>
                </a:ext>
              </a:extLst>
            </p:cNvPr>
            <p:cNvSpPr/>
            <p:nvPr/>
          </p:nvSpPr>
          <p:spPr>
            <a:xfrm>
              <a:off x="4631636" y="4749716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3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3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 349">
              <a:extLst>
                <a:ext uri="{FF2B5EF4-FFF2-40B4-BE49-F238E27FC236}">
                  <a16:creationId xmlns:a16="http://schemas.microsoft.com/office/drawing/2014/main" id="{F44AC5E3-BFA8-5599-731D-8AA1A7033E17}"/>
                </a:ext>
              </a:extLst>
            </p:cNvPr>
            <p:cNvSpPr/>
            <p:nvPr/>
          </p:nvSpPr>
          <p:spPr>
            <a:xfrm>
              <a:off x="4752917" y="4757391"/>
              <a:ext cx="4087" cy="4087"/>
            </a:xfrm>
            <a:custGeom>
              <a:avLst/>
              <a:gdLst>
                <a:gd name="connsiteX0" fmla="*/ 4088 w 4087"/>
                <a:gd name="connsiteY0" fmla="*/ 2044 h 4087"/>
                <a:gd name="connsiteX1" fmla="*/ 2044 w 4087"/>
                <a:gd name="connsiteY1" fmla="*/ 4088 h 4087"/>
                <a:gd name="connsiteX2" fmla="*/ 0 w 4087"/>
                <a:gd name="connsiteY2" fmla="*/ 2044 h 4087"/>
                <a:gd name="connsiteX3" fmla="*/ 2044 w 4087"/>
                <a:gd name="connsiteY3" fmla="*/ 0 h 4087"/>
                <a:gd name="connsiteX4" fmla="*/ 4088 w 4087"/>
                <a:gd name="connsiteY4" fmla="*/ 2044 h 4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87" h="4087">
                  <a:moveTo>
                    <a:pt x="4088" y="2044"/>
                  </a:moveTo>
                  <a:cubicBezTo>
                    <a:pt x="4088" y="3173"/>
                    <a:pt x="3172" y="4088"/>
                    <a:pt x="2044" y="4088"/>
                  </a:cubicBezTo>
                  <a:cubicBezTo>
                    <a:pt x="915" y="4088"/>
                    <a:pt x="0" y="3173"/>
                    <a:pt x="0" y="2044"/>
                  </a:cubicBezTo>
                  <a:cubicBezTo>
                    <a:pt x="0" y="915"/>
                    <a:pt x="915" y="0"/>
                    <a:pt x="2044" y="0"/>
                  </a:cubicBezTo>
                  <a:cubicBezTo>
                    <a:pt x="3172" y="0"/>
                    <a:pt x="4088" y="915"/>
                    <a:pt x="4088" y="2044"/>
                  </a:cubicBezTo>
                  <a:close/>
                </a:path>
              </a:pathLst>
            </a:custGeom>
            <a:solidFill>
              <a:srgbClr val="009AF9">
                <a:alpha val="0"/>
              </a:srgbClr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C059610-DF79-C7A7-F3AB-5AE0CEB438B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US" b="1" dirty="0"/>
                  <a:t>(Shannon 1948)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i="1" dirty="0"/>
                  <a:t> independent and identically distributed random variables each with binary entropy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can be compressed into more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 ⋅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bits with negligible risk of information loss,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en-US" i="1" dirty="0"/>
                  <a:t>; but if they are compressed into fewer than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i="1" dirty="0"/>
                  <a:t> bits it is virtually certain that information will be lost.</a:t>
                </a:r>
              </a:p>
              <a:p>
                <a:r>
                  <a:rPr lang="en-US" b="1" dirty="0"/>
                  <a:t>Application</a:t>
                </a:r>
                <a:r>
                  <a:rPr lang="en-US" dirty="0"/>
                  <a:t> in data compression when modelling the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of a byte modelled as a random variable 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=256</m:t>
                    </m:r>
                  </m:oMath>
                </a14:m>
                <a:r>
                  <a:rPr lang="en-US" dirty="0"/>
                  <a:t> values</a:t>
                </a:r>
              </a:p>
              <a:p>
                <a:pPr lvl="1"/>
                <a:r>
                  <a:rPr lang="en-US" sz="1200" b="1" dirty="0"/>
                  <a:t>Random bytes</a:t>
                </a:r>
                <a:r>
                  <a:rPr lang="en-US" sz="1200" dirty="0"/>
                  <a:t>: If we assume each byte value is equally likely then we require </a:t>
                </a:r>
              </a:p>
              <a:p>
                <a:pPr lvl="1"/>
                <a:endParaRPr lang="en-US" sz="1200" b="1" dirty="0"/>
              </a:p>
              <a:p>
                <a:pPr lvl="1"/>
                <a:r>
                  <a:rPr lang="en-US" sz="1200" b="1" dirty="0"/>
                  <a:t>Random letters from the English alphabet</a:t>
                </a:r>
                <a:r>
                  <a:rPr lang="en-US" sz="1200" dirty="0"/>
                  <a:t>: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C059610-DF79-C7A7-F3AB-5AE0CEB438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B90F7A3-60A2-A9C5-C773-3CDC4EED8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and the Noiseless Coding Theorem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A538CA-E9BC-EE6B-FE3E-93761C20E33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2320" y="1270009"/>
            <a:ext cx="1455225" cy="16561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B307E2-3023-2CD1-3CBF-A234269216A0}"/>
              </a:ext>
            </a:extLst>
          </p:cNvPr>
          <p:cNvSpPr txBox="1"/>
          <p:nvPr/>
        </p:nvSpPr>
        <p:spPr bwMode="gray">
          <a:xfrm>
            <a:off x="7657496" y="292619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Claude Shannon</a:t>
            </a:r>
            <a:br>
              <a:rPr lang="en-US" sz="800" b="1" dirty="0"/>
            </a:br>
            <a:r>
              <a:rPr lang="en-US" sz="800" b="1" dirty="0"/>
              <a:t>(1913 – 2001)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98E13BC-D509-9D6C-D5AF-36AA26F1B6B2}"/>
                  </a:ext>
                </a:extLst>
              </p:cNvPr>
              <p:cNvSpPr txBox="1"/>
              <p:nvPr/>
            </p:nvSpPr>
            <p:spPr bwMode="gray">
              <a:xfrm>
                <a:off x="4512389" y="3666227"/>
                <a:ext cx="1849665" cy="169277"/>
              </a:xfrm>
              <a:prstGeom prst="rect">
                <a:avLst/>
              </a:prstGeom>
              <a:noFill/>
            </p:spPr>
            <p:txBody>
              <a:bodyPr wrap="square" lIns="0" tIns="0" rIns="0" bIns="0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1100" i="1" dirty="0" smtClean="0">
                          <a:latin typeface="Cambria Math" panose="02040503050406030204" pitchFamily="18" charset="0"/>
                        </a:rPr>
                        <m:t> 4.49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100" b="0" i="0" dirty="0" smtClean="0">
                          <a:latin typeface="Cambria Math" panose="02040503050406030204" pitchFamily="18" charset="0"/>
                        </a:rPr>
                        <m:t>bits</m:t>
                      </m:r>
                    </m:oMath>
                  </m:oMathPara>
                </a14:m>
                <a:endParaRPr lang="en-US" sz="1100" b="1" dirty="0"/>
              </a:p>
            </p:txBody>
          </p:sp>
        </mc:Choice>
        <mc:Fallback xmlns=""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A98E13BC-D509-9D6C-D5AF-36AA26F1B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512389" y="3666227"/>
                <a:ext cx="1849665" cy="169277"/>
              </a:xfrm>
              <a:prstGeom prst="rect">
                <a:avLst/>
              </a:prstGeom>
              <a:blipFill>
                <a:blip r:embed="rId4"/>
                <a:stretch>
                  <a:fillRect t="-7143" b="-3571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3C1D99-6495-2C4F-E96C-C24272AA1D1E}"/>
                  </a:ext>
                </a:extLst>
              </p:cNvPr>
              <p:cNvSpPr txBox="1"/>
              <p:nvPr/>
            </p:nvSpPr>
            <p:spPr bwMode="gray">
              <a:xfrm>
                <a:off x="2092272" y="2836670"/>
                <a:ext cx="2374722" cy="4410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256</m:t>
                          </m:r>
                        </m:sup>
                        <m:e>
                          <m:f>
                            <m:f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256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100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100" b="0" i="1" smtClean="0">
                                          <a:latin typeface="Cambria Math" panose="02040503050406030204" pitchFamily="18" charset="0"/>
                                        </a:rPr>
                                        <m:t>256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3C1D99-6495-2C4F-E96C-C24272AA1D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92272" y="2836670"/>
                <a:ext cx="2374722" cy="441083"/>
              </a:xfrm>
              <a:prstGeom prst="rect">
                <a:avLst/>
              </a:prstGeom>
              <a:blipFill>
                <a:blip r:embed="rId5"/>
                <a:stretch>
                  <a:fillRect t="-125000" b="-18888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997F9C-3339-2755-200B-C0B8336B33EA}"/>
                  </a:ext>
                </a:extLst>
              </p:cNvPr>
              <p:cNvSpPr txBox="1"/>
              <p:nvPr/>
            </p:nvSpPr>
            <p:spPr bwMode="gray">
              <a:xfrm>
                <a:off x="4108906" y="2848112"/>
                <a:ext cx="1674125" cy="4138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1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10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sz="11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100" i="1">
                                      <a:latin typeface="Cambria Math" panose="02040503050406030204" pitchFamily="18" charset="0"/>
                                    </a:rPr>
                                    <m:t>256</m:t>
                                  </m:r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E997F9C-3339-2755-200B-C0B8336B33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108906" y="2848112"/>
                <a:ext cx="1674125" cy="4138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78E25-DB84-784C-69E3-6099C14BDA9F}"/>
                  </a:ext>
                </a:extLst>
              </p:cNvPr>
              <p:cNvSpPr txBox="1"/>
              <p:nvPr/>
            </p:nvSpPr>
            <p:spPr bwMode="gray">
              <a:xfrm>
                <a:off x="5398205" y="2948563"/>
                <a:ext cx="715875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100" b="0" i="0" smtClean="0">
                          <a:latin typeface="Cambria Math" panose="02040503050406030204" pitchFamily="18" charset="0"/>
                        </a:rPr>
                        <m:t>bits</m:t>
                      </m:r>
                    </m:oMath>
                  </m:oMathPara>
                </a14:m>
                <a:endParaRPr lang="de-DE" sz="11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FA78E25-DB84-784C-69E3-6099C14BD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398205" y="2948563"/>
                <a:ext cx="715875" cy="261610"/>
              </a:xfrm>
              <a:prstGeom prst="rect">
                <a:avLst/>
              </a:prstGeom>
              <a:blipFill>
                <a:blip r:embed="rId7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 48">
            <a:extLst>
              <a:ext uri="{FF2B5EF4-FFF2-40B4-BE49-F238E27FC236}">
                <a16:creationId xmlns:a16="http://schemas.microsoft.com/office/drawing/2014/main" id="{00DEA8BD-6280-C485-177C-72B54334DBCE}"/>
              </a:ext>
            </a:extLst>
          </p:cNvPr>
          <p:cNvSpPr/>
          <p:nvPr/>
        </p:nvSpPr>
        <p:spPr>
          <a:xfrm>
            <a:off x="3153664" y="4950236"/>
            <a:ext cx="49107" cy="55632"/>
          </a:xfrm>
          <a:custGeom>
            <a:avLst/>
            <a:gdLst>
              <a:gd name="connsiteX0" fmla="*/ 49108 w 49107"/>
              <a:gd name="connsiteY0" fmla="*/ 25589 h 55632"/>
              <a:gd name="connsiteX1" fmla="*/ 49108 w 49107"/>
              <a:gd name="connsiteY1" fmla="*/ 29850 h 55632"/>
              <a:gd name="connsiteX2" fmla="*/ 9084 w 49107"/>
              <a:gd name="connsiteY2" fmla="*/ 29850 h 55632"/>
              <a:gd name="connsiteX3" fmla="*/ 14476 w 49107"/>
              <a:gd name="connsiteY3" fmla="*/ 43574 h 55632"/>
              <a:gd name="connsiteX4" fmla="*/ 28008 w 49107"/>
              <a:gd name="connsiteY4" fmla="*/ 48255 h 55632"/>
              <a:gd name="connsiteX5" fmla="*/ 37706 w 49107"/>
              <a:gd name="connsiteY5" fmla="*/ 47028 h 55632"/>
              <a:gd name="connsiteX6" fmla="*/ 47073 w 49107"/>
              <a:gd name="connsiteY6" fmla="*/ 43339 h 55632"/>
              <a:gd name="connsiteX7" fmla="*/ 47073 w 49107"/>
              <a:gd name="connsiteY7" fmla="*/ 51566 h 55632"/>
              <a:gd name="connsiteX8" fmla="*/ 37469 w 49107"/>
              <a:gd name="connsiteY8" fmla="*/ 54591 h 55632"/>
              <a:gd name="connsiteX9" fmla="*/ 27487 w 49107"/>
              <a:gd name="connsiteY9" fmla="*/ 55633 h 55632"/>
              <a:gd name="connsiteX10" fmla="*/ 7380 w 49107"/>
              <a:gd name="connsiteY10" fmla="*/ 48255 h 55632"/>
              <a:gd name="connsiteX11" fmla="*/ 0 w 49107"/>
              <a:gd name="connsiteY11" fmla="*/ 28287 h 55632"/>
              <a:gd name="connsiteX12" fmla="*/ 7002 w 49107"/>
              <a:gd name="connsiteY12" fmla="*/ 7664 h 55632"/>
              <a:gd name="connsiteX13" fmla="*/ 25973 w 49107"/>
              <a:gd name="connsiteY13" fmla="*/ 0 h 55632"/>
              <a:gd name="connsiteX14" fmla="*/ 42863 w 49107"/>
              <a:gd name="connsiteY14" fmla="*/ 6908 h 55632"/>
              <a:gd name="connsiteX15" fmla="*/ 49108 w 49107"/>
              <a:gd name="connsiteY15" fmla="*/ 25589 h 55632"/>
              <a:gd name="connsiteX16" fmla="*/ 40403 w 49107"/>
              <a:gd name="connsiteY16" fmla="*/ 23034 h 55632"/>
              <a:gd name="connsiteX17" fmla="*/ 36381 w 49107"/>
              <a:gd name="connsiteY17" fmla="*/ 11640 h 55632"/>
              <a:gd name="connsiteX18" fmla="*/ 26068 w 49107"/>
              <a:gd name="connsiteY18" fmla="*/ 7378 h 55632"/>
              <a:gd name="connsiteX19" fmla="*/ 14382 w 49107"/>
              <a:gd name="connsiteY19" fmla="*/ 11496 h 55632"/>
              <a:gd name="connsiteX20" fmla="*/ 9367 w 49107"/>
              <a:gd name="connsiteY20" fmla="*/ 23085 h 55632"/>
              <a:gd name="connsiteX21" fmla="*/ 40403 w 49107"/>
              <a:gd name="connsiteY21" fmla="*/ 23034 h 5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49107" h="55632">
                <a:moveTo>
                  <a:pt x="49108" y="25589"/>
                </a:moveTo>
                <a:lnTo>
                  <a:pt x="49108" y="29850"/>
                </a:lnTo>
                <a:lnTo>
                  <a:pt x="9084" y="29850"/>
                </a:lnTo>
                <a:cubicBezTo>
                  <a:pt x="9462" y="35849"/>
                  <a:pt x="11259" y="40417"/>
                  <a:pt x="14476" y="43574"/>
                </a:cubicBezTo>
                <a:cubicBezTo>
                  <a:pt x="17725" y="46691"/>
                  <a:pt x="22236" y="48255"/>
                  <a:pt x="28008" y="48255"/>
                </a:cubicBezTo>
                <a:cubicBezTo>
                  <a:pt x="31350" y="48255"/>
                  <a:pt x="34584" y="47846"/>
                  <a:pt x="37706" y="47028"/>
                </a:cubicBezTo>
                <a:cubicBezTo>
                  <a:pt x="40860" y="46201"/>
                  <a:pt x="43982" y="44974"/>
                  <a:pt x="47073" y="43339"/>
                </a:cubicBezTo>
                <a:lnTo>
                  <a:pt x="47073" y="51566"/>
                </a:lnTo>
                <a:cubicBezTo>
                  <a:pt x="43951" y="52894"/>
                  <a:pt x="40750" y="53906"/>
                  <a:pt x="37469" y="54591"/>
                </a:cubicBezTo>
                <a:cubicBezTo>
                  <a:pt x="34189" y="55285"/>
                  <a:pt x="30862" y="55633"/>
                  <a:pt x="27487" y="55633"/>
                </a:cubicBezTo>
                <a:cubicBezTo>
                  <a:pt x="19034" y="55633"/>
                  <a:pt x="12331" y="53170"/>
                  <a:pt x="7380" y="48255"/>
                </a:cubicBezTo>
                <a:cubicBezTo>
                  <a:pt x="2460" y="43339"/>
                  <a:pt x="0" y="36676"/>
                  <a:pt x="0" y="28287"/>
                </a:cubicBezTo>
                <a:cubicBezTo>
                  <a:pt x="0" y="19610"/>
                  <a:pt x="2334" y="12743"/>
                  <a:pt x="7002" y="7664"/>
                </a:cubicBezTo>
                <a:cubicBezTo>
                  <a:pt x="11702" y="2555"/>
                  <a:pt x="18026" y="0"/>
                  <a:pt x="25973" y="0"/>
                </a:cubicBezTo>
                <a:cubicBezTo>
                  <a:pt x="33101" y="0"/>
                  <a:pt x="38731" y="2299"/>
                  <a:pt x="42863" y="6908"/>
                </a:cubicBezTo>
                <a:cubicBezTo>
                  <a:pt x="47026" y="11476"/>
                  <a:pt x="49108" y="17710"/>
                  <a:pt x="49108" y="25589"/>
                </a:cubicBezTo>
                <a:moveTo>
                  <a:pt x="40403" y="23034"/>
                </a:moveTo>
                <a:cubicBezTo>
                  <a:pt x="40340" y="18272"/>
                  <a:pt x="38999" y="14470"/>
                  <a:pt x="36381" y="11640"/>
                </a:cubicBezTo>
                <a:cubicBezTo>
                  <a:pt x="33795" y="8799"/>
                  <a:pt x="30357" y="7378"/>
                  <a:pt x="26068" y="7378"/>
                </a:cubicBezTo>
                <a:cubicBezTo>
                  <a:pt x="21211" y="7378"/>
                  <a:pt x="17315" y="8747"/>
                  <a:pt x="14382" y="11496"/>
                </a:cubicBezTo>
                <a:cubicBezTo>
                  <a:pt x="11480" y="14245"/>
                  <a:pt x="9808" y="18108"/>
                  <a:pt x="9367" y="23085"/>
                </a:cubicBezTo>
                <a:lnTo>
                  <a:pt x="40403" y="23034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0" name="Freeform 49">
            <a:extLst>
              <a:ext uri="{FF2B5EF4-FFF2-40B4-BE49-F238E27FC236}">
                <a16:creationId xmlns:a16="http://schemas.microsoft.com/office/drawing/2014/main" id="{5EA20A7E-ECE2-7C11-1B74-9025DC26AFFB}"/>
              </a:ext>
            </a:extLst>
          </p:cNvPr>
          <p:cNvSpPr/>
          <p:nvPr/>
        </p:nvSpPr>
        <p:spPr>
          <a:xfrm>
            <a:off x="3282971" y="4936471"/>
            <a:ext cx="33070" cy="68028"/>
          </a:xfrm>
          <a:custGeom>
            <a:avLst/>
            <a:gdLst>
              <a:gd name="connsiteX0" fmla="*/ 15139 w 33070"/>
              <a:gd name="connsiteY0" fmla="*/ 0 h 68028"/>
              <a:gd name="connsiteX1" fmla="*/ 15139 w 33070"/>
              <a:gd name="connsiteY1" fmla="*/ 15042 h 68028"/>
              <a:gd name="connsiteX2" fmla="*/ 33070 w 33070"/>
              <a:gd name="connsiteY2" fmla="*/ 15042 h 68028"/>
              <a:gd name="connsiteX3" fmla="*/ 33070 w 33070"/>
              <a:gd name="connsiteY3" fmla="*/ 21808 h 68028"/>
              <a:gd name="connsiteX4" fmla="*/ 15139 w 33070"/>
              <a:gd name="connsiteY4" fmla="*/ 21808 h 68028"/>
              <a:gd name="connsiteX5" fmla="*/ 15139 w 33070"/>
              <a:gd name="connsiteY5" fmla="*/ 50574 h 68028"/>
              <a:gd name="connsiteX6" fmla="*/ 16889 w 33070"/>
              <a:gd name="connsiteY6" fmla="*/ 58893 h 68028"/>
              <a:gd name="connsiteX7" fmla="*/ 24128 w 33070"/>
              <a:gd name="connsiteY7" fmla="*/ 60742 h 68028"/>
              <a:gd name="connsiteX8" fmla="*/ 33070 w 33070"/>
              <a:gd name="connsiteY8" fmla="*/ 60742 h 68028"/>
              <a:gd name="connsiteX9" fmla="*/ 33070 w 33070"/>
              <a:gd name="connsiteY9" fmla="*/ 68029 h 68028"/>
              <a:gd name="connsiteX10" fmla="*/ 24128 w 33070"/>
              <a:gd name="connsiteY10" fmla="*/ 68029 h 68028"/>
              <a:gd name="connsiteX11" fmla="*/ 10219 w 33070"/>
              <a:gd name="connsiteY11" fmla="*/ 64288 h 68028"/>
              <a:gd name="connsiteX12" fmla="*/ 6387 w 33070"/>
              <a:gd name="connsiteY12" fmla="*/ 50574 h 68028"/>
              <a:gd name="connsiteX13" fmla="*/ 6387 w 33070"/>
              <a:gd name="connsiteY13" fmla="*/ 21808 h 68028"/>
              <a:gd name="connsiteX14" fmla="*/ 0 w 33070"/>
              <a:gd name="connsiteY14" fmla="*/ 21808 h 68028"/>
              <a:gd name="connsiteX15" fmla="*/ 0 w 33070"/>
              <a:gd name="connsiteY15" fmla="*/ 15042 h 68028"/>
              <a:gd name="connsiteX16" fmla="*/ 6387 w 33070"/>
              <a:gd name="connsiteY16" fmla="*/ 15042 h 68028"/>
              <a:gd name="connsiteX17" fmla="*/ 6387 w 33070"/>
              <a:gd name="connsiteY17" fmla="*/ 0 h 68028"/>
              <a:gd name="connsiteX18" fmla="*/ 15139 w 33070"/>
              <a:gd name="connsiteY18" fmla="*/ 0 h 680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070" h="68028">
                <a:moveTo>
                  <a:pt x="15139" y="0"/>
                </a:moveTo>
                <a:lnTo>
                  <a:pt x="15139" y="15042"/>
                </a:lnTo>
                <a:lnTo>
                  <a:pt x="33070" y="15042"/>
                </a:lnTo>
                <a:lnTo>
                  <a:pt x="33070" y="21808"/>
                </a:lnTo>
                <a:lnTo>
                  <a:pt x="15139" y="21808"/>
                </a:lnTo>
                <a:lnTo>
                  <a:pt x="15139" y="50574"/>
                </a:lnTo>
                <a:cubicBezTo>
                  <a:pt x="15139" y="54897"/>
                  <a:pt x="15722" y="57666"/>
                  <a:pt x="16889" y="58893"/>
                </a:cubicBezTo>
                <a:cubicBezTo>
                  <a:pt x="18088" y="60129"/>
                  <a:pt x="20502" y="60742"/>
                  <a:pt x="24128" y="60742"/>
                </a:cubicBezTo>
                <a:lnTo>
                  <a:pt x="33070" y="60742"/>
                </a:lnTo>
                <a:lnTo>
                  <a:pt x="33070" y="68029"/>
                </a:lnTo>
                <a:lnTo>
                  <a:pt x="24128" y="68029"/>
                </a:lnTo>
                <a:cubicBezTo>
                  <a:pt x="17410" y="68029"/>
                  <a:pt x="12774" y="66782"/>
                  <a:pt x="10219" y="64288"/>
                </a:cubicBezTo>
                <a:cubicBezTo>
                  <a:pt x="7664" y="61764"/>
                  <a:pt x="6387" y="57196"/>
                  <a:pt x="6387" y="50574"/>
                </a:cubicBezTo>
                <a:lnTo>
                  <a:pt x="6387" y="21808"/>
                </a:lnTo>
                <a:lnTo>
                  <a:pt x="0" y="21808"/>
                </a:lnTo>
                <a:lnTo>
                  <a:pt x="0" y="15042"/>
                </a:lnTo>
                <a:lnTo>
                  <a:pt x="6387" y="15042"/>
                </a:lnTo>
                <a:lnTo>
                  <a:pt x="6387" y="0"/>
                </a:lnTo>
                <a:lnTo>
                  <a:pt x="15139" y="0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Freeform 50">
            <a:extLst>
              <a:ext uri="{FF2B5EF4-FFF2-40B4-BE49-F238E27FC236}">
                <a16:creationId xmlns:a16="http://schemas.microsoft.com/office/drawing/2014/main" id="{2840AE85-DDF4-7A7B-00BF-8136E9BA682E}"/>
              </a:ext>
            </a:extLst>
          </p:cNvPr>
          <p:cNvSpPr/>
          <p:nvPr/>
        </p:nvSpPr>
        <p:spPr>
          <a:xfrm>
            <a:off x="3398605" y="4930881"/>
            <a:ext cx="44377" cy="73618"/>
          </a:xfrm>
          <a:custGeom>
            <a:avLst/>
            <a:gdLst>
              <a:gd name="connsiteX0" fmla="*/ 44378 w 44377"/>
              <a:gd name="connsiteY0" fmla="*/ 41633 h 73618"/>
              <a:gd name="connsiteX1" fmla="*/ 44378 w 44377"/>
              <a:gd name="connsiteY1" fmla="*/ 73618 h 73618"/>
              <a:gd name="connsiteX2" fmla="*/ 35672 w 44377"/>
              <a:gd name="connsiteY2" fmla="*/ 73618 h 73618"/>
              <a:gd name="connsiteX3" fmla="*/ 35672 w 44377"/>
              <a:gd name="connsiteY3" fmla="*/ 41919 h 73618"/>
              <a:gd name="connsiteX4" fmla="*/ 32739 w 44377"/>
              <a:gd name="connsiteY4" fmla="*/ 30657 h 73618"/>
              <a:gd name="connsiteX5" fmla="*/ 23939 w 44377"/>
              <a:gd name="connsiteY5" fmla="*/ 26927 h 73618"/>
              <a:gd name="connsiteX6" fmla="*/ 12821 w 44377"/>
              <a:gd name="connsiteY6" fmla="*/ 31414 h 73618"/>
              <a:gd name="connsiteX7" fmla="*/ 8753 w 44377"/>
              <a:gd name="connsiteY7" fmla="*/ 43666 h 73618"/>
              <a:gd name="connsiteX8" fmla="*/ 8753 w 44377"/>
              <a:gd name="connsiteY8" fmla="*/ 73618 h 73618"/>
              <a:gd name="connsiteX9" fmla="*/ 0 w 44377"/>
              <a:gd name="connsiteY9" fmla="*/ 73618 h 73618"/>
              <a:gd name="connsiteX10" fmla="*/ 0 w 44377"/>
              <a:gd name="connsiteY10" fmla="*/ 0 h 73618"/>
              <a:gd name="connsiteX11" fmla="*/ 8753 w 44377"/>
              <a:gd name="connsiteY11" fmla="*/ 0 h 73618"/>
              <a:gd name="connsiteX12" fmla="*/ 8753 w 44377"/>
              <a:gd name="connsiteY12" fmla="*/ 28859 h 73618"/>
              <a:gd name="connsiteX13" fmla="*/ 16086 w 44377"/>
              <a:gd name="connsiteY13" fmla="*/ 21716 h 73618"/>
              <a:gd name="connsiteX14" fmla="*/ 25879 w 44377"/>
              <a:gd name="connsiteY14" fmla="*/ 19355 h 73618"/>
              <a:gd name="connsiteX15" fmla="*/ 39693 w 44377"/>
              <a:gd name="connsiteY15" fmla="*/ 25027 h 73618"/>
              <a:gd name="connsiteX16" fmla="*/ 44378 w 44377"/>
              <a:gd name="connsiteY16" fmla="*/ 41633 h 73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377" h="73618">
                <a:moveTo>
                  <a:pt x="44378" y="41633"/>
                </a:moveTo>
                <a:lnTo>
                  <a:pt x="44378" y="73618"/>
                </a:lnTo>
                <a:lnTo>
                  <a:pt x="35672" y="73618"/>
                </a:lnTo>
                <a:lnTo>
                  <a:pt x="35672" y="41919"/>
                </a:lnTo>
                <a:cubicBezTo>
                  <a:pt x="35672" y="36901"/>
                  <a:pt x="34694" y="33151"/>
                  <a:pt x="32739" y="30657"/>
                </a:cubicBezTo>
                <a:cubicBezTo>
                  <a:pt x="30784" y="28174"/>
                  <a:pt x="27850" y="26927"/>
                  <a:pt x="23939" y="26927"/>
                </a:cubicBezTo>
                <a:cubicBezTo>
                  <a:pt x="19240" y="26927"/>
                  <a:pt x="15534" y="28419"/>
                  <a:pt x="12821" y="31414"/>
                </a:cubicBezTo>
                <a:cubicBezTo>
                  <a:pt x="10109" y="34408"/>
                  <a:pt x="8753" y="38495"/>
                  <a:pt x="8753" y="43666"/>
                </a:cubicBezTo>
                <a:lnTo>
                  <a:pt x="8753" y="73618"/>
                </a:lnTo>
                <a:lnTo>
                  <a:pt x="0" y="73618"/>
                </a:lnTo>
                <a:lnTo>
                  <a:pt x="0" y="0"/>
                </a:lnTo>
                <a:lnTo>
                  <a:pt x="8753" y="0"/>
                </a:lnTo>
                <a:lnTo>
                  <a:pt x="8753" y="28859"/>
                </a:lnTo>
                <a:cubicBezTo>
                  <a:pt x="10834" y="25681"/>
                  <a:pt x="13279" y="23300"/>
                  <a:pt x="16086" y="21716"/>
                </a:cubicBezTo>
                <a:cubicBezTo>
                  <a:pt x="18924" y="20142"/>
                  <a:pt x="22189" y="19355"/>
                  <a:pt x="25879" y="19355"/>
                </a:cubicBezTo>
                <a:cubicBezTo>
                  <a:pt x="31966" y="19355"/>
                  <a:pt x="36571" y="21246"/>
                  <a:pt x="39693" y="25027"/>
                </a:cubicBezTo>
                <a:cubicBezTo>
                  <a:pt x="42816" y="28777"/>
                  <a:pt x="44378" y="34316"/>
                  <a:pt x="44378" y="41633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2" name="Freeform 51">
            <a:extLst>
              <a:ext uri="{FF2B5EF4-FFF2-40B4-BE49-F238E27FC236}">
                <a16:creationId xmlns:a16="http://schemas.microsoft.com/office/drawing/2014/main" id="{81AD85E2-256D-543A-5F93-02F3BB301CC6}"/>
              </a:ext>
            </a:extLst>
          </p:cNvPr>
          <p:cNvSpPr/>
          <p:nvPr/>
        </p:nvSpPr>
        <p:spPr>
          <a:xfrm>
            <a:off x="3519705" y="4950236"/>
            <a:ext cx="44750" cy="55632"/>
          </a:xfrm>
          <a:custGeom>
            <a:avLst/>
            <a:gdLst>
              <a:gd name="connsiteX0" fmla="*/ 27388 w 44750"/>
              <a:gd name="connsiteY0" fmla="*/ 27633 h 55632"/>
              <a:gd name="connsiteX1" fmla="*/ 12775 w 44750"/>
              <a:gd name="connsiteY1" fmla="*/ 30044 h 55632"/>
              <a:gd name="connsiteX2" fmla="*/ 8705 w 44750"/>
              <a:gd name="connsiteY2" fmla="*/ 38271 h 55632"/>
              <a:gd name="connsiteX3" fmla="*/ 11733 w 44750"/>
              <a:gd name="connsiteY3" fmla="*/ 45649 h 55632"/>
              <a:gd name="connsiteX4" fmla="*/ 20061 w 44750"/>
              <a:gd name="connsiteY4" fmla="*/ 48347 h 55632"/>
              <a:gd name="connsiteX5" fmla="*/ 31650 w 44750"/>
              <a:gd name="connsiteY5" fmla="*/ 43237 h 55632"/>
              <a:gd name="connsiteX6" fmla="*/ 36054 w 44750"/>
              <a:gd name="connsiteY6" fmla="*/ 29564 h 55632"/>
              <a:gd name="connsiteX7" fmla="*/ 36054 w 44750"/>
              <a:gd name="connsiteY7" fmla="*/ 27633 h 55632"/>
              <a:gd name="connsiteX8" fmla="*/ 27388 w 44750"/>
              <a:gd name="connsiteY8" fmla="*/ 27633 h 55632"/>
              <a:gd name="connsiteX9" fmla="*/ 44750 w 44750"/>
              <a:gd name="connsiteY9" fmla="*/ 24035 h 55632"/>
              <a:gd name="connsiteX10" fmla="*/ 44750 w 44750"/>
              <a:gd name="connsiteY10" fmla="*/ 54263 h 55632"/>
              <a:gd name="connsiteX11" fmla="*/ 36054 w 44750"/>
              <a:gd name="connsiteY11" fmla="*/ 54263 h 55632"/>
              <a:gd name="connsiteX12" fmla="*/ 36054 w 44750"/>
              <a:gd name="connsiteY12" fmla="*/ 46221 h 55632"/>
              <a:gd name="connsiteX13" fmla="*/ 28625 w 44750"/>
              <a:gd name="connsiteY13" fmla="*/ 53364 h 55632"/>
              <a:gd name="connsiteX14" fmla="*/ 17741 w 44750"/>
              <a:gd name="connsiteY14" fmla="*/ 55633 h 55632"/>
              <a:gd name="connsiteX15" fmla="*/ 4777 w 44750"/>
              <a:gd name="connsiteY15" fmla="*/ 51096 h 55632"/>
              <a:gd name="connsiteX16" fmla="*/ 0 w 44750"/>
              <a:gd name="connsiteY16" fmla="*/ 38843 h 55632"/>
              <a:gd name="connsiteX17" fmla="*/ 5961 w 44750"/>
              <a:gd name="connsiteY17" fmla="*/ 25354 h 55632"/>
              <a:gd name="connsiteX18" fmla="*/ 23842 w 44750"/>
              <a:gd name="connsiteY18" fmla="*/ 20816 h 55632"/>
              <a:gd name="connsiteX19" fmla="*/ 36054 w 44750"/>
              <a:gd name="connsiteY19" fmla="*/ 20816 h 55632"/>
              <a:gd name="connsiteX20" fmla="*/ 36054 w 44750"/>
              <a:gd name="connsiteY20" fmla="*/ 19968 h 55632"/>
              <a:gd name="connsiteX21" fmla="*/ 32079 w 44750"/>
              <a:gd name="connsiteY21" fmla="*/ 10689 h 55632"/>
              <a:gd name="connsiteX22" fmla="*/ 21001 w 44750"/>
              <a:gd name="connsiteY22" fmla="*/ 7378 h 55632"/>
              <a:gd name="connsiteX23" fmla="*/ 12159 w 44750"/>
              <a:gd name="connsiteY23" fmla="*/ 8472 h 55632"/>
              <a:gd name="connsiteX24" fmla="*/ 3879 w 44750"/>
              <a:gd name="connsiteY24" fmla="*/ 11732 h 55632"/>
              <a:gd name="connsiteX25" fmla="*/ 3879 w 44750"/>
              <a:gd name="connsiteY25" fmla="*/ 3689 h 55632"/>
              <a:gd name="connsiteX26" fmla="*/ 13153 w 44750"/>
              <a:gd name="connsiteY26" fmla="*/ 940 h 55632"/>
              <a:gd name="connsiteX27" fmla="*/ 21901 w 44750"/>
              <a:gd name="connsiteY27" fmla="*/ 0 h 55632"/>
              <a:gd name="connsiteX28" fmla="*/ 39079 w 44750"/>
              <a:gd name="connsiteY28" fmla="*/ 5958 h 55632"/>
              <a:gd name="connsiteX29" fmla="*/ 44750 w 44750"/>
              <a:gd name="connsiteY29" fmla="*/ 24035 h 5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4750" h="55632">
                <a:moveTo>
                  <a:pt x="27388" y="27633"/>
                </a:moveTo>
                <a:cubicBezTo>
                  <a:pt x="20357" y="27633"/>
                  <a:pt x="15483" y="28440"/>
                  <a:pt x="12775" y="30044"/>
                </a:cubicBezTo>
                <a:cubicBezTo>
                  <a:pt x="10062" y="31649"/>
                  <a:pt x="8705" y="34398"/>
                  <a:pt x="8705" y="38271"/>
                </a:cubicBezTo>
                <a:cubicBezTo>
                  <a:pt x="8705" y="41367"/>
                  <a:pt x="9714" y="43820"/>
                  <a:pt x="11733" y="45649"/>
                </a:cubicBezTo>
                <a:cubicBezTo>
                  <a:pt x="13787" y="47447"/>
                  <a:pt x="16556" y="48347"/>
                  <a:pt x="20061" y="48347"/>
                </a:cubicBezTo>
                <a:cubicBezTo>
                  <a:pt x="24885" y="48347"/>
                  <a:pt x="28747" y="46640"/>
                  <a:pt x="31650" y="43237"/>
                </a:cubicBezTo>
                <a:cubicBezTo>
                  <a:pt x="34582" y="39803"/>
                  <a:pt x="36054" y="35246"/>
                  <a:pt x="36054" y="29564"/>
                </a:cubicBezTo>
                <a:lnTo>
                  <a:pt x="36054" y="27633"/>
                </a:lnTo>
                <a:lnTo>
                  <a:pt x="27388" y="27633"/>
                </a:lnTo>
                <a:moveTo>
                  <a:pt x="44750" y="24035"/>
                </a:moveTo>
                <a:lnTo>
                  <a:pt x="44750" y="54263"/>
                </a:lnTo>
                <a:lnTo>
                  <a:pt x="36054" y="54263"/>
                </a:lnTo>
                <a:lnTo>
                  <a:pt x="36054" y="46221"/>
                </a:lnTo>
                <a:cubicBezTo>
                  <a:pt x="34061" y="49440"/>
                  <a:pt x="31588" y="51821"/>
                  <a:pt x="28625" y="53364"/>
                </a:cubicBezTo>
                <a:cubicBezTo>
                  <a:pt x="25661" y="54877"/>
                  <a:pt x="22033" y="55633"/>
                  <a:pt x="17741" y="55633"/>
                </a:cubicBezTo>
                <a:cubicBezTo>
                  <a:pt x="12315" y="55633"/>
                  <a:pt x="7995" y="54120"/>
                  <a:pt x="4777" y="51096"/>
                </a:cubicBezTo>
                <a:cubicBezTo>
                  <a:pt x="1592" y="48040"/>
                  <a:pt x="0" y="43952"/>
                  <a:pt x="0" y="38843"/>
                </a:cubicBezTo>
                <a:cubicBezTo>
                  <a:pt x="0" y="32885"/>
                  <a:pt x="1987" y="28389"/>
                  <a:pt x="5961" y="25354"/>
                </a:cubicBezTo>
                <a:cubicBezTo>
                  <a:pt x="9966" y="22329"/>
                  <a:pt x="15922" y="20816"/>
                  <a:pt x="23842" y="20816"/>
                </a:cubicBezTo>
                <a:lnTo>
                  <a:pt x="36054" y="20816"/>
                </a:lnTo>
                <a:lnTo>
                  <a:pt x="36054" y="19968"/>
                </a:lnTo>
                <a:cubicBezTo>
                  <a:pt x="36054" y="15962"/>
                  <a:pt x="34726" y="12866"/>
                  <a:pt x="32079" y="10689"/>
                </a:cubicBezTo>
                <a:cubicBezTo>
                  <a:pt x="29453" y="8482"/>
                  <a:pt x="25763" y="7378"/>
                  <a:pt x="21001" y="7378"/>
                </a:cubicBezTo>
                <a:cubicBezTo>
                  <a:pt x="17976" y="7378"/>
                  <a:pt x="15033" y="7746"/>
                  <a:pt x="12159" y="8472"/>
                </a:cubicBezTo>
                <a:cubicBezTo>
                  <a:pt x="9288" y="9197"/>
                  <a:pt x="6529" y="10280"/>
                  <a:pt x="3879" y="11732"/>
                </a:cubicBezTo>
                <a:lnTo>
                  <a:pt x="3879" y="3689"/>
                </a:lnTo>
                <a:cubicBezTo>
                  <a:pt x="7064" y="2453"/>
                  <a:pt x="10156" y="1543"/>
                  <a:pt x="13153" y="940"/>
                </a:cubicBezTo>
                <a:cubicBezTo>
                  <a:pt x="16147" y="317"/>
                  <a:pt x="19070" y="0"/>
                  <a:pt x="21901" y="0"/>
                </a:cubicBezTo>
                <a:cubicBezTo>
                  <a:pt x="29565" y="0"/>
                  <a:pt x="35288" y="1982"/>
                  <a:pt x="39079" y="5958"/>
                </a:cubicBezTo>
                <a:cubicBezTo>
                  <a:pt x="42860" y="9933"/>
                  <a:pt x="44750" y="15952"/>
                  <a:pt x="44750" y="24035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9F395EA0-C230-96BF-9E63-E5906CA4EE73}"/>
              </a:ext>
            </a:extLst>
          </p:cNvPr>
          <p:cNvSpPr/>
          <p:nvPr/>
        </p:nvSpPr>
        <p:spPr>
          <a:xfrm>
            <a:off x="3639055" y="4950236"/>
            <a:ext cx="48632" cy="55632"/>
          </a:xfrm>
          <a:custGeom>
            <a:avLst/>
            <a:gdLst>
              <a:gd name="connsiteX0" fmla="*/ 24311 w 48632"/>
              <a:gd name="connsiteY0" fmla="*/ 7378 h 55632"/>
              <a:gd name="connsiteX1" fmla="*/ 13244 w 48632"/>
              <a:gd name="connsiteY1" fmla="*/ 12866 h 55632"/>
              <a:gd name="connsiteX2" fmla="*/ 9177 w 48632"/>
              <a:gd name="connsiteY2" fmla="*/ 27816 h 55632"/>
              <a:gd name="connsiteX3" fmla="*/ 13193 w 48632"/>
              <a:gd name="connsiteY3" fmla="*/ 42818 h 55632"/>
              <a:gd name="connsiteX4" fmla="*/ 24311 w 48632"/>
              <a:gd name="connsiteY4" fmla="*/ 48255 h 55632"/>
              <a:gd name="connsiteX5" fmla="*/ 35338 w 48632"/>
              <a:gd name="connsiteY5" fmla="*/ 42767 h 55632"/>
              <a:gd name="connsiteX6" fmla="*/ 39405 w 48632"/>
              <a:gd name="connsiteY6" fmla="*/ 27816 h 55632"/>
              <a:gd name="connsiteX7" fmla="*/ 35338 w 48632"/>
              <a:gd name="connsiteY7" fmla="*/ 12917 h 55632"/>
              <a:gd name="connsiteX8" fmla="*/ 24311 w 48632"/>
              <a:gd name="connsiteY8" fmla="*/ 7378 h 55632"/>
              <a:gd name="connsiteX9" fmla="*/ 24311 w 48632"/>
              <a:gd name="connsiteY9" fmla="*/ 0 h 55632"/>
              <a:gd name="connsiteX10" fmla="*/ 42154 w 48632"/>
              <a:gd name="connsiteY10" fmla="*/ 7378 h 55632"/>
              <a:gd name="connsiteX11" fmla="*/ 48633 w 48632"/>
              <a:gd name="connsiteY11" fmla="*/ 27816 h 55632"/>
              <a:gd name="connsiteX12" fmla="*/ 42154 w 48632"/>
              <a:gd name="connsiteY12" fmla="*/ 48255 h 55632"/>
              <a:gd name="connsiteX13" fmla="*/ 24311 w 48632"/>
              <a:gd name="connsiteY13" fmla="*/ 55633 h 55632"/>
              <a:gd name="connsiteX14" fmla="*/ 6428 w 48632"/>
              <a:gd name="connsiteY14" fmla="*/ 48255 h 55632"/>
              <a:gd name="connsiteX15" fmla="*/ 0 w 48632"/>
              <a:gd name="connsiteY15" fmla="*/ 27816 h 55632"/>
              <a:gd name="connsiteX16" fmla="*/ 6428 w 48632"/>
              <a:gd name="connsiteY16" fmla="*/ 7378 h 55632"/>
              <a:gd name="connsiteX17" fmla="*/ 24311 w 48632"/>
              <a:gd name="connsiteY17" fmla="*/ 0 h 5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48632" h="55632">
                <a:moveTo>
                  <a:pt x="24311" y="7378"/>
                </a:moveTo>
                <a:cubicBezTo>
                  <a:pt x="19641" y="7378"/>
                  <a:pt x="15952" y="9207"/>
                  <a:pt x="13244" y="12866"/>
                </a:cubicBezTo>
                <a:cubicBezTo>
                  <a:pt x="10536" y="16494"/>
                  <a:pt x="9177" y="21470"/>
                  <a:pt x="9177" y="27816"/>
                </a:cubicBezTo>
                <a:cubicBezTo>
                  <a:pt x="9177" y="34163"/>
                  <a:pt x="10515" y="39160"/>
                  <a:pt x="13193" y="42818"/>
                </a:cubicBezTo>
                <a:cubicBezTo>
                  <a:pt x="15911" y="46446"/>
                  <a:pt x="19621" y="48255"/>
                  <a:pt x="24311" y="48255"/>
                </a:cubicBezTo>
                <a:cubicBezTo>
                  <a:pt x="28951" y="48255"/>
                  <a:pt x="32630" y="46425"/>
                  <a:pt x="35338" y="42767"/>
                </a:cubicBezTo>
                <a:cubicBezTo>
                  <a:pt x="38046" y="39109"/>
                  <a:pt x="39405" y="34122"/>
                  <a:pt x="39405" y="27816"/>
                </a:cubicBezTo>
                <a:cubicBezTo>
                  <a:pt x="39405" y="21542"/>
                  <a:pt x="38046" y="16575"/>
                  <a:pt x="35338" y="12917"/>
                </a:cubicBezTo>
                <a:cubicBezTo>
                  <a:pt x="32630" y="9228"/>
                  <a:pt x="28951" y="7378"/>
                  <a:pt x="24311" y="7378"/>
                </a:cubicBezTo>
                <a:moveTo>
                  <a:pt x="24311" y="0"/>
                </a:moveTo>
                <a:cubicBezTo>
                  <a:pt x="31884" y="0"/>
                  <a:pt x="37831" y="2463"/>
                  <a:pt x="42154" y="7378"/>
                </a:cubicBezTo>
                <a:cubicBezTo>
                  <a:pt x="46476" y="12294"/>
                  <a:pt x="48633" y="19110"/>
                  <a:pt x="48633" y="27816"/>
                </a:cubicBezTo>
                <a:cubicBezTo>
                  <a:pt x="48633" y="36492"/>
                  <a:pt x="46476" y="43298"/>
                  <a:pt x="42154" y="48255"/>
                </a:cubicBezTo>
                <a:cubicBezTo>
                  <a:pt x="37831" y="53170"/>
                  <a:pt x="31884" y="55633"/>
                  <a:pt x="24311" y="55633"/>
                </a:cubicBezTo>
                <a:cubicBezTo>
                  <a:pt x="16718" y="55633"/>
                  <a:pt x="10751" y="53170"/>
                  <a:pt x="6428" y="48255"/>
                </a:cubicBezTo>
                <a:cubicBezTo>
                  <a:pt x="2146" y="43298"/>
                  <a:pt x="0" y="36492"/>
                  <a:pt x="0" y="27816"/>
                </a:cubicBezTo>
                <a:cubicBezTo>
                  <a:pt x="0" y="19110"/>
                  <a:pt x="2146" y="12294"/>
                  <a:pt x="6428" y="7378"/>
                </a:cubicBezTo>
                <a:cubicBezTo>
                  <a:pt x="10751" y="2463"/>
                  <a:pt x="16718" y="0"/>
                  <a:pt x="24311" y="0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4" name="Freeform 53">
            <a:extLst>
              <a:ext uri="{FF2B5EF4-FFF2-40B4-BE49-F238E27FC236}">
                <a16:creationId xmlns:a16="http://schemas.microsoft.com/office/drawing/2014/main" id="{E9784ABA-7566-3BD8-1402-89953623AC67}"/>
              </a:ext>
            </a:extLst>
          </p:cNvPr>
          <p:cNvSpPr/>
          <p:nvPr/>
        </p:nvSpPr>
        <p:spPr>
          <a:xfrm>
            <a:off x="3762471" y="4950236"/>
            <a:ext cx="44371" cy="54263"/>
          </a:xfrm>
          <a:custGeom>
            <a:avLst/>
            <a:gdLst>
              <a:gd name="connsiteX0" fmla="*/ 44371 w 44371"/>
              <a:gd name="connsiteY0" fmla="*/ 22278 h 54263"/>
              <a:gd name="connsiteX1" fmla="*/ 44371 w 44371"/>
              <a:gd name="connsiteY1" fmla="*/ 54263 h 54263"/>
              <a:gd name="connsiteX2" fmla="*/ 35675 w 44371"/>
              <a:gd name="connsiteY2" fmla="*/ 54263 h 54263"/>
              <a:gd name="connsiteX3" fmla="*/ 35675 w 44371"/>
              <a:gd name="connsiteY3" fmla="*/ 22564 h 54263"/>
              <a:gd name="connsiteX4" fmla="*/ 32742 w 44371"/>
              <a:gd name="connsiteY4" fmla="*/ 11302 h 54263"/>
              <a:gd name="connsiteX5" fmla="*/ 23943 w 44371"/>
              <a:gd name="connsiteY5" fmla="*/ 7572 h 54263"/>
              <a:gd name="connsiteX6" fmla="*/ 12825 w 44371"/>
              <a:gd name="connsiteY6" fmla="*/ 12059 h 54263"/>
              <a:gd name="connsiteX7" fmla="*/ 8747 w 44371"/>
              <a:gd name="connsiteY7" fmla="*/ 24311 h 54263"/>
              <a:gd name="connsiteX8" fmla="*/ 8747 w 44371"/>
              <a:gd name="connsiteY8" fmla="*/ 54263 h 54263"/>
              <a:gd name="connsiteX9" fmla="*/ 0 w 44371"/>
              <a:gd name="connsiteY9" fmla="*/ 54263 h 54263"/>
              <a:gd name="connsiteX10" fmla="*/ 0 w 44371"/>
              <a:gd name="connsiteY10" fmla="*/ 1277 h 54263"/>
              <a:gd name="connsiteX11" fmla="*/ 8747 w 44371"/>
              <a:gd name="connsiteY11" fmla="*/ 1277 h 54263"/>
              <a:gd name="connsiteX12" fmla="*/ 8747 w 44371"/>
              <a:gd name="connsiteY12" fmla="*/ 9504 h 54263"/>
              <a:gd name="connsiteX13" fmla="*/ 16085 w 44371"/>
              <a:gd name="connsiteY13" fmla="*/ 2361 h 54263"/>
              <a:gd name="connsiteX14" fmla="*/ 25875 w 44371"/>
              <a:gd name="connsiteY14" fmla="*/ 0 h 54263"/>
              <a:gd name="connsiteX15" fmla="*/ 39691 w 44371"/>
              <a:gd name="connsiteY15" fmla="*/ 5672 h 54263"/>
              <a:gd name="connsiteX16" fmla="*/ 44371 w 44371"/>
              <a:gd name="connsiteY16" fmla="*/ 22278 h 5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371" h="54263">
                <a:moveTo>
                  <a:pt x="44371" y="22278"/>
                </a:moveTo>
                <a:lnTo>
                  <a:pt x="44371" y="54263"/>
                </a:lnTo>
                <a:lnTo>
                  <a:pt x="35675" y="54263"/>
                </a:lnTo>
                <a:lnTo>
                  <a:pt x="35675" y="22564"/>
                </a:lnTo>
                <a:cubicBezTo>
                  <a:pt x="35675" y="17546"/>
                  <a:pt x="34694" y="13796"/>
                  <a:pt x="32742" y="11302"/>
                </a:cubicBezTo>
                <a:cubicBezTo>
                  <a:pt x="30790" y="8819"/>
                  <a:pt x="27857" y="7572"/>
                  <a:pt x="23943" y="7572"/>
                </a:cubicBezTo>
                <a:cubicBezTo>
                  <a:pt x="19243" y="7572"/>
                  <a:pt x="15533" y="9064"/>
                  <a:pt x="12825" y="12059"/>
                </a:cubicBezTo>
                <a:cubicBezTo>
                  <a:pt x="10107" y="15053"/>
                  <a:pt x="8747" y="19140"/>
                  <a:pt x="8747" y="24311"/>
                </a:cubicBezTo>
                <a:lnTo>
                  <a:pt x="8747" y="54263"/>
                </a:lnTo>
                <a:lnTo>
                  <a:pt x="0" y="54263"/>
                </a:lnTo>
                <a:lnTo>
                  <a:pt x="0" y="1277"/>
                </a:lnTo>
                <a:lnTo>
                  <a:pt x="8747" y="1277"/>
                </a:lnTo>
                <a:lnTo>
                  <a:pt x="8747" y="9504"/>
                </a:lnTo>
                <a:cubicBezTo>
                  <a:pt x="10832" y="6326"/>
                  <a:pt x="13275" y="3945"/>
                  <a:pt x="16085" y="2361"/>
                </a:cubicBezTo>
                <a:cubicBezTo>
                  <a:pt x="18926" y="787"/>
                  <a:pt x="22186" y="0"/>
                  <a:pt x="25875" y="0"/>
                </a:cubicBezTo>
                <a:cubicBezTo>
                  <a:pt x="31965" y="0"/>
                  <a:pt x="36574" y="1891"/>
                  <a:pt x="39691" y="5672"/>
                </a:cubicBezTo>
                <a:cubicBezTo>
                  <a:pt x="42808" y="9422"/>
                  <a:pt x="44371" y="14961"/>
                  <a:pt x="44371" y="22278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5" name="Freeform 54">
            <a:extLst>
              <a:ext uri="{FF2B5EF4-FFF2-40B4-BE49-F238E27FC236}">
                <a16:creationId xmlns:a16="http://schemas.microsoft.com/office/drawing/2014/main" id="{3193E15C-A65B-833E-2547-E3D82C5B0446}"/>
              </a:ext>
            </a:extLst>
          </p:cNvPr>
          <p:cNvSpPr/>
          <p:nvPr/>
        </p:nvSpPr>
        <p:spPr>
          <a:xfrm>
            <a:off x="3885703" y="4950236"/>
            <a:ext cx="40488" cy="55632"/>
          </a:xfrm>
          <a:custGeom>
            <a:avLst/>
            <a:gdLst>
              <a:gd name="connsiteX0" fmla="*/ 37657 w 40488"/>
              <a:gd name="connsiteY0" fmla="*/ 2841 h 55632"/>
              <a:gd name="connsiteX1" fmla="*/ 37657 w 40488"/>
              <a:gd name="connsiteY1" fmla="*/ 11067 h 55632"/>
              <a:gd name="connsiteX2" fmla="*/ 29993 w 40488"/>
              <a:gd name="connsiteY2" fmla="*/ 8226 h 55632"/>
              <a:gd name="connsiteX3" fmla="*/ 21757 w 40488"/>
              <a:gd name="connsiteY3" fmla="*/ 7286 h 55632"/>
              <a:gd name="connsiteX4" fmla="*/ 12007 w 40488"/>
              <a:gd name="connsiteY4" fmla="*/ 9269 h 55632"/>
              <a:gd name="connsiteX5" fmla="*/ 8799 w 40488"/>
              <a:gd name="connsiteY5" fmla="*/ 15237 h 55632"/>
              <a:gd name="connsiteX6" fmla="*/ 11108 w 40488"/>
              <a:gd name="connsiteY6" fmla="*/ 20009 h 55632"/>
              <a:gd name="connsiteX7" fmla="*/ 20438 w 40488"/>
              <a:gd name="connsiteY7" fmla="*/ 23279 h 55632"/>
              <a:gd name="connsiteX8" fmla="*/ 23412 w 40488"/>
              <a:gd name="connsiteY8" fmla="*/ 23933 h 55632"/>
              <a:gd name="connsiteX9" fmla="*/ 36564 w 40488"/>
              <a:gd name="connsiteY9" fmla="*/ 29564 h 55632"/>
              <a:gd name="connsiteX10" fmla="*/ 40488 w 40488"/>
              <a:gd name="connsiteY10" fmla="*/ 39640 h 55632"/>
              <a:gd name="connsiteX11" fmla="*/ 34622 w 40488"/>
              <a:gd name="connsiteY11" fmla="*/ 51331 h 55632"/>
              <a:gd name="connsiteX12" fmla="*/ 18589 w 40488"/>
              <a:gd name="connsiteY12" fmla="*/ 55633 h 55632"/>
              <a:gd name="connsiteX13" fmla="*/ 9698 w 40488"/>
              <a:gd name="connsiteY13" fmla="*/ 54785 h 55632"/>
              <a:gd name="connsiteX14" fmla="*/ 0 w 40488"/>
              <a:gd name="connsiteY14" fmla="*/ 52322 h 55632"/>
              <a:gd name="connsiteX15" fmla="*/ 0 w 40488"/>
              <a:gd name="connsiteY15" fmla="*/ 43339 h 55632"/>
              <a:gd name="connsiteX16" fmla="*/ 9504 w 40488"/>
              <a:gd name="connsiteY16" fmla="*/ 47120 h 55632"/>
              <a:gd name="connsiteX17" fmla="*/ 18772 w 40488"/>
              <a:gd name="connsiteY17" fmla="*/ 48347 h 55632"/>
              <a:gd name="connsiteX18" fmla="*/ 28235 w 40488"/>
              <a:gd name="connsiteY18" fmla="*/ 46272 h 55632"/>
              <a:gd name="connsiteX19" fmla="*/ 31546 w 40488"/>
              <a:gd name="connsiteY19" fmla="*/ 40304 h 55632"/>
              <a:gd name="connsiteX20" fmla="*/ 29135 w 40488"/>
              <a:gd name="connsiteY20" fmla="*/ 34868 h 55632"/>
              <a:gd name="connsiteX21" fmla="*/ 18681 w 40488"/>
              <a:gd name="connsiteY21" fmla="*/ 31219 h 55632"/>
              <a:gd name="connsiteX22" fmla="*/ 15656 w 40488"/>
              <a:gd name="connsiteY22" fmla="*/ 30514 h 55632"/>
              <a:gd name="connsiteX23" fmla="*/ 3965 w 40488"/>
              <a:gd name="connsiteY23" fmla="*/ 25313 h 55632"/>
              <a:gd name="connsiteX24" fmla="*/ 378 w 40488"/>
              <a:gd name="connsiteY24" fmla="*/ 15615 h 55632"/>
              <a:gd name="connsiteX25" fmla="*/ 5672 w 40488"/>
              <a:gd name="connsiteY25" fmla="*/ 4067 h 55632"/>
              <a:gd name="connsiteX26" fmla="*/ 20714 w 40488"/>
              <a:gd name="connsiteY26" fmla="*/ 0 h 55632"/>
              <a:gd name="connsiteX27" fmla="*/ 29799 w 40488"/>
              <a:gd name="connsiteY27" fmla="*/ 705 h 55632"/>
              <a:gd name="connsiteX28" fmla="*/ 37657 w 40488"/>
              <a:gd name="connsiteY28" fmla="*/ 2841 h 5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0488" h="55632">
                <a:moveTo>
                  <a:pt x="37657" y="2841"/>
                </a:moveTo>
                <a:lnTo>
                  <a:pt x="37657" y="11067"/>
                </a:lnTo>
                <a:cubicBezTo>
                  <a:pt x="35195" y="9810"/>
                  <a:pt x="32640" y="8860"/>
                  <a:pt x="29993" y="8226"/>
                </a:cubicBezTo>
                <a:cubicBezTo>
                  <a:pt x="27346" y="7603"/>
                  <a:pt x="24597" y="7286"/>
                  <a:pt x="21757" y="7286"/>
                </a:cubicBezTo>
                <a:cubicBezTo>
                  <a:pt x="17434" y="7286"/>
                  <a:pt x="14184" y="7950"/>
                  <a:pt x="12007" y="9269"/>
                </a:cubicBezTo>
                <a:cubicBezTo>
                  <a:pt x="9872" y="10597"/>
                  <a:pt x="8799" y="12590"/>
                  <a:pt x="8799" y="15237"/>
                </a:cubicBezTo>
                <a:cubicBezTo>
                  <a:pt x="8799" y="17250"/>
                  <a:pt x="9565" y="18844"/>
                  <a:pt x="11108" y="20009"/>
                </a:cubicBezTo>
                <a:cubicBezTo>
                  <a:pt x="12651" y="21143"/>
                  <a:pt x="15768" y="22237"/>
                  <a:pt x="20438" y="23279"/>
                </a:cubicBezTo>
                <a:lnTo>
                  <a:pt x="23412" y="23933"/>
                </a:lnTo>
                <a:cubicBezTo>
                  <a:pt x="29595" y="25262"/>
                  <a:pt x="33979" y="27142"/>
                  <a:pt x="36564" y="29564"/>
                </a:cubicBezTo>
                <a:cubicBezTo>
                  <a:pt x="39180" y="31965"/>
                  <a:pt x="40488" y="35317"/>
                  <a:pt x="40488" y="39640"/>
                </a:cubicBezTo>
                <a:cubicBezTo>
                  <a:pt x="40488" y="44566"/>
                  <a:pt x="38536" y="48459"/>
                  <a:pt x="34622" y="51331"/>
                </a:cubicBezTo>
                <a:cubicBezTo>
                  <a:pt x="30749" y="54202"/>
                  <a:pt x="25405" y="55633"/>
                  <a:pt x="18589" y="55633"/>
                </a:cubicBezTo>
                <a:cubicBezTo>
                  <a:pt x="15748" y="55633"/>
                  <a:pt x="12784" y="55347"/>
                  <a:pt x="9698" y="54785"/>
                </a:cubicBezTo>
                <a:cubicBezTo>
                  <a:pt x="6642" y="54243"/>
                  <a:pt x="3403" y="53426"/>
                  <a:pt x="0" y="52322"/>
                </a:cubicBezTo>
                <a:lnTo>
                  <a:pt x="0" y="43339"/>
                </a:lnTo>
                <a:cubicBezTo>
                  <a:pt x="3219" y="45005"/>
                  <a:pt x="6387" y="46272"/>
                  <a:pt x="9504" y="47120"/>
                </a:cubicBezTo>
                <a:cubicBezTo>
                  <a:pt x="12621" y="47938"/>
                  <a:pt x="15717" y="48347"/>
                  <a:pt x="18772" y="48347"/>
                </a:cubicBezTo>
                <a:cubicBezTo>
                  <a:pt x="22870" y="48347"/>
                  <a:pt x="26028" y="47652"/>
                  <a:pt x="28235" y="46272"/>
                </a:cubicBezTo>
                <a:cubicBezTo>
                  <a:pt x="30443" y="44852"/>
                  <a:pt x="31546" y="42859"/>
                  <a:pt x="31546" y="40304"/>
                </a:cubicBezTo>
                <a:cubicBezTo>
                  <a:pt x="31546" y="37944"/>
                  <a:pt x="30739" y="36125"/>
                  <a:pt x="29135" y="34868"/>
                </a:cubicBezTo>
                <a:cubicBezTo>
                  <a:pt x="27561" y="33611"/>
                  <a:pt x="24076" y="32395"/>
                  <a:pt x="18681" y="31219"/>
                </a:cubicBezTo>
                <a:lnTo>
                  <a:pt x="15656" y="30514"/>
                </a:lnTo>
                <a:cubicBezTo>
                  <a:pt x="10260" y="29380"/>
                  <a:pt x="6366" y="27643"/>
                  <a:pt x="3965" y="25313"/>
                </a:cubicBezTo>
                <a:cubicBezTo>
                  <a:pt x="1574" y="22942"/>
                  <a:pt x="378" y="19713"/>
                  <a:pt x="378" y="15615"/>
                </a:cubicBezTo>
                <a:cubicBezTo>
                  <a:pt x="378" y="10628"/>
                  <a:pt x="2146" y="6775"/>
                  <a:pt x="5672" y="4067"/>
                </a:cubicBezTo>
                <a:cubicBezTo>
                  <a:pt x="9207" y="1359"/>
                  <a:pt x="14225" y="0"/>
                  <a:pt x="20714" y="0"/>
                </a:cubicBezTo>
                <a:cubicBezTo>
                  <a:pt x="23933" y="0"/>
                  <a:pt x="26968" y="235"/>
                  <a:pt x="29799" y="705"/>
                </a:cubicBezTo>
                <a:cubicBezTo>
                  <a:pt x="32640" y="1185"/>
                  <a:pt x="35256" y="1891"/>
                  <a:pt x="37657" y="2841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Freeform 55">
            <a:extLst>
              <a:ext uri="{FF2B5EF4-FFF2-40B4-BE49-F238E27FC236}">
                <a16:creationId xmlns:a16="http://schemas.microsoft.com/office/drawing/2014/main" id="{2145F787-2FA3-97AA-46E8-C6CB0AB968E5}"/>
              </a:ext>
            </a:extLst>
          </p:cNvPr>
          <p:cNvSpPr/>
          <p:nvPr/>
        </p:nvSpPr>
        <p:spPr>
          <a:xfrm>
            <a:off x="4022884" y="4930881"/>
            <a:ext cx="8706" cy="73618"/>
          </a:xfrm>
          <a:custGeom>
            <a:avLst/>
            <a:gdLst>
              <a:gd name="connsiteX0" fmla="*/ 0 w 8706"/>
              <a:gd name="connsiteY0" fmla="*/ 20632 h 73618"/>
              <a:gd name="connsiteX1" fmla="*/ 8707 w 8706"/>
              <a:gd name="connsiteY1" fmla="*/ 20632 h 73618"/>
              <a:gd name="connsiteX2" fmla="*/ 8707 w 8706"/>
              <a:gd name="connsiteY2" fmla="*/ 73618 h 73618"/>
              <a:gd name="connsiteX3" fmla="*/ 0 w 8706"/>
              <a:gd name="connsiteY3" fmla="*/ 73618 h 73618"/>
              <a:gd name="connsiteX4" fmla="*/ 0 w 8706"/>
              <a:gd name="connsiteY4" fmla="*/ 20632 h 73618"/>
              <a:gd name="connsiteX5" fmla="*/ 0 w 8706"/>
              <a:gd name="connsiteY5" fmla="*/ 0 h 73618"/>
              <a:gd name="connsiteX6" fmla="*/ 8707 w 8706"/>
              <a:gd name="connsiteY6" fmla="*/ 0 h 73618"/>
              <a:gd name="connsiteX7" fmla="*/ 8707 w 8706"/>
              <a:gd name="connsiteY7" fmla="*/ 11026 h 73618"/>
              <a:gd name="connsiteX8" fmla="*/ 0 w 8706"/>
              <a:gd name="connsiteY8" fmla="*/ 11026 h 73618"/>
              <a:gd name="connsiteX9" fmla="*/ 0 w 8706"/>
              <a:gd name="connsiteY9" fmla="*/ 0 h 73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706" h="73618">
                <a:moveTo>
                  <a:pt x="0" y="20632"/>
                </a:moveTo>
                <a:lnTo>
                  <a:pt x="8707" y="20632"/>
                </a:lnTo>
                <a:lnTo>
                  <a:pt x="8707" y="73618"/>
                </a:lnTo>
                <a:lnTo>
                  <a:pt x="0" y="73618"/>
                </a:lnTo>
                <a:lnTo>
                  <a:pt x="0" y="20632"/>
                </a:lnTo>
                <a:moveTo>
                  <a:pt x="0" y="0"/>
                </a:moveTo>
                <a:lnTo>
                  <a:pt x="8707" y="0"/>
                </a:lnTo>
                <a:lnTo>
                  <a:pt x="8707" y="11026"/>
                </a:lnTo>
                <a:lnTo>
                  <a:pt x="0" y="110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Freeform 56">
            <a:extLst>
              <a:ext uri="{FF2B5EF4-FFF2-40B4-BE49-F238E27FC236}">
                <a16:creationId xmlns:a16="http://schemas.microsoft.com/office/drawing/2014/main" id="{8567695D-2403-4DE2-BB65-B417F5A0DEBB}"/>
              </a:ext>
            </a:extLst>
          </p:cNvPr>
          <p:cNvSpPr/>
          <p:nvPr/>
        </p:nvSpPr>
        <p:spPr>
          <a:xfrm>
            <a:off x="4133005" y="4950236"/>
            <a:ext cx="31035" cy="54263"/>
          </a:xfrm>
          <a:custGeom>
            <a:avLst/>
            <a:gdLst>
              <a:gd name="connsiteX0" fmla="*/ 31035 w 31035"/>
              <a:gd name="connsiteY0" fmla="*/ 9412 h 54263"/>
              <a:gd name="connsiteX1" fmla="*/ 27816 w 31035"/>
              <a:gd name="connsiteY1" fmla="*/ 8186 h 54263"/>
              <a:gd name="connsiteX2" fmla="*/ 24035 w 31035"/>
              <a:gd name="connsiteY2" fmla="*/ 7756 h 54263"/>
              <a:gd name="connsiteX3" fmla="*/ 12682 w 31035"/>
              <a:gd name="connsiteY3" fmla="*/ 12580 h 54263"/>
              <a:gd name="connsiteX4" fmla="*/ 8758 w 31035"/>
              <a:gd name="connsiteY4" fmla="*/ 26355 h 54263"/>
              <a:gd name="connsiteX5" fmla="*/ 8758 w 31035"/>
              <a:gd name="connsiteY5" fmla="*/ 54263 h 54263"/>
              <a:gd name="connsiteX6" fmla="*/ 0 w 31035"/>
              <a:gd name="connsiteY6" fmla="*/ 54263 h 54263"/>
              <a:gd name="connsiteX7" fmla="*/ 0 w 31035"/>
              <a:gd name="connsiteY7" fmla="*/ 1277 h 54263"/>
              <a:gd name="connsiteX8" fmla="*/ 8758 w 31035"/>
              <a:gd name="connsiteY8" fmla="*/ 1277 h 54263"/>
              <a:gd name="connsiteX9" fmla="*/ 8758 w 31035"/>
              <a:gd name="connsiteY9" fmla="*/ 9504 h 54263"/>
              <a:gd name="connsiteX10" fmla="*/ 15901 w 31035"/>
              <a:gd name="connsiteY10" fmla="*/ 2361 h 54263"/>
              <a:gd name="connsiteX11" fmla="*/ 26590 w 31035"/>
              <a:gd name="connsiteY11" fmla="*/ 0 h 54263"/>
              <a:gd name="connsiteX12" fmla="*/ 28573 w 31035"/>
              <a:gd name="connsiteY12" fmla="*/ 143 h 54263"/>
              <a:gd name="connsiteX13" fmla="*/ 30984 w 31035"/>
              <a:gd name="connsiteY13" fmla="*/ 470 h 54263"/>
              <a:gd name="connsiteX14" fmla="*/ 31035 w 31035"/>
              <a:gd name="connsiteY14" fmla="*/ 9412 h 5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1035" h="54263">
                <a:moveTo>
                  <a:pt x="31035" y="9412"/>
                </a:moveTo>
                <a:cubicBezTo>
                  <a:pt x="30065" y="8850"/>
                  <a:pt x="28992" y="8441"/>
                  <a:pt x="27816" y="8186"/>
                </a:cubicBezTo>
                <a:cubicBezTo>
                  <a:pt x="26682" y="7899"/>
                  <a:pt x="25425" y="7756"/>
                  <a:pt x="24035" y="7756"/>
                </a:cubicBezTo>
                <a:cubicBezTo>
                  <a:pt x="19120" y="7756"/>
                  <a:pt x="15329" y="9361"/>
                  <a:pt x="12682" y="12580"/>
                </a:cubicBezTo>
                <a:cubicBezTo>
                  <a:pt x="10066" y="15768"/>
                  <a:pt x="8758" y="20357"/>
                  <a:pt x="8758" y="26355"/>
                </a:cubicBezTo>
                <a:lnTo>
                  <a:pt x="8758" y="54263"/>
                </a:lnTo>
                <a:lnTo>
                  <a:pt x="0" y="54263"/>
                </a:lnTo>
                <a:lnTo>
                  <a:pt x="0" y="1277"/>
                </a:lnTo>
                <a:lnTo>
                  <a:pt x="8758" y="1277"/>
                </a:lnTo>
                <a:lnTo>
                  <a:pt x="8758" y="9504"/>
                </a:lnTo>
                <a:cubicBezTo>
                  <a:pt x="10587" y="6285"/>
                  <a:pt x="12968" y="3904"/>
                  <a:pt x="15901" y="2361"/>
                </a:cubicBezTo>
                <a:cubicBezTo>
                  <a:pt x="18834" y="787"/>
                  <a:pt x="22390" y="0"/>
                  <a:pt x="26590" y="0"/>
                </a:cubicBezTo>
                <a:cubicBezTo>
                  <a:pt x="27193" y="0"/>
                  <a:pt x="27847" y="51"/>
                  <a:pt x="28573" y="143"/>
                </a:cubicBezTo>
                <a:cubicBezTo>
                  <a:pt x="29298" y="204"/>
                  <a:pt x="30106" y="317"/>
                  <a:pt x="30984" y="470"/>
                </a:cubicBezTo>
                <a:lnTo>
                  <a:pt x="31035" y="9412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8" name="Freeform 57">
            <a:extLst>
              <a:ext uri="{FF2B5EF4-FFF2-40B4-BE49-F238E27FC236}">
                <a16:creationId xmlns:a16="http://schemas.microsoft.com/office/drawing/2014/main" id="{99BF1A83-6748-C41A-DAC3-F336E9EC7260}"/>
              </a:ext>
            </a:extLst>
          </p:cNvPr>
          <p:cNvSpPr/>
          <p:nvPr/>
        </p:nvSpPr>
        <p:spPr>
          <a:xfrm>
            <a:off x="4246131" y="4930881"/>
            <a:ext cx="47355" cy="74987"/>
          </a:xfrm>
          <a:custGeom>
            <a:avLst/>
            <a:gdLst>
              <a:gd name="connsiteX0" fmla="*/ 38659 w 47355"/>
              <a:gd name="connsiteY0" fmla="*/ 28675 h 74987"/>
              <a:gd name="connsiteX1" fmla="*/ 38659 w 47355"/>
              <a:gd name="connsiteY1" fmla="*/ 0 h 74987"/>
              <a:gd name="connsiteX2" fmla="*/ 47355 w 47355"/>
              <a:gd name="connsiteY2" fmla="*/ 0 h 74987"/>
              <a:gd name="connsiteX3" fmla="*/ 47355 w 47355"/>
              <a:gd name="connsiteY3" fmla="*/ 73618 h 74987"/>
              <a:gd name="connsiteX4" fmla="*/ 38659 w 47355"/>
              <a:gd name="connsiteY4" fmla="*/ 73618 h 74987"/>
              <a:gd name="connsiteX5" fmla="*/ 38659 w 47355"/>
              <a:gd name="connsiteY5" fmla="*/ 65668 h 74987"/>
              <a:gd name="connsiteX6" fmla="*/ 31700 w 47355"/>
              <a:gd name="connsiteY6" fmla="*/ 72719 h 74987"/>
              <a:gd name="connsiteX7" fmla="*/ 21675 w 47355"/>
              <a:gd name="connsiteY7" fmla="*/ 74988 h 74987"/>
              <a:gd name="connsiteX8" fmla="*/ 6009 w 47355"/>
              <a:gd name="connsiteY8" fmla="*/ 67323 h 74987"/>
              <a:gd name="connsiteX9" fmla="*/ 0 w 47355"/>
              <a:gd name="connsiteY9" fmla="*/ 47171 h 74987"/>
              <a:gd name="connsiteX10" fmla="*/ 6009 w 47355"/>
              <a:gd name="connsiteY10" fmla="*/ 27019 h 74987"/>
              <a:gd name="connsiteX11" fmla="*/ 21675 w 47355"/>
              <a:gd name="connsiteY11" fmla="*/ 19355 h 74987"/>
              <a:gd name="connsiteX12" fmla="*/ 31700 w 47355"/>
              <a:gd name="connsiteY12" fmla="*/ 21675 h 74987"/>
              <a:gd name="connsiteX13" fmla="*/ 38659 w 47355"/>
              <a:gd name="connsiteY13" fmla="*/ 28675 h 74987"/>
              <a:gd name="connsiteX14" fmla="*/ 8993 w 47355"/>
              <a:gd name="connsiteY14" fmla="*/ 47171 h 74987"/>
              <a:gd name="connsiteX15" fmla="*/ 12917 w 47355"/>
              <a:gd name="connsiteY15" fmla="*/ 62265 h 74987"/>
              <a:gd name="connsiteX16" fmla="*/ 23800 w 47355"/>
              <a:gd name="connsiteY16" fmla="*/ 67702 h 74987"/>
              <a:gd name="connsiteX17" fmla="*/ 34684 w 47355"/>
              <a:gd name="connsiteY17" fmla="*/ 62265 h 74987"/>
              <a:gd name="connsiteX18" fmla="*/ 38659 w 47355"/>
              <a:gd name="connsiteY18" fmla="*/ 47171 h 74987"/>
              <a:gd name="connsiteX19" fmla="*/ 34684 w 47355"/>
              <a:gd name="connsiteY19" fmla="*/ 32129 h 74987"/>
              <a:gd name="connsiteX20" fmla="*/ 23800 w 47355"/>
              <a:gd name="connsiteY20" fmla="*/ 26641 h 74987"/>
              <a:gd name="connsiteX21" fmla="*/ 12917 w 47355"/>
              <a:gd name="connsiteY21" fmla="*/ 32129 h 74987"/>
              <a:gd name="connsiteX22" fmla="*/ 8993 w 47355"/>
              <a:gd name="connsiteY22" fmla="*/ 47171 h 74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47355" h="74987">
                <a:moveTo>
                  <a:pt x="38659" y="28675"/>
                </a:moveTo>
                <a:lnTo>
                  <a:pt x="38659" y="0"/>
                </a:lnTo>
                <a:lnTo>
                  <a:pt x="47355" y="0"/>
                </a:lnTo>
                <a:lnTo>
                  <a:pt x="47355" y="73618"/>
                </a:lnTo>
                <a:lnTo>
                  <a:pt x="38659" y="73618"/>
                </a:lnTo>
                <a:lnTo>
                  <a:pt x="38659" y="65668"/>
                </a:lnTo>
                <a:cubicBezTo>
                  <a:pt x="36830" y="68826"/>
                  <a:pt x="34510" y="71176"/>
                  <a:pt x="31700" y="72719"/>
                </a:cubicBezTo>
                <a:cubicBezTo>
                  <a:pt x="28930" y="74232"/>
                  <a:pt x="25589" y="74988"/>
                  <a:pt x="21675" y="74988"/>
                </a:cubicBezTo>
                <a:cubicBezTo>
                  <a:pt x="15267" y="74988"/>
                  <a:pt x="10045" y="72433"/>
                  <a:pt x="6009" y="67323"/>
                </a:cubicBezTo>
                <a:cubicBezTo>
                  <a:pt x="2003" y="62214"/>
                  <a:pt x="0" y="55500"/>
                  <a:pt x="0" y="47171"/>
                </a:cubicBezTo>
                <a:cubicBezTo>
                  <a:pt x="0" y="38843"/>
                  <a:pt x="2003" y="32129"/>
                  <a:pt x="6009" y="27019"/>
                </a:cubicBezTo>
                <a:cubicBezTo>
                  <a:pt x="10045" y="21910"/>
                  <a:pt x="15267" y="19355"/>
                  <a:pt x="21675" y="19355"/>
                </a:cubicBezTo>
                <a:cubicBezTo>
                  <a:pt x="25589" y="19355"/>
                  <a:pt x="28930" y="20132"/>
                  <a:pt x="31700" y="21675"/>
                </a:cubicBezTo>
                <a:cubicBezTo>
                  <a:pt x="34510" y="23187"/>
                  <a:pt x="36830" y="25517"/>
                  <a:pt x="38659" y="28675"/>
                </a:cubicBezTo>
                <a:moveTo>
                  <a:pt x="8993" y="47171"/>
                </a:moveTo>
                <a:cubicBezTo>
                  <a:pt x="8993" y="53579"/>
                  <a:pt x="10301" y="58607"/>
                  <a:pt x="12917" y="62265"/>
                </a:cubicBezTo>
                <a:cubicBezTo>
                  <a:pt x="15564" y="65893"/>
                  <a:pt x="19191" y="67702"/>
                  <a:pt x="23800" y="67702"/>
                </a:cubicBezTo>
                <a:cubicBezTo>
                  <a:pt x="28409" y="67702"/>
                  <a:pt x="32037" y="65893"/>
                  <a:pt x="34684" y="62265"/>
                </a:cubicBezTo>
                <a:cubicBezTo>
                  <a:pt x="37330" y="58607"/>
                  <a:pt x="38659" y="53579"/>
                  <a:pt x="38659" y="47171"/>
                </a:cubicBezTo>
                <a:cubicBezTo>
                  <a:pt x="38659" y="40764"/>
                  <a:pt x="37330" y="35757"/>
                  <a:pt x="34684" y="32129"/>
                </a:cubicBezTo>
                <a:cubicBezTo>
                  <a:pt x="32037" y="28471"/>
                  <a:pt x="28409" y="26641"/>
                  <a:pt x="23800" y="26641"/>
                </a:cubicBezTo>
                <a:cubicBezTo>
                  <a:pt x="19191" y="26641"/>
                  <a:pt x="15564" y="28471"/>
                  <a:pt x="12917" y="32129"/>
                </a:cubicBezTo>
                <a:cubicBezTo>
                  <a:pt x="10301" y="35757"/>
                  <a:pt x="8993" y="40764"/>
                  <a:pt x="8993" y="47171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9" name="Freeform 58">
            <a:extLst>
              <a:ext uri="{FF2B5EF4-FFF2-40B4-BE49-F238E27FC236}">
                <a16:creationId xmlns:a16="http://schemas.microsoft.com/office/drawing/2014/main" id="{96B51A35-108D-B66E-C76B-96C815AC09E3}"/>
              </a:ext>
            </a:extLst>
          </p:cNvPr>
          <p:cNvSpPr/>
          <p:nvPr/>
        </p:nvSpPr>
        <p:spPr>
          <a:xfrm>
            <a:off x="4386746" y="4930881"/>
            <a:ext cx="8706" cy="73618"/>
          </a:xfrm>
          <a:custGeom>
            <a:avLst/>
            <a:gdLst>
              <a:gd name="connsiteX0" fmla="*/ 0 w 8706"/>
              <a:gd name="connsiteY0" fmla="*/ 0 h 73618"/>
              <a:gd name="connsiteX1" fmla="*/ 8707 w 8706"/>
              <a:gd name="connsiteY1" fmla="*/ 0 h 73618"/>
              <a:gd name="connsiteX2" fmla="*/ 8707 w 8706"/>
              <a:gd name="connsiteY2" fmla="*/ 73618 h 73618"/>
              <a:gd name="connsiteX3" fmla="*/ 0 w 8706"/>
              <a:gd name="connsiteY3" fmla="*/ 73618 h 73618"/>
              <a:gd name="connsiteX4" fmla="*/ 0 w 8706"/>
              <a:gd name="connsiteY4" fmla="*/ 0 h 73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06" h="73618">
                <a:moveTo>
                  <a:pt x="0" y="0"/>
                </a:moveTo>
                <a:lnTo>
                  <a:pt x="8707" y="0"/>
                </a:lnTo>
                <a:lnTo>
                  <a:pt x="8707" y="73618"/>
                </a:lnTo>
                <a:lnTo>
                  <a:pt x="0" y="736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0" name="Freeform 59">
            <a:extLst>
              <a:ext uri="{FF2B5EF4-FFF2-40B4-BE49-F238E27FC236}">
                <a16:creationId xmlns:a16="http://schemas.microsoft.com/office/drawing/2014/main" id="{628CFE45-915F-6049-E4D9-9C4C0AA9939F}"/>
              </a:ext>
            </a:extLst>
          </p:cNvPr>
          <p:cNvSpPr/>
          <p:nvPr/>
        </p:nvSpPr>
        <p:spPr>
          <a:xfrm>
            <a:off x="4490204" y="4950236"/>
            <a:ext cx="44371" cy="55632"/>
          </a:xfrm>
          <a:custGeom>
            <a:avLst/>
            <a:gdLst>
              <a:gd name="connsiteX0" fmla="*/ 0 w 44371"/>
              <a:gd name="connsiteY0" fmla="*/ 33355 h 55632"/>
              <a:gd name="connsiteX1" fmla="*/ 0 w 44371"/>
              <a:gd name="connsiteY1" fmla="*/ 1277 h 55632"/>
              <a:gd name="connsiteX2" fmla="*/ 8696 w 44371"/>
              <a:gd name="connsiteY2" fmla="*/ 1277 h 55632"/>
              <a:gd name="connsiteX3" fmla="*/ 8696 w 44371"/>
              <a:gd name="connsiteY3" fmla="*/ 33018 h 55632"/>
              <a:gd name="connsiteX4" fmla="*/ 11629 w 44371"/>
              <a:gd name="connsiteY4" fmla="*/ 44330 h 55632"/>
              <a:gd name="connsiteX5" fmla="*/ 20438 w 44371"/>
              <a:gd name="connsiteY5" fmla="*/ 48071 h 55632"/>
              <a:gd name="connsiteX6" fmla="*/ 31557 w 44371"/>
              <a:gd name="connsiteY6" fmla="*/ 43574 h 55632"/>
              <a:gd name="connsiteX7" fmla="*/ 35665 w 44371"/>
              <a:gd name="connsiteY7" fmla="*/ 31322 h 55632"/>
              <a:gd name="connsiteX8" fmla="*/ 35665 w 44371"/>
              <a:gd name="connsiteY8" fmla="*/ 1277 h 55632"/>
              <a:gd name="connsiteX9" fmla="*/ 44371 w 44371"/>
              <a:gd name="connsiteY9" fmla="*/ 1277 h 55632"/>
              <a:gd name="connsiteX10" fmla="*/ 44371 w 44371"/>
              <a:gd name="connsiteY10" fmla="*/ 54263 h 55632"/>
              <a:gd name="connsiteX11" fmla="*/ 35665 w 44371"/>
              <a:gd name="connsiteY11" fmla="*/ 54263 h 55632"/>
              <a:gd name="connsiteX12" fmla="*/ 35665 w 44371"/>
              <a:gd name="connsiteY12" fmla="*/ 46129 h 55632"/>
              <a:gd name="connsiteX13" fmla="*/ 28286 w 44371"/>
              <a:gd name="connsiteY13" fmla="*/ 53313 h 55632"/>
              <a:gd name="connsiteX14" fmla="*/ 18588 w 44371"/>
              <a:gd name="connsiteY14" fmla="*/ 55633 h 55632"/>
              <a:gd name="connsiteX15" fmla="*/ 4731 w 44371"/>
              <a:gd name="connsiteY15" fmla="*/ 49961 h 55632"/>
              <a:gd name="connsiteX16" fmla="*/ 0 w 44371"/>
              <a:gd name="connsiteY16" fmla="*/ 33355 h 55632"/>
              <a:gd name="connsiteX17" fmla="*/ 21899 w 44371"/>
              <a:gd name="connsiteY17" fmla="*/ 0 h 55632"/>
              <a:gd name="connsiteX18" fmla="*/ 21899 w 44371"/>
              <a:gd name="connsiteY18" fmla="*/ 0 h 55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44371" h="55632">
                <a:moveTo>
                  <a:pt x="0" y="33355"/>
                </a:moveTo>
                <a:lnTo>
                  <a:pt x="0" y="1277"/>
                </a:lnTo>
                <a:lnTo>
                  <a:pt x="8696" y="1277"/>
                </a:lnTo>
                <a:lnTo>
                  <a:pt x="8696" y="33018"/>
                </a:lnTo>
                <a:cubicBezTo>
                  <a:pt x="8696" y="38035"/>
                  <a:pt x="9677" y="41806"/>
                  <a:pt x="11629" y="44330"/>
                </a:cubicBezTo>
                <a:cubicBezTo>
                  <a:pt x="13591" y="46824"/>
                  <a:pt x="16524" y="48071"/>
                  <a:pt x="20438" y="48071"/>
                </a:cubicBezTo>
                <a:cubicBezTo>
                  <a:pt x="25129" y="48071"/>
                  <a:pt x="28838" y="46568"/>
                  <a:pt x="31557" y="43574"/>
                </a:cubicBezTo>
                <a:cubicBezTo>
                  <a:pt x="34295" y="40580"/>
                  <a:pt x="35665" y="36492"/>
                  <a:pt x="35665" y="31322"/>
                </a:cubicBezTo>
                <a:lnTo>
                  <a:pt x="35665" y="1277"/>
                </a:lnTo>
                <a:lnTo>
                  <a:pt x="44371" y="1277"/>
                </a:lnTo>
                <a:lnTo>
                  <a:pt x="44371" y="54263"/>
                </a:lnTo>
                <a:lnTo>
                  <a:pt x="35665" y="54263"/>
                </a:lnTo>
                <a:lnTo>
                  <a:pt x="35665" y="46129"/>
                </a:lnTo>
                <a:cubicBezTo>
                  <a:pt x="33549" y="49348"/>
                  <a:pt x="31097" y="51739"/>
                  <a:pt x="28286" y="53313"/>
                </a:cubicBezTo>
                <a:cubicBezTo>
                  <a:pt x="25517" y="54856"/>
                  <a:pt x="22278" y="55633"/>
                  <a:pt x="18588" y="55633"/>
                </a:cubicBezTo>
                <a:cubicBezTo>
                  <a:pt x="12508" y="55633"/>
                  <a:pt x="7889" y="53742"/>
                  <a:pt x="4731" y="49961"/>
                </a:cubicBezTo>
                <a:cubicBezTo>
                  <a:pt x="1574" y="46170"/>
                  <a:pt x="0" y="40641"/>
                  <a:pt x="0" y="33355"/>
                </a:cubicBezTo>
                <a:moveTo>
                  <a:pt x="21899" y="0"/>
                </a:moveTo>
                <a:lnTo>
                  <a:pt x="21899" y="0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1" name="Freeform 60">
            <a:extLst>
              <a:ext uri="{FF2B5EF4-FFF2-40B4-BE49-F238E27FC236}">
                <a16:creationId xmlns:a16="http://schemas.microsoft.com/office/drawing/2014/main" id="{6524B9D1-7541-757D-9193-58C0B3DFE72F}"/>
              </a:ext>
            </a:extLst>
          </p:cNvPr>
          <p:cNvSpPr/>
          <p:nvPr/>
        </p:nvSpPr>
        <p:spPr>
          <a:xfrm>
            <a:off x="4616809" y="4930881"/>
            <a:ext cx="33733" cy="73618"/>
          </a:xfrm>
          <a:custGeom>
            <a:avLst/>
            <a:gdLst>
              <a:gd name="connsiteX0" fmla="*/ 33733 w 33733"/>
              <a:gd name="connsiteY0" fmla="*/ 0 h 73618"/>
              <a:gd name="connsiteX1" fmla="*/ 33733 w 33733"/>
              <a:gd name="connsiteY1" fmla="*/ 7245 h 73618"/>
              <a:gd name="connsiteX2" fmla="*/ 25405 w 33733"/>
              <a:gd name="connsiteY2" fmla="*/ 7245 h 73618"/>
              <a:gd name="connsiteX3" fmla="*/ 18875 w 33733"/>
              <a:gd name="connsiteY3" fmla="*/ 9136 h 73618"/>
              <a:gd name="connsiteX4" fmla="*/ 17076 w 33733"/>
              <a:gd name="connsiteY4" fmla="*/ 15942 h 73618"/>
              <a:gd name="connsiteX5" fmla="*/ 17076 w 33733"/>
              <a:gd name="connsiteY5" fmla="*/ 20632 h 73618"/>
              <a:gd name="connsiteX6" fmla="*/ 31414 w 33733"/>
              <a:gd name="connsiteY6" fmla="*/ 20632 h 73618"/>
              <a:gd name="connsiteX7" fmla="*/ 31414 w 33733"/>
              <a:gd name="connsiteY7" fmla="*/ 27397 h 73618"/>
              <a:gd name="connsiteX8" fmla="*/ 17076 w 33733"/>
              <a:gd name="connsiteY8" fmla="*/ 27397 h 73618"/>
              <a:gd name="connsiteX9" fmla="*/ 17076 w 33733"/>
              <a:gd name="connsiteY9" fmla="*/ 73618 h 73618"/>
              <a:gd name="connsiteX10" fmla="*/ 8328 w 33733"/>
              <a:gd name="connsiteY10" fmla="*/ 73618 h 73618"/>
              <a:gd name="connsiteX11" fmla="*/ 8328 w 33733"/>
              <a:gd name="connsiteY11" fmla="*/ 27397 h 73618"/>
              <a:gd name="connsiteX12" fmla="*/ 0 w 33733"/>
              <a:gd name="connsiteY12" fmla="*/ 27397 h 73618"/>
              <a:gd name="connsiteX13" fmla="*/ 0 w 33733"/>
              <a:gd name="connsiteY13" fmla="*/ 20632 h 73618"/>
              <a:gd name="connsiteX14" fmla="*/ 8328 w 33733"/>
              <a:gd name="connsiteY14" fmla="*/ 20632 h 73618"/>
              <a:gd name="connsiteX15" fmla="*/ 8328 w 33733"/>
              <a:gd name="connsiteY15" fmla="*/ 16943 h 73618"/>
              <a:gd name="connsiteX16" fmla="*/ 12447 w 33733"/>
              <a:gd name="connsiteY16" fmla="*/ 4067 h 73618"/>
              <a:gd name="connsiteX17" fmla="*/ 25507 w 33733"/>
              <a:gd name="connsiteY17" fmla="*/ 0 h 73618"/>
              <a:gd name="connsiteX18" fmla="*/ 33733 w 33733"/>
              <a:gd name="connsiteY18" fmla="*/ 0 h 73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3733" h="73618">
                <a:moveTo>
                  <a:pt x="33733" y="0"/>
                </a:moveTo>
                <a:lnTo>
                  <a:pt x="33733" y="7245"/>
                </a:lnTo>
                <a:lnTo>
                  <a:pt x="25405" y="7245"/>
                </a:lnTo>
                <a:cubicBezTo>
                  <a:pt x="22288" y="7245"/>
                  <a:pt x="20111" y="7879"/>
                  <a:pt x="18875" y="9136"/>
                </a:cubicBezTo>
                <a:cubicBezTo>
                  <a:pt x="17679" y="10393"/>
                  <a:pt x="17076" y="12661"/>
                  <a:pt x="17076" y="15942"/>
                </a:cubicBezTo>
                <a:lnTo>
                  <a:pt x="17076" y="20632"/>
                </a:lnTo>
                <a:lnTo>
                  <a:pt x="31414" y="20632"/>
                </a:lnTo>
                <a:lnTo>
                  <a:pt x="31414" y="27397"/>
                </a:lnTo>
                <a:lnTo>
                  <a:pt x="17076" y="27397"/>
                </a:lnTo>
                <a:lnTo>
                  <a:pt x="17076" y="73618"/>
                </a:lnTo>
                <a:lnTo>
                  <a:pt x="8328" y="73618"/>
                </a:lnTo>
                <a:lnTo>
                  <a:pt x="8328" y="27397"/>
                </a:lnTo>
                <a:lnTo>
                  <a:pt x="0" y="27397"/>
                </a:lnTo>
                <a:lnTo>
                  <a:pt x="0" y="20632"/>
                </a:lnTo>
                <a:lnTo>
                  <a:pt x="8328" y="20632"/>
                </a:lnTo>
                <a:lnTo>
                  <a:pt x="8328" y="16943"/>
                </a:lnTo>
                <a:cubicBezTo>
                  <a:pt x="8328" y="11047"/>
                  <a:pt x="9698" y="6755"/>
                  <a:pt x="12447" y="4067"/>
                </a:cubicBezTo>
                <a:cubicBezTo>
                  <a:pt x="15196" y="1359"/>
                  <a:pt x="19549" y="0"/>
                  <a:pt x="25507" y="0"/>
                </a:cubicBezTo>
                <a:lnTo>
                  <a:pt x="33733" y="0"/>
                </a:ln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D43A2AD5-56DB-045E-B138-F6ECB8BB92B9}"/>
              </a:ext>
            </a:extLst>
          </p:cNvPr>
          <p:cNvSpPr/>
          <p:nvPr/>
        </p:nvSpPr>
        <p:spPr>
          <a:xfrm>
            <a:off x="4716291" y="4950236"/>
            <a:ext cx="77348" cy="54263"/>
          </a:xfrm>
          <a:custGeom>
            <a:avLst/>
            <a:gdLst>
              <a:gd name="connsiteX0" fmla="*/ 41582 w 77348"/>
              <a:gd name="connsiteY0" fmla="*/ 11445 h 54263"/>
              <a:gd name="connsiteX1" fmla="*/ 49389 w 77348"/>
              <a:gd name="connsiteY1" fmla="*/ 2790 h 54263"/>
              <a:gd name="connsiteX2" fmla="*/ 60078 w 77348"/>
              <a:gd name="connsiteY2" fmla="*/ 0 h 54263"/>
              <a:gd name="connsiteX3" fmla="*/ 72852 w 77348"/>
              <a:gd name="connsiteY3" fmla="*/ 5815 h 54263"/>
              <a:gd name="connsiteX4" fmla="*/ 77349 w 77348"/>
              <a:gd name="connsiteY4" fmla="*/ 22278 h 54263"/>
              <a:gd name="connsiteX5" fmla="*/ 77349 w 77348"/>
              <a:gd name="connsiteY5" fmla="*/ 54263 h 54263"/>
              <a:gd name="connsiteX6" fmla="*/ 68601 w 77348"/>
              <a:gd name="connsiteY6" fmla="*/ 54263 h 54263"/>
              <a:gd name="connsiteX7" fmla="*/ 68601 w 77348"/>
              <a:gd name="connsiteY7" fmla="*/ 22564 h 54263"/>
              <a:gd name="connsiteX8" fmla="*/ 65903 w 77348"/>
              <a:gd name="connsiteY8" fmla="*/ 11261 h 54263"/>
              <a:gd name="connsiteX9" fmla="*/ 57667 w 77348"/>
              <a:gd name="connsiteY9" fmla="*/ 7572 h 54263"/>
              <a:gd name="connsiteX10" fmla="*/ 46977 w 77348"/>
              <a:gd name="connsiteY10" fmla="*/ 12059 h 54263"/>
              <a:gd name="connsiteX11" fmla="*/ 43053 w 77348"/>
              <a:gd name="connsiteY11" fmla="*/ 24311 h 54263"/>
              <a:gd name="connsiteX12" fmla="*/ 43053 w 77348"/>
              <a:gd name="connsiteY12" fmla="*/ 54263 h 54263"/>
              <a:gd name="connsiteX13" fmla="*/ 34295 w 77348"/>
              <a:gd name="connsiteY13" fmla="*/ 54263 h 54263"/>
              <a:gd name="connsiteX14" fmla="*/ 34295 w 77348"/>
              <a:gd name="connsiteY14" fmla="*/ 22564 h 54263"/>
              <a:gd name="connsiteX15" fmla="*/ 31598 w 77348"/>
              <a:gd name="connsiteY15" fmla="*/ 11261 h 54263"/>
              <a:gd name="connsiteX16" fmla="*/ 23269 w 77348"/>
              <a:gd name="connsiteY16" fmla="*/ 7572 h 54263"/>
              <a:gd name="connsiteX17" fmla="*/ 12672 w 77348"/>
              <a:gd name="connsiteY17" fmla="*/ 12110 h 54263"/>
              <a:gd name="connsiteX18" fmla="*/ 8748 w 77348"/>
              <a:gd name="connsiteY18" fmla="*/ 24311 h 54263"/>
              <a:gd name="connsiteX19" fmla="*/ 8748 w 77348"/>
              <a:gd name="connsiteY19" fmla="*/ 54263 h 54263"/>
              <a:gd name="connsiteX20" fmla="*/ 0 w 77348"/>
              <a:gd name="connsiteY20" fmla="*/ 54263 h 54263"/>
              <a:gd name="connsiteX21" fmla="*/ 0 w 77348"/>
              <a:gd name="connsiteY21" fmla="*/ 1277 h 54263"/>
              <a:gd name="connsiteX22" fmla="*/ 8748 w 77348"/>
              <a:gd name="connsiteY22" fmla="*/ 1277 h 54263"/>
              <a:gd name="connsiteX23" fmla="*/ 8748 w 77348"/>
              <a:gd name="connsiteY23" fmla="*/ 9504 h 54263"/>
              <a:gd name="connsiteX24" fmla="*/ 15891 w 77348"/>
              <a:gd name="connsiteY24" fmla="*/ 2320 h 54263"/>
              <a:gd name="connsiteX25" fmla="*/ 25783 w 77348"/>
              <a:gd name="connsiteY25" fmla="*/ 0 h 54263"/>
              <a:gd name="connsiteX26" fmla="*/ 35573 w 77348"/>
              <a:gd name="connsiteY26" fmla="*/ 2933 h 54263"/>
              <a:gd name="connsiteX27" fmla="*/ 41582 w 77348"/>
              <a:gd name="connsiteY27" fmla="*/ 11445 h 54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77348" h="54263">
                <a:moveTo>
                  <a:pt x="41582" y="11445"/>
                </a:moveTo>
                <a:cubicBezTo>
                  <a:pt x="43758" y="7531"/>
                  <a:pt x="46364" y="4650"/>
                  <a:pt x="49389" y="2790"/>
                </a:cubicBezTo>
                <a:cubicBezTo>
                  <a:pt x="52414" y="930"/>
                  <a:pt x="55980" y="0"/>
                  <a:pt x="60078" y="0"/>
                </a:cubicBezTo>
                <a:cubicBezTo>
                  <a:pt x="65597" y="0"/>
                  <a:pt x="69858" y="1942"/>
                  <a:pt x="72852" y="5815"/>
                </a:cubicBezTo>
                <a:cubicBezTo>
                  <a:pt x="75846" y="9667"/>
                  <a:pt x="77349" y="15155"/>
                  <a:pt x="77349" y="22278"/>
                </a:cubicBezTo>
                <a:lnTo>
                  <a:pt x="77349" y="54263"/>
                </a:lnTo>
                <a:lnTo>
                  <a:pt x="68601" y="54263"/>
                </a:lnTo>
                <a:lnTo>
                  <a:pt x="68601" y="22564"/>
                </a:lnTo>
                <a:cubicBezTo>
                  <a:pt x="68601" y="17485"/>
                  <a:pt x="67702" y="13724"/>
                  <a:pt x="65903" y="11261"/>
                </a:cubicBezTo>
                <a:cubicBezTo>
                  <a:pt x="64105" y="8799"/>
                  <a:pt x="61356" y="7572"/>
                  <a:pt x="57667" y="7572"/>
                </a:cubicBezTo>
                <a:cubicBezTo>
                  <a:pt x="53160" y="7572"/>
                  <a:pt x="49593" y="9064"/>
                  <a:pt x="46977" y="12059"/>
                </a:cubicBezTo>
                <a:cubicBezTo>
                  <a:pt x="44361" y="15053"/>
                  <a:pt x="43053" y="19140"/>
                  <a:pt x="43053" y="24311"/>
                </a:cubicBezTo>
                <a:lnTo>
                  <a:pt x="43053" y="54263"/>
                </a:lnTo>
                <a:lnTo>
                  <a:pt x="34295" y="54263"/>
                </a:lnTo>
                <a:lnTo>
                  <a:pt x="34295" y="22564"/>
                </a:lnTo>
                <a:cubicBezTo>
                  <a:pt x="34295" y="17454"/>
                  <a:pt x="33396" y="13683"/>
                  <a:pt x="31598" y="11261"/>
                </a:cubicBezTo>
                <a:cubicBezTo>
                  <a:pt x="29799" y="8799"/>
                  <a:pt x="27020" y="7572"/>
                  <a:pt x="23269" y="7572"/>
                </a:cubicBezTo>
                <a:cubicBezTo>
                  <a:pt x="18824" y="7572"/>
                  <a:pt x="15298" y="9085"/>
                  <a:pt x="12672" y="12110"/>
                </a:cubicBezTo>
                <a:cubicBezTo>
                  <a:pt x="10056" y="15104"/>
                  <a:pt x="8748" y="19171"/>
                  <a:pt x="8748" y="24311"/>
                </a:cubicBezTo>
                <a:lnTo>
                  <a:pt x="8748" y="54263"/>
                </a:lnTo>
                <a:lnTo>
                  <a:pt x="0" y="54263"/>
                </a:lnTo>
                <a:lnTo>
                  <a:pt x="0" y="1277"/>
                </a:lnTo>
                <a:lnTo>
                  <a:pt x="8748" y="1277"/>
                </a:lnTo>
                <a:lnTo>
                  <a:pt x="8748" y="9504"/>
                </a:lnTo>
                <a:cubicBezTo>
                  <a:pt x="10740" y="6264"/>
                  <a:pt x="13121" y="3863"/>
                  <a:pt x="15891" y="2320"/>
                </a:cubicBezTo>
                <a:cubicBezTo>
                  <a:pt x="18670" y="777"/>
                  <a:pt x="21971" y="0"/>
                  <a:pt x="25783" y="0"/>
                </a:cubicBezTo>
                <a:cubicBezTo>
                  <a:pt x="29635" y="0"/>
                  <a:pt x="32895" y="981"/>
                  <a:pt x="35573" y="2933"/>
                </a:cubicBezTo>
                <a:cubicBezTo>
                  <a:pt x="38281" y="4885"/>
                  <a:pt x="40284" y="7726"/>
                  <a:pt x="41582" y="11445"/>
                </a:cubicBezTo>
                <a:close/>
              </a:path>
            </a:pathLst>
          </a:custGeom>
          <a:solidFill>
            <a:srgbClr val="000000"/>
          </a:solidFill>
          <a:ln w="10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E251C37-3EBF-3B87-238A-299F319AC998}"/>
              </a:ext>
            </a:extLst>
          </p:cNvPr>
          <p:cNvGrpSpPr/>
          <p:nvPr/>
        </p:nvGrpSpPr>
        <p:grpSpPr>
          <a:xfrm>
            <a:off x="3008413" y="3556722"/>
            <a:ext cx="97031" cy="1339863"/>
            <a:chOff x="3008413" y="3556722"/>
            <a:chExt cx="97031" cy="1339863"/>
          </a:xfrm>
        </p:grpSpPr>
        <p:sp>
          <p:nvSpPr>
            <p:cNvPr id="306" name="Freeform 305">
              <a:extLst>
                <a:ext uri="{FF2B5EF4-FFF2-40B4-BE49-F238E27FC236}">
                  <a16:creationId xmlns:a16="http://schemas.microsoft.com/office/drawing/2014/main" id="{BD0E7D0B-91FB-0B1A-A376-FC456EC1AB16}"/>
                </a:ext>
              </a:extLst>
            </p:cNvPr>
            <p:cNvSpPr/>
            <p:nvPr/>
          </p:nvSpPr>
          <p:spPr>
            <a:xfrm>
              <a:off x="3008413" y="3556722"/>
              <a:ext cx="97031" cy="1339863"/>
            </a:xfrm>
            <a:custGeom>
              <a:avLst/>
              <a:gdLst>
                <a:gd name="connsiteX0" fmla="*/ 0 w 97031"/>
                <a:gd name="connsiteY0" fmla="*/ 0 h 1339863"/>
                <a:gd name="connsiteX1" fmla="*/ 0 w 97031"/>
                <a:gd name="connsiteY1" fmla="*/ 1339864 h 1339863"/>
                <a:gd name="connsiteX2" fmla="*/ 97031 w 97031"/>
                <a:gd name="connsiteY2" fmla="*/ 1339864 h 1339863"/>
                <a:gd name="connsiteX3" fmla="*/ 97031 w 97031"/>
                <a:gd name="connsiteY3" fmla="*/ 0 h 1339863"/>
                <a:gd name="connsiteX4" fmla="*/ 0 w 97031"/>
                <a:gd name="connsiteY4" fmla="*/ 0 h 1339863"/>
                <a:gd name="connsiteX5" fmla="*/ 0 w 97031"/>
                <a:gd name="connsiteY5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1" h="1339863">
                  <a:moveTo>
                    <a:pt x="0" y="0"/>
                  </a:moveTo>
                  <a:lnTo>
                    <a:pt x="0" y="1339864"/>
                  </a:lnTo>
                  <a:lnTo>
                    <a:pt x="97031" y="1339864"/>
                  </a:lnTo>
                  <a:lnTo>
                    <a:pt x="9703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 306">
              <a:extLst>
                <a:ext uri="{FF2B5EF4-FFF2-40B4-BE49-F238E27FC236}">
                  <a16:creationId xmlns:a16="http://schemas.microsoft.com/office/drawing/2014/main" id="{66A9EBF7-B6BF-0257-2EEA-4C5F21CA7E15}"/>
                </a:ext>
              </a:extLst>
            </p:cNvPr>
            <p:cNvSpPr/>
            <p:nvPr/>
          </p:nvSpPr>
          <p:spPr>
            <a:xfrm>
              <a:off x="3008413" y="3556722"/>
              <a:ext cx="97031" cy="1339863"/>
            </a:xfrm>
            <a:custGeom>
              <a:avLst/>
              <a:gdLst>
                <a:gd name="connsiteX0" fmla="*/ 0 w 97031"/>
                <a:gd name="connsiteY0" fmla="*/ 0 h 1339863"/>
                <a:gd name="connsiteX1" fmla="*/ 0 w 97031"/>
                <a:gd name="connsiteY1" fmla="*/ 1339864 h 1339863"/>
                <a:gd name="connsiteX2" fmla="*/ 97031 w 97031"/>
                <a:gd name="connsiteY2" fmla="*/ 1339864 h 1339863"/>
                <a:gd name="connsiteX3" fmla="*/ 97031 w 97031"/>
                <a:gd name="connsiteY3" fmla="*/ 0 h 1339863"/>
                <a:gd name="connsiteX4" fmla="*/ 0 w 97031"/>
                <a:gd name="connsiteY4" fmla="*/ 0 h 133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1" h="1339863">
                  <a:moveTo>
                    <a:pt x="0" y="0"/>
                  </a:moveTo>
                  <a:lnTo>
                    <a:pt x="0" y="1339864"/>
                  </a:lnTo>
                  <a:lnTo>
                    <a:pt x="97031" y="1339864"/>
                  </a:lnTo>
                  <a:lnTo>
                    <a:pt x="97031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7BD80A7D-AF6A-46E3-01C3-85222F50B674}"/>
              </a:ext>
            </a:extLst>
          </p:cNvPr>
          <p:cNvGrpSpPr/>
          <p:nvPr/>
        </p:nvGrpSpPr>
        <p:grpSpPr>
          <a:xfrm>
            <a:off x="3129702" y="4165755"/>
            <a:ext cx="97030" cy="730830"/>
            <a:chOff x="3129702" y="4165755"/>
            <a:chExt cx="97030" cy="730830"/>
          </a:xfrm>
        </p:grpSpPr>
        <p:sp>
          <p:nvSpPr>
            <p:cNvPr id="308" name="Freeform 307">
              <a:extLst>
                <a:ext uri="{FF2B5EF4-FFF2-40B4-BE49-F238E27FC236}">
                  <a16:creationId xmlns:a16="http://schemas.microsoft.com/office/drawing/2014/main" id="{B4BBC5E9-44E0-9CD9-AC27-5AFE4E81D72D}"/>
                </a:ext>
              </a:extLst>
            </p:cNvPr>
            <p:cNvSpPr/>
            <p:nvPr/>
          </p:nvSpPr>
          <p:spPr>
            <a:xfrm>
              <a:off x="3129702" y="4165755"/>
              <a:ext cx="97030" cy="730830"/>
            </a:xfrm>
            <a:custGeom>
              <a:avLst/>
              <a:gdLst>
                <a:gd name="connsiteX0" fmla="*/ 0 w 97030"/>
                <a:gd name="connsiteY0" fmla="*/ 0 h 730830"/>
                <a:gd name="connsiteX1" fmla="*/ 0 w 97030"/>
                <a:gd name="connsiteY1" fmla="*/ 730831 h 730830"/>
                <a:gd name="connsiteX2" fmla="*/ 97030 w 97030"/>
                <a:gd name="connsiteY2" fmla="*/ 730831 h 730830"/>
                <a:gd name="connsiteX3" fmla="*/ 97030 w 97030"/>
                <a:gd name="connsiteY3" fmla="*/ 0 h 730830"/>
                <a:gd name="connsiteX4" fmla="*/ 0 w 97030"/>
                <a:gd name="connsiteY4" fmla="*/ 0 h 730830"/>
                <a:gd name="connsiteX5" fmla="*/ 0 w 97030"/>
                <a:gd name="connsiteY5" fmla="*/ 0 h 7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730830">
                  <a:moveTo>
                    <a:pt x="0" y="0"/>
                  </a:moveTo>
                  <a:lnTo>
                    <a:pt x="0" y="730831"/>
                  </a:lnTo>
                  <a:lnTo>
                    <a:pt x="97030" y="730831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 308">
              <a:extLst>
                <a:ext uri="{FF2B5EF4-FFF2-40B4-BE49-F238E27FC236}">
                  <a16:creationId xmlns:a16="http://schemas.microsoft.com/office/drawing/2014/main" id="{3480F91C-7AB4-73EA-39A2-80BBB1592EF6}"/>
                </a:ext>
              </a:extLst>
            </p:cNvPr>
            <p:cNvSpPr/>
            <p:nvPr/>
          </p:nvSpPr>
          <p:spPr>
            <a:xfrm>
              <a:off x="3129702" y="4165755"/>
              <a:ext cx="97030" cy="730830"/>
            </a:xfrm>
            <a:custGeom>
              <a:avLst/>
              <a:gdLst>
                <a:gd name="connsiteX0" fmla="*/ 0 w 97030"/>
                <a:gd name="connsiteY0" fmla="*/ 0 h 730830"/>
                <a:gd name="connsiteX1" fmla="*/ 0 w 97030"/>
                <a:gd name="connsiteY1" fmla="*/ 730831 h 730830"/>
                <a:gd name="connsiteX2" fmla="*/ 97030 w 97030"/>
                <a:gd name="connsiteY2" fmla="*/ 730831 h 730830"/>
                <a:gd name="connsiteX3" fmla="*/ 97030 w 97030"/>
                <a:gd name="connsiteY3" fmla="*/ 0 h 730830"/>
                <a:gd name="connsiteX4" fmla="*/ 0 w 97030"/>
                <a:gd name="connsiteY4" fmla="*/ 0 h 730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730830">
                  <a:moveTo>
                    <a:pt x="0" y="0"/>
                  </a:moveTo>
                  <a:lnTo>
                    <a:pt x="0" y="730831"/>
                  </a:lnTo>
                  <a:lnTo>
                    <a:pt x="97030" y="730831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0EA07EDF-4179-A1A6-9228-95E4CF5513FF}"/>
              </a:ext>
            </a:extLst>
          </p:cNvPr>
          <p:cNvGrpSpPr/>
          <p:nvPr/>
        </p:nvGrpSpPr>
        <p:grpSpPr>
          <a:xfrm>
            <a:off x="3250990" y="4343433"/>
            <a:ext cx="97030" cy="553152"/>
            <a:chOff x="3250990" y="4343433"/>
            <a:chExt cx="97030" cy="553152"/>
          </a:xfrm>
        </p:grpSpPr>
        <p:sp>
          <p:nvSpPr>
            <p:cNvPr id="310" name="Freeform 309">
              <a:extLst>
                <a:ext uri="{FF2B5EF4-FFF2-40B4-BE49-F238E27FC236}">
                  <a16:creationId xmlns:a16="http://schemas.microsoft.com/office/drawing/2014/main" id="{29FFF62A-FF56-DEC3-5B68-5F826771A83F}"/>
                </a:ext>
              </a:extLst>
            </p:cNvPr>
            <p:cNvSpPr/>
            <p:nvPr/>
          </p:nvSpPr>
          <p:spPr>
            <a:xfrm>
              <a:off x="3250990" y="4343433"/>
              <a:ext cx="97030" cy="553152"/>
            </a:xfrm>
            <a:custGeom>
              <a:avLst/>
              <a:gdLst>
                <a:gd name="connsiteX0" fmla="*/ 0 w 97030"/>
                <a:gd name="connsiteY0" fmla="*/ 0 h 553152"/>
                <a:gd name="connsiteX1" fmla="*/ 0 w 97030"/>
                <a:gd name="connsiteY1" fmla="*/ 553152 h 553152"/>
                <a:gd name="connsiteX2" fmla="*/ 97030 w 97030"/>
                <a:gd name="connsiteY2" fmla="*/ 553152 h 553152"/>
                <a:gd name="connsiteX3" fmla="*/ 97030 w 97030"/>
                <a:gd name="connsiteY3" fmla="*/ 0 h 553152"/>
                <a:gd name="connsiteX4" fmla="*/ 0 w 97030"/>
                <a:gd name="connsiteY4" fmla="*/ 0 h 553152"/>
                <a:gd name="connsiteX5" fmla="*/ 0 w 97030"/>
                <a:gd name="connsiteY5" fmla="*/ 0 h 5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553152">
                  <a:moveTo>
                    <a:pt x="0" y="0"/>
                  </a:moveTo>
                  <a:lnTo>
                    <a:pt x="0" y="553152"/>
                  </a:lnTo>
                  <a:lnTo>
                    <a:pt x="97030" y="553152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F6C94BFB-BF9F-0769-2B92-2D846F7BE47D}"/>
                </a:ext>
              </a:extLst>
            </p:cNvPr>
            <p:cNvSpPr/>
            <p:nvPr/>
          </p:nvSpPr>
          <p:spPr>
            <a:xfrm>
              <a:off x="3250990" y="4343433"/>
              <a:ext cx="97030" cy="553152"/>
            </a:xfrm>
            <a:custGeom>
              <a:avLst/>
              <a:gdLst>
                <a:gd name="connsiteX0" fmla="*/ 0 w 97030"/>
                <a:gd name="connsiteY0" fmla="*/ 0 h 553152"/>
                <a:gd name="connsiteX1" fmla="*/ 0 w 97030"/>
                <a:gd name="connsiteY1" fmla="*/ 553152 h 553152"/>
                <a:gd name="connsiteX2" fmla="*/ 97030 w 97030"/>
                <a:gd name="connsiteY2" fmla="*/ 553152 h 553152"/>
                <a:gd name="connsiteX3" fmla="*/ 97030 w 97030"/>
                <a:gd name="connsiteY3" fmla="*/ 0 h 553152"/>
                <a:gd name="connsiteX4" fmla="*/ 0 w 97030"/>
                <a:gd name="connsiteY4" fmla="*/ 0 h 553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553152">
                  <a:moveTo>
                    <a:pt x="0" y="0"/>
                  </a:moveTo>
                  <a:lnTo>
                    <a:pt x="0" y="553152"/>
                  </a:lnTo>
                  <a:lnTo>
                    <a:pt x="97030" y="553152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99317C65-72CE-8BE7-5E11-630649FA93F6}"/>
              </a:ext>
            </a:extLst>
          </p:cNvPr>
          <p:cNvGrpSpPr/>
          <p:nvPr/>
        </p:nvGrpSpPr>
        <p:grpSpPr>
          <a:xfrm>
            <a:off x="3372279" y="4397912"/>
            <a:ext cx="97030" cy="498672"/>
            <a:chOff x="3372279" y="4397912"/>
            <a:chExt cx="97030" cy="498672"/>
          </a:xfrm>
        </p:grpSpPr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42EB250F-DD76-D226-ECAC-5E2F88189D49}"/>
                </a:ext>
              </a:extLst>
            </p:cNvPr>
            <p:cNvSpPr/>
            <p:nvPr/>
          </p:nvSpPr>
          <p:spPr>
            <a:xfrm>
              <a:off x="3372279" y="4397912"/>
              <a:ext cx="97030" cy="498672"/>
            </a:xfrm>
            <a:custGeom>
              <a:avLst/>
              <a:gdLst>
                <a:gd name="connsiteX0" fmla="*/ 0 w 97030"/>
                <a:gd name="connsiteY0" fmla="*/ 0 h 498672"/>
                <a:gd name="connsiteX1" fmla="*/ 0 w 97030"/>
                <a:gd name="connsiteY1" fmla="*/ 498673 h 498672"/>
                <a:gd name="connsiteX2" fmla="*/ 97030 w 97030"/>
                <a:gd name="connsiteY2" fmla="*/ 498673 h 498672"/>
                <a:gd name="connsiteX3" fmla="*/ 97030 w 97030"/>
                <a:gd name="connsiteY3" fmla="*/ 0 h 498672"/>
                <a:gd name="connsiteX4" fmla="*/ 0 w 97030"/>
                <a:gd name="connsiteY4" fmla="*/ 0 h 498672"/>
                <a:gd name="connsiteX5" fmla="*/ 0 w 97030"/>
                <a:gd name="connsiteY5" fmla="*/ 0 h 49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498672">
                  <a:moveTo>
                    <a:pt x="0" y="0"/>
                  </a:moveTo>
                  <a:lnTo>
                    <a:pt x="0" y="498673"/>
                  </a:lnTo>
                  <a:lnTo>
                    <a:pt x="97030" y="498673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 312">
              <a:extLst>
                <a:ext uri="{FF2B5EF4-FFF2-40B4-BE49-F238E27FC236}">
                  <a16:creationId xmlns:a16="http://schemas.microsoft.com/office/drawing/2014/main" id="{3F5F9A28-7866-7FA5-F0D7-731B4038B2B2}"/>
                </a:ext>
              </a:extLst>
            </p:cNvPr>
            <p:cNvSpPr/>
            <p:nvPr/>
          </p:nvSpPr>
          <p:spPr>
            <a:xfrm>
              <a:off x="3372279" y="4397912"/>
              <a:ext cx="97030" cy="498672"/>
            </a:xfrm>
            <a:custGeom>
              <a:avLst/>
              <a:gdLst>
                <a:gd name="connsiteX0" fmla="*/ 0 w 97030"/>
                <a:gd name="connsiteY0" fmla="*/ 0 h 498672"/>
                <a:gd name="connsiteX1" fmla="*/ 0 w 97030"/>
                <a:gd name="connsiteY1" fmla="*/ 498673 h 498672"/>
                <a:gd name="connsiteX2" fmla="*/ 97030 w 97030"/>
                <a:gd name="connsiteY2" fmla="*/ 498673 h 498672"/>
                <a:gd name="connsiteX3" fmla="*/ 97030 w 97030"/>
                <a:gd name="connsiteY3" fmla="*/ 0 h 498672"/>
                <a:gd name="connsiteX4" fmla="*/ 0 w 97030"/>
                <a:gd name="connsiteY4" fmla="*/ 0 h 4986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498672">
                  <a:moveTo>
                    <a:pt x="0" y="0"/>
                  </a:moveTo>
                  <a:lnTo>
                    <a:pt x="0" y="498673"/>
                  </a:lnTo>
                  <a:lnTo>
                    <a:pt x="97030" y="498673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5" name="Group 354">
            <a:extLst>
              <a:ext uri="{FF2B5EF4-FFF2-40B4-BE49-F238E27FC236}">
                <a16:creationId xmlns:a16="http://schemas.microsoft.com/office/drawing/2014/main" id="{BF84C34F-7867-8B11-358A-9552F722F7F2}"/>
              </a:ext>
            </a:extLst>
          </p:cNvPr>
          <p:cNvGrpSpPr/>
          <p:nvPr/>
        </p:nvGrpSpPr>
        <p:grpSpPr>
          <a:xfrm>
            <a:off x="3493567" y="4436643"/>
            <a:ext cx="97028" cy="459942"/>
            <a:chOff x="3493567" y="4436643"/>
            <a:chExt cx="97028" cy="459942"/>
          </a:xfrm>
        </p:grpSpPr>
        <p:sp>
          <p:nvSpPr>
            <p:cNvPr id="314" name="Freeform 313">
              <a:extLst>
                <a:ext uri="{FF2B5EF4-FFF2-40B4-BE49-F238E27FC236}">
                  <a16:creationId xmlns:a16="http://schemas.microsoft.com/office/drawing/2014/main" id="{69B4E1F7-514B-F16B-F82A-4109029A12F0}"/>
                </a:ext>
              </a:extLst>
            </p:cNvPr>
            <p:cNvSpPr/>
            <p:nvPr/>
          </p:nvSpPr>
          <p:spPr>
            <a:xfrm>
              <a:off x="3493567" y="4436643"/>
              <a:ext cx="97028" cy="459942"/>
            </a:xfrm>
            <a:custGeom>
              <a:avLst/>
              <a:gdLst>
                <a:gd name="connsiteX0" fmla="*/ 0 w 97028"/>
                <a:gd name="connsiteY0" fmla="*/ 0 h 459942"/>
                <a:gd name="connsiteX1" fmla="*/ 0 w 97028"/>
                <a:gd name="connsiteY1" fmla="*/ 459943 h 459942"/>
                <a:gd name="connsiteX2" fmla="*/ 97028 w 97028"/>
                <a:gd name="connsiteY2" fmla="*/ 459943 h 459942"/>
                <a:gd name="connsiteX3" fmla="*/ 97028 w 97028"/>
                <a:gd name="connsiteY3" fmla="*/ 0 h 459942"/>
                <a:gd name="connsiteX4" fmla="*/ 0 w 97028"/>
                <a:gd name="connsiteY4" fmla="*/ 0 h 459942"/>
                <a:gd name="connsiteX5" fmla="*/ 0 w 97028"/>
                <a:gd name="connsiteY5" fmla="*/ 0 h 45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28" h="459942">
                  <a:moveTo>
                    <a:pt x="0" y="0"/>
                  </a:moveTo>
                  <a:lnTo>
                    <a:pt x="0" y="459943"/>
                  </a:lnTo>
                  <a:lnTo>
                    <a:pt x="97028" y="459943"/>
                  </a:lnTo>
                  <a:lnTo>
                    <a:pt x="9702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 314">
              <a:extLst>
                <a:ext uri="{FF2B5EF4-FFF2-40B4-BE49-F238E27FC236}">
                  <a16:creationId xmlns:a16="http://schemas.microsoft.com/office/drawing/2014/main" id="{C3825BBB-1356-9DE2-87CE-FACBB3418212}"/>
                </a:ext>
              </a:extLst>
            </p:cNvPr>
            <p:cNvSpPr/>
            <p:nvPr/>
          </p:nvSpPr>
          <p:spPr>
            <a:xfrm>
              <a:off x="3493567" y="4436643"/>
              <a:ext cx="97028" cy="459942"/>
            </a:xfrm>
            <a:custGeom>
              <a:avLst/>
              <a:gdLst>
                <a:gd name="connsiteX0" fmla="*/ 0 w 97028"/>
                <a:gd name="connsiteY0" fmla="*/ 0 h 459942"/>
                <a:gd name="connsiteX1" fmla="*/ 0 w 97028"/>
                <a:gd name="connsiteY1" fmla="*/ 459943 h 459942"/>
                <a:gd name="connsiteX2" fmla="*/ 97028 w 97028"/>
                <a:gd name="connsiteY2" fmla="*/ 459943 h 459942"/>
                <a:gd name="connsiteX3" fmla="*/ 97028 w 97028"/>
                <a:gd name="connsiteY3" fmla="*/ 0 h 459942"/>
                <a:gd name="connsiteX4" fmla="*/ 0 w 97028"/>
                <a:gd name="connsiteY4" fmla="*/ 0 h 45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28" h="459942">
                  <a:moveTo>
                    <a:pt x="0" y="0"/>
                  </a:moveTo>
                  <a:lnTo>
                    <a:pt x="0" y="459943"/>
                  </a:lnTo>
                  <a:lnTo>
                    <a:pt x="97028" y="459943"/>
                  </a:lnTo>
                  <a:lnTo>
                    <a:pt x="97028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BF4B6B82-A50A-C35E-EBFF-A44161F00AB0}"/>
              </a:ext>
            </a:extLst>
          </p:cNvPr>
          <p:cNvGrpSpPr/>
          <p:nvPr/>
        </p:nvGrpSpPr>
        <p:grpSpPr>
          <a:xfrm>
            <a:off x="3614856" y="4478369"/>
            <a:ext cx="97030" cy="418216"/>
            <a:chOff x="3614856" y="4478369"/>
            <a:chExt cx="97030" cy="418216"/>
          </a:xfrm>
        </p:grpSpPr>
        <p:sp>
          <p:nvSpPr>
            <p:cNvPr id="316" name="Freeform 315">
              <a:extLst>
                <a:ext uri="{FF2B5EF4-FFF2-40B4-BE49-F238E27FC236}">
                  <a16:creationId xmlns:a16="http://schemas.microsoft.com/office/drawing/2014/main" id="{15AF1DF3-C184-5886-9728-495BF7670289}"/>
                </a:ext>
              </a:extLst>
            </p:cNvPr>
            <p:cNvSpPr/>
            <p:nvPr/>
          </p:nvSpPr>
          <p:spPr>
            <a:xfrm>
              <a:off x="3614856" y="4478369"/>
              <a:ext cx="97030" cy="418216"/>
            </a:xfrm>
            <a:custGeom>
              <a:avLst/>
              <a:gdLst>
                <a:gd name="connsiteX0" fmla="*/ 0 w 97030"/>
                <a:gd name="connsiteY0" fmla="*/ 0 h 418216"/>
                <a:gd name="connsiteX1" fmla="*/ 0 w 97030"/>
                <a:gd name="connsiteY1" fmla="*/ 418217 h 418216"/>
                <a:gd name="connsiteX2" fmla="*/ 97030 w 97030"/>
                <a:gd name="connsiteY2" fmla="*/ 418217 h 418216"/>
                <a:gd name="connsiteX3" fmla="*/ 97030 w 97030"/>
                <a:gd name="connsiteY3" fmla="*/ 0 h 418216"/>
                <a:gd name="connsiteX4" fmla="*/ 0 w 97030"/>
                <a:gd name="connsiteY4" fmla="*/ 0 h 418216"/>
                <a:gd name="connsiteX5" fmla="*/ 0 w 97030"/>
                <a:gd name="connsiteY5" fmla="*/ 0 h 418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418216">
                  <a:moveTo>
                    <a:pt x="0" y="0"/>
                  </a:moveTo>
                  <a:lnTo>
                    <a:pt x="0" y="418217"/>
                  </a:lnTo>
                  <a:lnTo>
                    <a:pt x="97030" y="418217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 316">
              <a:extLst>
                <a:ext uri="{FF2B5EF4-FFF2-40B4-BE49-F238E27FC236}">
                  <a16:creationId xmlns:a16="http://schemas.microsoft.com/office/drawing/2014/main" id="{025D905C-EF58-3B35-428B-09D86896FC24}"/>
                </a:ext>
              </a:extLst>
            </p:cNvPr>
            <p:cNvSpPr/>
            <p:nvPr/>
          </p:nvSpPr>
          <p:spPr>
            <a:xfrm>
              <a:off x="3614856" y="4478369"/>
              <a:ext cx="97030" cy="418216"/>
            </a:xfrm>
            <a:custGeom>
              <a:avLst/>
              <a:gdLst>
                <a:gd name="connsiteX0" fmla="*/ 0 w 97030"/>
                <a:gd name="connsiteY0" fmla="*/ 0 h 418216"/>
                <a:gd name="connsiteX1" fmla="*/ 0 w 97030"/>
                <a:gd name="connsiteY1" fmla="*/ 418217 h 418216"/>
                <a:gd name="connsiteX2" fmla="*/ 97030 w 97030"/>
                <a:gd name="connsiteY2" fmla="*/ 418217 h 418216"/>
                <a:gd name="connsiteX3" fmla="*/ 97030 w 97030"/>
                <a:gd name="connsiteY3" fmla="*/ 0 h 418216"/>
                <a:gd name="connsiteX4" fmla="*/ 0 w 97030"/>
                <a:gd name="connsiteY4" fmla="*/ 0 h 418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418216">
                  <a:moveTo>
                    <a:pt x="0" y="0"/>
                  </a:moveTo>
                  <a:lnTo>
                    <a:pt x="0" y="418217"/>
                  </a:lnTo>
                  <a:lnTo>
                    <a:pt x="97030" y="418217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7" name="Group 356">
            <a:extLst>
              <a:ext uri="{FF2B5EF4-FFF2-40B4-BE49-F238E27FC236}">
                <a16:creationId xmlns:a16="http://schemas.microsoft.com/office/drawing/2014/main" id="{07FD4790-D9F8-CEA6-BDBB-BC4B93F6AC9D}"/>
              </a:ext>
            </a:extLst>
          </p:cNvPr>
          <p:cNvGrpSpPr/>
          <p:nvPr/>
        </p:nvGrpSpPr>
        <p:grpSpPr>
          <a:xfrm>
            <a:off x="3736147" y="4498456"/>
            <a:ext cx="97030" cy="398129"/>
            <a:chOff x="3736147" y="4498456"/>
            <a:chExt cx="97030" cy="398129"/>
          </a:xfrm>
        </p:grpSpPr>
        <p:sp>
          <p:nvSpPr>
            <p:cNvPr id="318" name="Freeform 317">
              <a:extLst>
                <a:ext uri="{FF2B5EF4-FFF2-40B4-BE49-F238E27FC236}">
                  <a16:creationId xmlns:a16="http://schemas.microsoft.com/office/drawing/2014/main" id="{7DFB3000-8116-D549-D2BA-6394ED84BB58}"/>
                </a:ext>
              </a:extLst>
            </p:cNvPr>
            <p:cNvSpPr/>
            <p:nvPr/>
          </p:nvSpPr>
          <p:spPr>
            <a:xfrm>
              <a:off x="3736147" y="4498456"/>
              <a:ext cx="97030" cy="398129"/>
            </a:xfrm>
            <a:custGeom>
              <a:avLst/>
              <a:gdLst>
                <a:gd name="connsiteX0" fmla="*/ 0 w 97030"/>
                <a:gd name="connsiteY0" fmla="*/ 0 h 398129"/>
                <a:gd name="connsiteX1" fmla="*/ 0 w 97030"/>
                <a:gd name="connsiteY1" fmla="*/ 398129 h 398129"/>
                <a:gd name="connsiteX2" fmla="*/ 97030 w 97030"/>
                <a:gd name="connsiteY2" fmla="*/ 398129 h 398129"/>
                <a:gd name="connsiteX3" fmla="*/ 97030 w 97030"/>
                <a:gd name="connsiteY3" fmla="*/ 0 h 398129"/>
                <a:gd name="connsiteX4" fmla="*/ 0 w 97030"/>
                <a:gd name="connsiteY4" fmla="*/ 0 h 398129"/>
                <a:gd name="connsiteX5" fmla="*/ 0 w 97030"/>
                <a:gd name="connsiteY5" fmla="*/ 0 h 39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398129">
                  <a:moveTo>
                    <a:pt x="0" y="0"/>
                  </a:moveTo>
                  <a:lnTo>
                    <a:pt x="0" y="398129"/>
                  </a:lnTo>
                  <a:lnTo>
                    <a:pt x="97030" y="398129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 318">
              <a:extLst>
                <a:ext uri="{FF2B5EF4-FFF2-40B4-BE49-F238E27FC236}">
                  <a16:creationId xmlns:a16="http://schemas.microsoft.com/office/drawing/2014/main" id="{72CD9329-DE15-7BCE-AFA9-6380163C4E2D}"/>
                </a:ext>
              </a:extLst>
            </p:cNvPr>
            <p:cNvSpPr/>
            <p:nvPr/>
          </p:nvSpPr>
          <p:spPr>
            <a:xfrm>
              <a:off x="3736147" y="4498456"/>
              <a:ext cx="97030" cy="398129"/>
            </a:xfrm>
            <a:custGeom>
              <a:avLst/>
              <a:gdLst>
                <a:gd name="connsiteX0" fmla="*/ 0 w 97030"/>
                <a:gd name="connsiteY0" fmla="*/ 0 h 398129"/>
                <a:gd name="connsiteX1" fmla="*/ 0 w 97030"/>
                <a:gd name="connsiteY1" fmla="*/ 398129 h 398129"/>
                <a:gd name="connsiteX2" fmla="*/ 97030 w 97030"/>
                <a:gd name="connsiteY2" fmla="*/ 398129 h 398129"/>
                <a:gd name="connsiteX3" fmla="*/ 97030 w 97030"/>
                <a:gd name="connsiteY3" fmla="*/ 0 h 398129"/>
                <a:gd name="connsiteX4" fmla="*/ 0 w 97030"/>
                <a:gd name="connsiteY4" fmla="*/ 0 h 398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398129">
                  <a:moveTo>
                    <a:pt x="0" y="0"/>
                  </a:moveTo>
                  <a:lnTo>
                    <a:pt x="0" y="398129"/>
                  </a:lnTo>
                  <a:lnTo>
                    <a:pt x="97030" y="398129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555E17AC-ABEF-C119-D8C0-211D322AF801}"/>
              </a:ext>
            </a:extLst>
          </p:cNvPr>
          <p:cNvGrpSpPr/>
          <p:nvPr/>
        </p:nvGrpSpPr>
        <p:grpSpPr>
          <a:xfrm>
            <a:off x="3857427" y="4566253"/>
            <a:ext cx="97040" cy="330332"/>
            <a:chOff x="3857427" y="4566253"/>
            <a:chExt cx="97040" cy="330332"/>
          </a:xfrm>
        </p:grpSpPr>
        <p:sp>
          <p:nvSpPr>
            <p:cNvPr id="320" name="Freeform 319">
              <a:extLst>
                <a:ext uri="{FF2B5EF4-FFF2-40B4-BE49-F238E27FC236}">
                  <a16:creationId xmlns:a16="http://schemas.microsoft.com/office/drawing/2014/main" id="{92E6068E-18C8-A974-D7F3-CEAFA338653B}"/>
                </a:ext>
              </a:extLst>
            </p:cNvPr>
            <p:cNvSpPr/>
            <p:nvPr/>
          </p:nvSpPr>
          <p:spPr>
            <a:xfrm>
              <a:off x="3857427" y="4566253"/>
              <a:ext cx="97040" cy="330332"/>
            </a:xfrm>
            <a:custGeom>
              <a:avLst/>
              <a:gdLst>
                <a:gd name="connsiteX0" fmla="*/ 0 w 97040"/>
                <a:gd name="connsiteY0" fmla="*/ 0 h 330332"/>
                <a:gd name="connsiteX1" fmla="*/ 0 w 97040"/>
                <a:gd name="connsiteY1" fmla="*/ 330333 h 330332"/>
                <a:gd name="connsiteX2" fmla="*/ 97041 w 97040"/>
                <a:gd name="connsiteY2" fmla="*/ 330333 h 330332"/>
                <a:gd name="connsiteX3" fmla="*/ 97041 w 97040"/>
                <a:gd name="connsiteY3" fmla="*/ 0 h 330332"/>
                <a:gd name="connsiteX4" fmla="*/ 0 w 97040"/>
                <a:gd name="connsiteY4" fmla="*/ 0 h 330332"/>
                <a:gd name="connsiteX5" fmla="*/ 0 w 97040"/>
                <a:gd name="connsiteY5" fmla="*/ 0 h 33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40" h="330332">
                  <a:moveTo>
                    <a:pt x="0" y="0"/>
                  </a:moveTo>
                  <a:lnTo>
                    <a:pt x="0" y="330333"/>
                  </a:lnTo>
                  <a:lnTo>
                    <a:pt x="97041" y="330333"/>
                  </a:lnTo>
                  <a:lnTo>
                    <a:pt x="9704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 320">
              <a:extLst>
                <a:ext uri="{FF2B5EF4-FFF2-40B4-BE49-F238E27FC236}">
                  <a16:creationId xmlns:a16="http://schemas.microsoft.com/office/drawing/2014/main" id="{1DD769B9-4759-E370-FCBE-97B0916995DF}"/>
                </a:ext>
              </a:extLst>
            </p:cNvPr>
            <p:cNvSpPr/>
            <p:nvPr/>
          </p:nvSpPr>
          <p:spPr>
            <a:xfrm>
              <a:off x="3857427" y="4566253"/>
              <a:ext cx="97040" cy="330332"/>
            </a:xfrm>
            <a:custGeom>
              <a:avLst/>
              <a:gdLst>
                <a:gd name="connsiteX0" fmla="*/ 0 w 97040"/>
                <a:gd name="connsiteY0" fmla="*/ 0 h 330332"/>
                <a:gd name="connsiteX1" fmla="*/ 0 w 97040"/>
                <a:gd name="connsiteY1" fmla="*/ 330333 h 330332"/>
                <a:gd name="connsiteX2" fmla="*/ 97041 w 97040"/>
                <a:gd name="connsiteY2" fmla="*/ 330333 h 330332"/>
                <a:gd name="connsiteX3" fmla="*/ 97041 w 97040"/>
                <a:gd name="connsiteY3" fmla="*/ 0 h 330332"/>
                <a:gd name="connsiteX4" fmla="*/ 0 w 97040"/>
                <a:gd name="connsiteY4" fmla="*/ 0 h 33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40" h="330332">
                  <a:moveTo>
                    <a:pt x="0" y="0"/>
                  </a:moveTo>
                  <a:lnTo>
                    <a:pt x="0" y="330333"/>
                  </a:lnTo>
                  <a:lnTo>
                    <a:pt x="97041" y="330333"/>
                  </a:lnTo>
                  <a:lnTo>
                    <a:pt x="97041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19A0E7BF-9704-97E7-7E68-818D6B5A43AF}"/>
              </a:ext>
            </a:extLst>
          </p:cNvPr>
          <p:cNvGrpSpPr/>
          <p:nvPr/>
        </p:nvGrpSpPr>
        <p:grpSpPr>
          <a:xfrm>
            <a:off x="3978717" y="4574275"/>
            <a:ext cx="97030" cy="322310"/>
            <a:chOff x="3978717" y="4574275"/>
            <a:chExt cx="97030" cy="322310"/>
          </a:xfrm>
        </p:grpSpPr>
        <p:sp>
          <p:nvSpPr>
            <p:cNvPr id="322" name="Freeform 321">
              <a:extLst>
                <a:ext uri="{FF2B5EF4-FFF2-40B4-BE49-F238E27FC236}">
                  <a16:creationId xmlns:a16="http://schemas.microsoft.com/office/drawing/2014/main" id="{8CDEEC49-66AF-CABA-D226-794554EA718D}"/>
                </a:ext>
              </a:extLst>
            </p:cNvPr>
            <p:cNvSpPr/>
            <p:nvPr/>
          </p:nvSpPr>
          <p:spPr>
            <a:xfrm>
              <a:off x="3978717" y="4574275"/>
              <a:ext cx="97030" cy="322310"/>
            </a:xfrm>
            <a:custGeom>
              <a:avLst/>
              <a:gdLst>
                <a:gd name="connsiteX0" fmla="*/ 0 w 97030"/>
                <a:gd name="connsiteY0" fmla="*/ 0 h 322310"/>
                <a:gd name="connsiteX1" fmla="*/ 0 w 97030"/>
                <a:gd name="connsiteY1" fmla="*/ 322311 h 322310"/>
                <a:gd name="connsiteX2" fmla="*/ 97030 w 97030"/>
                <a:gd name="connsiteY2" fmla="*/ 322311 h 322310"/>
                <a:gd name="connsiteX3" fmla="*/ 97030 w 97030"/>
                <a:gd name="connsiteY3" fmla="*/ 0 h 322310"/>
                <a:gd name="connsiteX4" fmla="*/ 0 w 97030"/>
                <a:gd name="connsiteY4" fmla="*/ 0 h 322310"/>
                <a:gd name="connsiteX5" fmla="*/ 0 w 97030"/>
                <a:gd name="connsiteY5" fmla="*/ 0 h 3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322310">
                  <a:moveTo>
                    <a:pt x="0" y="0"/>
                  </a:moveTo>
                  <a:lnTo>
                    <a:pt x="0" y="322311"/>
                  </a:lnTo>
                  <a:lnTo>
                    <a:pt x="97030" y="322311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 322">
              <a:extLst>
                <a:ext uri="{FF2B5EF4-FFF2-40B4-BE49-F238E27FC236}">
                  <a16:creationId xmlns:a16="http://schemas.microsoft.com/office/drawing/2014/main" id="{CD054C1D-7BCB-DECD-60D0-318AB7F58FBE}"/>
                </a:ext>
              </a:extLst>
            </p:cNvPr>
            <p:cNvSpPr/>
            <p:nvPr/>
          </p:nvSpPr>
          <p:spPr>
            <a:xfrm>
              <a:off x="3978717" y="4574275"/>
              <a:ext cx="97030" cy="322310"/>
            </a:xfrm>
            <a:custGeom>
              <a:avLst/>
              <a:gdLst>
                <a:gd name="connsiteX0" fmla="*/ 0 w 97030"/>
                <a:gd name="connsiteY0" fmla="*/ 0 h 322310"/>
                <a:gd name="connsiteX1" fmla="*/ 0 w 97030"/>
                <a:gd name="connsiteY1" fmla="*/ 322311 h 322310"/>
                <a:gd name="connsiteX2" fmla="*/ 97030 w 97030"/>
                <a:gd name="connsiteY2" fmla="*/ 322311 h 322310"/>
                <a:gd name="connsiteX3" fmla="*/ 97030 w 97030"/>
                <a:gd name="connsiteY3" fmla="*/ 0 h 322310"/>
                <a:gd name="connsiteX4" fmla="*/ 0 w 97030"/>
                <a:gd name="connsiteY4" fmla="*/ 0 h 3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322310">
                  <a:moveTo>
                    <a:pt x="0" y="0"/>
                  </a:moveTo>
                  <a:lnTo>
                    <a:pt x="0" y="322311"/>
                  </a:lnTo>
                  <a:lnTo>
                    <a:pt x="97030" y="322311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EE957852-9335-4C43-A204-F7B9BE62ACC9}"/>
              </a:ext>
            </a:extLst>
          </p:cNvPr>
          <p:cNvGrpSpPr/>
          <p:nvPr/>
        </p:nvGrpSpPr>
        <p:grpSpPr>
          <a:xfrm>
            <a:off x="4100008" y="4606210"/>
            <a:ext cx="97030" cy="290375"/>
            <a:chOff x="4100008" y="4606210"/>
            <a:chExt cx="97030" cy="290375"/>
          </a:xfrm>
        </p:grpSpPr>
        <p:sp>
          <p:nvSpPr>
            <p:cNvPr id="324" name="Freeform 323">
              <a:extLst>
                <a:ext uri="{FF2B5EF4-FFF2-40B4-BE49-F238E27FC236}">
                  <a16:creationId xmlns:a16="http://schemas.microsoft.com/office/drawing/2014/main" id="{0F02B59F-0AE2-3AFC-F1A3-78E66F30D177}"/>
                </a:ext>
              </a:extLst>
            </p:cNvPr>
            <p:cNvSpPr/>
            <p:nvPr/>
          </p:nvSpPr>
          <p:spPr>
            <a:xfrm>
              <a:off x="4100008" y="4606210"/>
              <a:ext cx="97030" cy="290375"/>
            </a:xfrm>
            <a:custGeom>
              <a:avLst/>
              <a:gdLst>
                <a:gd name="connsiteX0" fmla="*/ 0 w 97030"/>
                <a:gd name="connsiteY0" fmla="*/ 0 h 290375"/>
                <a:gd name="connsiteX1" fmla="*/ 0 w 97030"/>
                <a:gd name="connsiteY1" fmla="*/ 290376 h 290375"/>
                <a:gd name="connsiteX2" fmla="*/ 97030 w 97030"/>
                <a:gd name="connsiteY2" fmla="*/ 290376 h 290375"/>
                <a:gd name="connsiteX3" fmla="*/ 97030 w 97030"/>
                <a:gd name="connsiteY3" fmla="*/ 0 h 290375"/>
                <a:gd name="connsiteX4" fmla="*/ 0 w 97030"/>
                <a:gd name="connsiteY4" fmla="*/ 0 h 290375"/>
                <a:gd name="connsiteX5" fmla="*/ 0 w 97030"/>
                <a:gd name="connsiteY5" fmla="*/ 0 h 29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290375">
                  <a:moveTo>
                    <a:pt x="0" y="0"/>
                  </a:moveTo>
                  <a:lnTo>
                    <a:pt x="0" y="290376"/>
                  </a:lnTo>
                  <a:lnTo>
                    <a:pt x="97030" y="290376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 324">
              <a:extLst>
                <a:ext uri="{FF2B5EF4-FFF2-40B4-BE49-F238E27FC236}">
                  <a16:creationId xmlns:a16="http://schemas.microsoft.com/office/drawing/2014/main" id="{15C80083-F7E2-B001-7A45-AE481CB3778C}"/>
                </a:ext>
              </a:extLst>
            </p:cNvPr>
            <p:cNvSpPr/>
            <p:nvPr/>
          </p:nvSpPr>
          <p:spPr>
            <a:xfrm>
              <a:off x="4100008" y="4606210"/>
              <a:ext cx="97030" cy="290375"/>
            </a:xfrm>
            <a:custGeom>
              <a:avLst/>
              <a:gdLst>
                <a:gd name="connsiteX0" fmla="*/ 0 w 97030"/>
                <a:gd name="connsiteY0" fmla="*/ 0 h 290375"/>
                <a:gd name="connsiteX1" fmla="*/ 0 w 97030"/>
                <a:gd name="connsiteY1" fmla="*/ 290376 h 290375"/>
                <a:gd name="connsiteX2" fmla="*/ 97030 w 97030"/>
                <a:gd name="connsiteY2" fmla="*/ 290376 h 290375"/>
                <a:gd name="connsiteX3" fmla="*/ 97030 w 97030"/>
                <a:gd name="connsiteY3" fmla="*/ 0 h 290375"/>
                <a:gd name="connsiteX4" fmla="*/ 0 w 97030"/>
                <a:gd name="connsiteY4" fmla="*/ 0 h 29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290375">
                  <a:moveTo>
                    <a:pt x="0" y="0"/>
                  </a:moveTo>
                  <a:lnTo>
                    <a:pt x="0" y="290376"/>
                  </a:lnTo>
                  <a:lnTo>
                    <a:pt x="97030" y="290376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FA4ACF6A-5B40-822D-9311-F74B7BD330A9}"/>
              </a:ext>
            </a:extLst>
          </p:cNvPr>
          <p:cNvGrpSpPr/>
          <p:nvPr/>
        </p:nvGrpSpPr>
        <p:grpSpPr>
          <a:xfrm>
            <a:off x="4221298" y="4630235"/>
            <a:ext cx="97030" cy="266350"/>
            <a:chOff x="4221298" y="4630235"/>
            <a:chExt cx="97030" cy="266350"/>
          </a:xfrm>
        </p:grpSpPr>
        <p:sp>
          <p:nvSpPr>
            <p:cNvPr id="326" name="Freeform 325">
              <a:extLst>
                <a:ext uri="{FF2B5EF4-FFF2-40B4-BE49-F238E27FC236}">
                  <a16:creationId xmlns:a16="http://schemas.microsoft.com/office/drawing/2014/main" id="{D6130614-BC5D-65D9-FC4E-C6E320067923}"/>
                </a:ext>
              </a:extLst>
            </p:cNvPr>
            <p:cNvSpPr/>
            <p:nvPr/>
          </p:nvSpPr>
          <p:spPr>
            <a:xfrm>
              <a:off x="4221298" y="4630235"/>
              <a:ext cx="97030" cy="266350"/>
            </a:xfrm>
            <a:custGeom>
              <a:avLst/>
              <a:gdLst>
                <a:gd name="connsiteX0" fmla="*/ 0 w 97030"/>
                <a:gd name="connsiteY0" fmla="*/ 0 h 266350"/>
                <a:gd name="connsiteX1" fmla="*/ 0 w 97030"/>
                <a:gd name="connsiteY1" fmla="*/ 266351 h 266350"/>
                <a:gd name="connsiteX2" fmla="*/ 97030 w 97030"/>
                <a:gd name="connsiteY2" fmla="*/ 266351 h 266350"/>
                <a:gd name="connsiteX3" fmla="*/ 97030 w 97030"/>
                <a:gd name="connsiteY3" fmla="*/ 0 h 266350"/>
                <a:gd name="connsiteX4" fmla="*/ 0 w 97030"/>
                <a:gd name="connsiteY4" fmla="*/ 0 h 266350"/>
                <a:gd name="connsiteX5" fmla="*/ 0 w 97030"/>
                <a:gd name="connsiteY5" fmla="*/ 0 h 26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266350">
                  <a:moveTo>
                    <a:pt x="0" y="0"/>
                  </a:moveTo>
                  <a:lnTo>
                    <a:pt x="0" y="266351"/>
                  </a:lnTo>
                  <a:lnTo>
                    <a:pt x="97030" y="266351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 326">
              <a:extLst>
                <a:ext uri="{FF2B5EF4-FFF2-40B4-BE49-F238E27FC236}">
                  <a16:creationId xmlns:a16="http://schemas.microsoft.com/office/drawing/2014/main" id="{7FE41C8F-C9E9-AAEC-FC9D-60B302EAFA2B}"/>
                </a:ext>
              </a:extLst>
            </p:cNvPr>
            <p:cNvSpPr/>
            <p:nvPr/>
          </p:nvSpPr>
          <p:spPr>
            <a:xfrm>
              <a:off x="4221298" y="4630235"/>
              <a:ext cx="97030" cy="266350"/>
            </a:xfrm>
            <a:custGeom>
              <a:avLst/>
              <a:gdLst>
                <a:gd name="connsiteX0" fmla="*/ 0 w 97030"/>
                <a:gd name="connsiteY0" fmla="*/ 0 h 266350"/>
                <a:gd name="connsiteX1" fmla="*/ 0 w 97030"/>
                <a:gd name="connsiteY1" fmla="*/ 266351 h 266350"/>
                <a:gd name="connsiteX2" fmla="*/ 97030 w 97030"/>
                <a:gd name="connsiteY2" fmla="*/ 266351 h 266350"/>
                <a:gd name="connsiteX3" fmla="*/ 97030 w 97030"/>
                <a:gd name="connsiteY3" fmla="*/ 0 h 266350"/>
                <a:gd name="connsiteX4" fmla="*/ 0 w 97030"/>
                <a:gd name="connsiteY4" fmla="*/ 0 h 266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266350">
                  <a:moveTo>
                    <a:pt x="0" y="0"/>
                  </a:moveTo>
                  <a:lnTo>
                    <a:pt x="0" y="266351"/>
                  </a:lnTo>
                  <a:lnTo>
                    <a:pt x="97030" y="266351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2" name="Group 361">
            <a:extLst>
              <a:ext uri="{FF2B5EF4-FFF2-40B4-BE49-F238E27FC236}">
                <a16:creationId xmlns:a16="http://schemas.microsoft.com/office/drawing/2014/main" id="{E992D65D-B5CD-6877-CA94-B35A528421F3}"/>
              </a:ext>
            </a:extLst>
          </p:cNvPr>
          <p:cNvGrpSpPr/>
          <p:nvPr/>
        </p:nvGrpSpPr>
        <p:grpSpPr>
          <a:xfrm>
            <a:off x="4342589" y="4681146"/>
            <a:ext cx="97030" cy="215439"/>
            <a:chOff x="4342589" y="4681146"/>
            <a:chExt cx="97030" cy="215439"/>
          </a:xfrm>
        </p:grpSpPr>
        <p:sp>
          <p:nvSpPr>
            <p:cNvPr id="328" name="Freeform 327">
              <a:extLst>
                <a:ext uri="{FF2B5EF4-FFF2-40B4-BE49-F238E27FC236}">
                  <a16:creationId xmlns:a16="http://schemas.microsoft.com/office/drawing/2014/main" id="{F526381E-50A6-4528-005D-406BDD0A1FEB}"/>
                </a:ext>
              </a:extLst>
            </p:cNvPr>
            <p:cNvSpPr/>
            <p:nvPr/>
          </p:nvSpPr>
          <p:spPr>
            <a:xfrm>
              <a:off x="4342589" y="4681146"/>
              <a:ext cx="97030" cy="215439"/>
            </a:xfrm>
            <a:custGeom>
              <a:avLst/>
              <a:gdLst>
                <a:gd name="connsiteX0" fmla="*/ 0 w 97030"/>
                <a:gd name="connsiteY0" fmla="*/ 0 h 215439"/>
                <a:gd name="connsiteX1" fmla="*/ 0 w 97030"/>
                <a:gd name="connsiteY1" fmla="*/ 215439 h 215439"/>
                <a:gd name="connsiteX2" fmla="*/ 97030 w 97030"/>
                <a:gd name="connsiteY2" fmla="*/ 215439 h 215439"/>
                <a:gd name="connsiteX3" fmla="*/ 97030 w 97030"/>
                <a:gd name="connsiteY3" fmla="*/ 0 h 215439"/>
                <a:gd name="connsiteX4" fmla="*/ 0 w 97030"/>
                <a:gd name="connsiteY4" fmla="*/ 0 h 215439"/>
                <a:gd name="connsiteX5" fmla="*/ 0 w 97030"/>
                <a:gd name="connsiteY5" fmla="*/ 0 h 2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215439">
                  <a:moveTo>
                    <a:pt x="0" y="0"/>
                  </a:moveTo>
                  <a:lnTo>
                    <a:pt x="0" y="215439"/>
                  </a:lnTo>
                  <a:lnTo>
                    <a:pt x="97030" y="215439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 328">
              <a:extLst>
                <a:ext uri="{FF2B5EF4-FFF2-40B4-BE49-F238E27FC236}">
                  <a16:creationId xmlns:a16="http://schemas.microsoft.com/office/drawing/2014/main" id="{61CF8248-1376-FCA3-EE7E-4F4D12CE5B73}"/>
                </a:ext>
              </a:extLst>
            </p:cNvPr>
            <p:cNvSpPr/>
            <p:nvPr/>
          </p:nvSpPr>
          <p:spPr>
            <a:xfrm>
              <a:off x="4342589" y="4681146"/>
              <a:ext cx="97030" cy="215439"/>
            </a:xfrm>
            <a:custGeom>
              <a:avLst/>
              <a:gdLst>
                <a:gd name="connsiteX0" fmla="*/ 0 w 97030"/>
                <a:gd name="connsiteY0" fmla="*/ 0 h 215439"/>
                <a:gd name="connsiteX1" fmla="*/ 0 w 97030"/>
                <a:gd name="connsiteY1" fmla="*/ 215439 h 215439"/>
                <a:gd name="connsiteX2" fmla="*/ 97030 w 97030"/>
                <a:gd name="connsiteY2" fmla="*/ 215439 h 215439"/>
                <a:gd name="connsiteX3" fmla="*/ 97030 w 97030"/>
                <a:gd name="connsiteY3" fmla="*/ 0 h 215439"/>
                <a:gd name="connsiteX4" fmla="*/ 0 w 97030"/>
                <a:gd name="connsiteY4" fmla="*/ 0 h 2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215439">
                  <a:moveTo>
                    <a:pt x="0" y="0"/>
                  </a:moveTo>
                  <a:lnTo>
                    <a:pt x="0" y="215439"/>
                  </a:lnTo>
                  <a:lnTo>
                    <a:pt x="97030" y="215439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3" name="Group 362">
            <a:extLst>
              <a:ext uri="{FF2B5EF4-FFF2-40B4-BE49-F238E27FC236}">
                <a16:creationId xmlns:a16="http://schemas.microsoft.com/office/drawing/2014/main" id="{1FCB32B3-8496-1C4C-7C5E-8BBB7B77168D}"/>
              </a:ext>
            </a:extLst>
          </p:cNvPr>
          <p:cNvGrpSpPr/>
          <p:nvPr/>
        </p:nvGrpSpPr>
        <p:grpSpPr>
          <a:xfrm>
            <a:off x="4463869" y="4748265"/>
            <a:ext cx="97030" cy="148320"/>
            <a:chOff x="4463869" y="4748265"/>
            <a:chExt cx="97030" cy="148320"/>
          </a:xfrm>
        </p:grpSpPr>
        <p:sp>
          <p:nvSpPr>
            <p:cNvPr id="330" name="Freeform 329">
              <a:extLst>
                <a:ext uri="{FF2B5EF4-FFF2-40B4-BE49-F238E27FC236}">
                  <a16:creationId xmlns:a16="http://schemas.microsoft.com/office/drawing/2014/main" id="{5A42536A-E692-5753-53B3-8B06334F7F69}"/>
                </a:ext>
              </a:extLst>
            </p:cNvPr>
            <p:cNvSpPr/>
            <p:nvPr/>
          </p:nvSpPr>
          <p:spPr>
            <a:xfrm>
              <a:off x="4463869" y="4748265"/>
              <a:ext cx="97030" cy="148320"/>
            </a:xfrm>
            <a:custGeom>
              <a:avLst/>
              <a:gdLst>
                <a:gd name="connsiteX0" fmla="*/ 0 w 97030"/>
                <a:gd name="connsiteY0" fmla="*/ 0 h 148320"/>
                <a:gd name="connsiteX1" fmla="*/ 0 w 97030"/>
                <a:gd name="connsiteY1" fmla="*/ 148320 h 148320"/>
                <a:gd name="connsiteX2" fmla="*/ 97030 w 97030"/>
                <a:gd name="connsiteY2" fmla="*/ 148320 h 148320"/>
                <a:gd name="connsiteX3" fmla="*/ 97030 w 97030"/>
                <a:gd name="connsiteY3" fmla="*/ 0 h 148320"/>
                <a:gd name="connsiteX4" fmla="*/ 0 w 97030"/>
                <a:gd name="connsiteY4" fmla="*/ 0 h 148320"/>
                <a:gd name="connsiteX5" fmla="*/ 0 w 97030"/>
                <a:gd name="connsiteY5" fmla="*/ 0 h 14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148320">
                  <a:moveTo>
                    <a:pt x="0" y="0"/>
                  </a:moveTo>
                  <a:lnTo>
                    <a:pt x="0" y="148320"/>
                  </a:lnTo>
                  <a:lnTo>
                    <a:pt x="97030" y="148320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 330">
              <a:extLst>
                <a:ext uri="{FF2B5EF4-FFF2-40B4-BE49-F238E27FC236}">
                  <a16:creationId xmlns:a16="http://schemas.microsoft.com/office/drawing/2014/main" id="{85040211-4569-91D7-3CE0-A2687A86E3E5}"/>
                </a:ext>
              </a:extLst>
            </p:cNvPr>
            <p:cNvSpPr/>
            <p:nvPr/>
          </p:nvSpPr>
          <p:spPr>
            <a:xfrm>
              <a:off x="4463869" y="4748265"/>
              <a:ext cx="97030" cy="148320"/>
            </a:xfrm>
            <a:custGeom>
              <a:avLst/>
              <a:gdLst>
                <a:gd name="connsiteX0" fmla="*/ 0 w 97030"/>
                <a:gd name="connsiteY0" fmla="*/ 0 h 148320"/>
                <a:gd name="connsiteX1" fmla="*/ 0 w 97030"/>
                <a:gd name="connsiteY1" fmla="*/ 148320 h 148320"/>
                <a:gd name="connsiteX2" fmla="*/ 97030 w 97030"/>
                <a:gd name="connsiteY2" fmla="*/ 148320 h 148320"/>
                <a:gd name="connsiteX3" fmla="*/ 97030 w 97030"/>
                <a:gd name="connsiteY3" fmla="*/ 0 h 148320"/>
                <a:gd name="connsiteX4" fmla="*/ 0 w 97030"/>
                <a:gd name="connsiteY4" fmla="*/ 0 h 148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148320">
                  <a:moveTo>
                    <a:pt x="0" y="0"/>
                  </a:moveTo>
                  <a:lnTo>
                    <a:pt x="0" y="148320"/>
                  </a:lnTo>
                  <a:lnTo>
                    <a:pt x="97030" y="148320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6659607-047A-C0C4-559B-0537A5A2B400}"/>
              </a:ext>
            </a:extLst>
          </p:cNvPr>
          <p:cNvGrpSpPr/>
          <p:nvPr/>
        </p:nvGrpSpPr>
        <p:grpSpPr>
          <a:xfrm>
            <a:off x="4585160" y="4751760"/>
            <a:ext cx="97030" cy="144825"/>
            <a:chOff x="4585160" y="4751760"/>
            <a:chExt cx="97030" cy="144825"/>
          </a:xfrm>
        </p:grpSpPr>
        <p:sp>
          <p:nvSpPr>
            <p:cNvPr id="332" name="Freeform 331">
              <a:extLst>
                <a:ext uri="{FF2B5EF4-FFF2-40B4-BE49-F238E27FC236}">
                  <a16:creationId xmlns:a16="http://schemas.microsoft.com/office/drawing/2014/main" id="{AF85EC94-FC7F-3EEC-6B7D-CFB4AAD4353B}"/>
                </a:ext>
              </a:extLst>
            </p:cNvPr>
            <p:cNvSpPr/>
            <p:nvPr/>
          </p:nvSpPr>
          <p:spPr>
            <a:xfrm>
              <a:off x="4585160" y="4751760"/>
              <a:ext cx="97030" cy="144825"/>
            </a:xfrm>
            <a:custGeom>
              <a:avLst/>
              <a:gdLst>
                <a:gd name="connsiteX0" fmla="*/ 0 w 97030"/>
                <a:gd name="connsiteY0" fmla="*/ 0 h 144825"/>
                <a:gd name="connsiteX1" fmla="*/ 0 w 97030"/>
                <a:gd name="connsiteY1" fmla="*/ 144825 h 144825"/>
                <a:gd name="connsiteX2" fmla="*/ 97030 w 97030"/>
                <a:gd name="connsiteY2" fmla="*/ 144825 h 144825"/>
                <a:gd name="connsiteX3" fmla="*/ 97030 w 97030"/>
                <a:gd name="connsiteY3" fmla="*/ 0 h 144825"/>
                <a:gd name="connsiteX4" fmla="*/ 0 w 97030"/>
                <a:gd name="connsiteY4" fmla="*/ 0 h 144825"/>
                <a:gd name="connsiteX5" fmla="*/ 0 w 97030"/>
                <a:gd name="connsiteY5" fmla="*/ 0 h 14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144825">
                  <a:moveTo>
                    <a:pt x="0" y="0"/>
                  </a:moveTo>
                  <a:lnTo>
                    <a:pt x="0" y="144825"/>
                  </a:lnTo>
                  <a:lnTo>
                    <a:pt x="97030" y="144825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 332">
              <a:extLst>
                <a:ext uri="{FF2B5EF4-FFF2-40B4-BE49-F238E27FC236}">
                  <a16:creationId xmlns:a16="http://schemas.microsoft.com/office/drawing/2014/main" id="{A0F4ECEB-2209-8C4E-95B4-762F409C265D}"/>
                </a:ext>
              </a:extLst>
            </p:cNvPr>
            <p:cNvSpPr/>
            <p:nvPr/>
          </p:nvSpPr>
          <p:spPr>
            <a:xfrm>
              <a:off x="4585160" y="4751760"/>
              <a:ext cx="97030" cy="144825"/>
            </a:xfrm>
            <a:custGeom>
              <a:avLst/>
              <a:gdLst>
                <a:gd name="connsiteX0" fmla="*/ 0 w 97030"/>
                <a:gd name="connsiteY0" fmla="*/ 0 h 144825"/>
                <a:gd name="connsiteX1" fmla="*/ 0 w 97030"/>
                <a:gd name="connsiteY1" fmla="*/ 144825 h 144825"/>
                <a:gd name="connsiteX2" fmla="*/ 97030 w 97030"/>
                <a:gd name="connsiteY2" fmla="*/ 144825 h 144825"/>
                <a:gd name="connsiteX3" fmla="*/ 97030 w 97030"/>
                <a:gd name="connsiteY3" fmla="*/ 0 h 144825"/>
                <a:gd name="connsiteX4" fmla="*/ 0 w 97030"/>
                <a:gd name="connsiteY4" fmla="*/ 0 h 144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144825">
                  <a:moveTo>
                    <a:pt x="0" y="0"/>
                  </a:moveTo>
                  <a:lnTo>
                    <a:pt x="0" y="144825"/>
                  </a:lnTo>
                  <a:lnTo>
                    <a:pt x="97030" y="144825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65" name="Group 364">
            <a:extLst>
              <a:ext uri="{FF2B5EF4-FFF2-40B4-BE49-F238E27FC236}">
                <a16:creationId xmlns:a16="http://schemas.microsoft.com/office/drawing/2014/main" id="{AF761F63-4DD7-E679-AAB4-A6F1128E4F80}"/>
              </a:ext>
            </a:extLst>
          </p:cNvPr>
          <p:cNvGrpSpPr/>
          <p:nvPr/>
        </p:nvGrpSpPr>
        <p:grpSpPr>
          <a:xfrm>
            <a:off x="4706450" y="4759435"/>
            <a:ext cx="97030" cy="137150"/>
            <a:chOff x="4706450" y="4759435"/>
            <a:chExt cx="97030" cy="137150"/>
          </a:xfrm>
        </p:grpSpPr>
        <p:sp>
          <p:nvSpPr>
            <p:cNvPr id="334" name="Freeform 333">
              <a:extLst>
                <a:ext uri="{FF2B5EF4-FFF2-40B4-BE49-F238E27FC236}">
                  <a16:creationId xmlns:a16="http://schemas.microsoft.com/office/drawing/2014/main" id="{E00DC8EF-EE97-DA01-9D2C-B0BDDF0989A9}"/>
                </a:ext>
              </a:extLst>
            </p:cNvPr>
            <p:cNvSpPr/>
            <p:nvPr/>
          </p:nvSpPr>
          <p:spPr>
            <a:xfrm>
              <a:off x="4706450" y="4759435"/>
              <a:ext cx="97030" cy="137150"/>
            </a:xfrm>
            <a:custGeom>
              <a:avLst/>
              <a:gdLst>
                <a:gd name="connsiteX0" fmla="*/ 0 w 97030"/>
                <a:gd name="connsiteY0" fmla="*/ 0 h 137150"/>
                <a:gd name="connsiteX1" fmla="*/ 0 w 97030"/>
                <a:gd name="connsiteY1" fmla="*/ 137151 h 137150"/>
                <a:gd name="connsiteX2" fmla="*/ 97030 w 97030"/>
                <a:gd name="connsiteY2" fmla="*/ 137151 h 137150"/>
                <a:gd name="connsiteX3" fmla="*/ 97030 w 97030"/>
                <a:gd name="connsiteY3" fmla="*/ 0 h 137150"/>
                <a:gd name="connsiteX4" fmla="*/ 0 w 97030"/>
                <a:gd name="connsiteY4" fmla="*/ 0 h 137150"/>
                <a:gd name="connsiteX5" fmla="*/ 0 w 97030"/>
                <a:gd name="connsiteY5" fmla="*/ 0 h 13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030" h="137150">
                  <a:moveTo>
                    <a:pt x="0" y="0"/>
                  </a:moveTo>
                  <a:lnTo>
                    <a:pt x="0" y="137151"/>
                  </a:lnTo>
                  <a:lnTo>
                    <a:pt x="97030" y="137151"/>
                  </a:lnTo>
                  <a:lnTo>
                    <a:pt x="9703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AF9"/>
            </a:solidFill>
            <a:ln w="10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 334">
              <a:extLst>
                <a:ext uri="{FF2B5EF4-FFF2-40B4-BE49-F238E27FC236}">
                  <a16:creationId xmlns:a16="http://schemas.microsoft.com/office/drawing/2014/main" id="{C654470C-B314-D814-97B0-4C1AE050EE44}"/>
                </a:ext>
              </a:extLst>
            </p:cNvPr>
            <p:cNvSpPr/>
            <p:nvPr/>
          </p:nvSpPr>
          <p:spPr>
            <a:xfrm>
              <a:off x="4706450" y="4759435"/>
              <a:ext cx="97030" cy="137150"/>
            </a:xfrm>
            <a:custGeom>
              <a:avLst/>
              <a:gdLst>
                <a:gd name="connsiteX0" fmla="*/ 0 w 97030"/>
                <a:gd name="connsiteY0" fmla="*/ 0 h 137150"/>
                <a:gd name="connsiteX1" fmla="*/ 0 w 97030"/>
                <a:gd name="connsiteY1" fmla="*/ 137151 h 137150"/>
                <a:gd name="connsiteX2" fmla="*/ 97030 w 97030"/>
                <a:gd name="connsiteY2" fmla="*/ 137151 h 137150"/>
                <a:gd name="connsiteX3" fmla="*/ 97030 w 97030"/>
                <a:gd name="connsiteY3" fmla="*/ 0 h 137150"/>
                <a:gd name="connsiteX4" fmla="*/ 0 w 97030"/>
                <a:gd name="connsiteY4" fmla="*/ 0 h 13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030" h="137150">
                  <a:moveTo>
                    <a:pt x="0" y="0"/>
                  </a:moveTo>
                  <a:lnTo>
                    <a:pt x="0" y="137151"/>
                  </a:lnTo>
                  <a:lnTo>
                    <a:pt x="97030" y="137151"/>
                  </a:lnTo>
                  <a:lnTo>
                    <a:pt x="97030" y="0"/>
                  </a:lnTo>
                  <a:lnTo>
                    <a:pt x="0" y="0"/>
                  </a:lnTo>
                </a:path>
              </a:pathLst>
            </a:custGeom>
            <a:noFill/>
            <a:ln w="408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08576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2" grpId="0"/>
      <p:bldP spid="5" grpId="0"/>
      <p:bldP spid="8" grpId="0"/>
      <p:bldP spid="9" grpId="0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DB1CF07-8D3D-A52F-2D8E-5887BB1FE770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487263"/>
              </a:xfrm>
            </p:spPr>
            <p:txBody>
              <a:bodyPr/>
              <a:lstStyle/>
              <a:p>
                <a:r>
                  <a:rPr lang="en-DE" b="1" dirty="0"/>
                  <a:t>Scenario</a:t>
                </a:r>
                <a:r>
                  <a:rPr lang="en-DE" dirty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r>
                  <a:rPr lang="en-DE" dirty="0"/>
                  <a:t> with </a:t>
                </a:r>
                <a:r>
                  <a:rPr lang="en-US" dirty="0"/>
                  <a:t>probabilities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64</m:t>
                            </m:r>
                          </m:den>
                        </m:f>
                      </m:e>
                    </m:d>
                  </m:oMath>
                </a14:m>
                <a:r>
                  <a:rPr lang="en-DE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6DB1CF07-8D3D-A52F-2D8E-5887BB1FE7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1" cy="4872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AD66909-C4CD-F9F0-4E80-6CE6D647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Noiseless Coding Theorem: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CF6810-E465-B24D-D653-361622B87C13}"/>
              </a:ext>
            </a:extLst>
          </p:cNvPr>
          <p:cNvSpPr/>
          <p:nvPr/>
        </p:nvSpPr>
        <p:spPr bwMode="gray">
          <a:xfrm>
            <a:off x="6889214" y="3572315"/>
            <a:ext cx="1998600" cy="1246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135C564-B132-8F71-9064-7792A83B56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364757"/>
                  </p:ext>
                </p:extLst>
              </p:nvPr>
            </p:nvGraphicFramePr>
            <p:xfrm>
              <a:off x="256186" y="2614237"/>
              <a:ext cx="3997199" cy="19202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28131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799440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799440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742336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102785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i="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i="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𝟎𝟎𝟎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96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𝟎𝟎𝟏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48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𝟎𝟏𝟎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𝟎𝟏𝟏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8578817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smtClean="0">
                                    <a:latin typeface="Cambria Math" panose="02040503050406030204" pitchFamily="18" charset="0"/>
                                  </a:rPr>
                                  <m:t>𝟏𝟎𝟏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3/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9586666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3/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282732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i="1" dirty="0" smtClean="0">
                                    <a:latin typeface="Cambria Math" panose="02040503050406030204" pitchFamily="18" charset="0"/>
                                  </a:rPr>
                                  <m:t>3/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3479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1135C564-B132-8F71-9064-7792A83B56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53364757"/>
                  </p:ext>
                </p:extLst>
              </p:nvPr>
            </p:nvGraphicFramePr>
            <p:xfrm>
              <a:off x="256186" y="2614237"/>
              <a:ext cx="3997199" cy="192024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628131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799440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799440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742336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102785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5882" r="-546939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5882" r="-325397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5882" r="-220313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5882" r="-143103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5882" r="-2469" b="-8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105882" r="-546939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105882" r="-325397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105882" r="-220313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105882" r="-143103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105882" r="-2469" b="-7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205882" r="-546939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205882" r="-325397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205882" r="-220313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205882" r="-143103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205882" r="-2469" b="-6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305882" r="-546939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305882" r="-325397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305882" r="-220313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305882" r="-143103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305882" r="-2469" b="-5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405882" r="-546939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405882" r="-325397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405882" r="-220313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405882" r="-143103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405882" r="-2469" b="-4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505882" r="-546939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505882" r="-325397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505882" r="-220313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505882" r="-143103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505882" r="-2469" b="-3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578817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605882" r="-546939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605882" r="-325397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605882" r="-220313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605882" r="-143103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605882" r="-2469" b="-2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958666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705882" r="-54693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705882" r="-325397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705882" r="-220313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705882" r="-143103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705882" r="-2469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2827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805882" r="-54693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79365" t="-805882" r="-325397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76563" t="-805882" r="-22031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05172" t="-805882" r="-14310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290123" t="-805882" r="-2469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3479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A7E21F-2097-8ED5-FA7B-52C17508CDDA}"/>
              </a:ext>
            </a:extLst>
          </p:cNvPr>
          <p:cNvSpPr/>
          <p:nvPr/>
        </p:nvSpPr>
        <p:spPr bwMode="gray">
          <a:xfrm>
            <a:off x="3231494" y="2857531"/>
            <a:ext cx="1021891" cy="1676945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357CAB-F130-963D-8A41-C424702D399B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 bwMode="gray">
          <a:xfrm flipH="1" flipV="1">
            <a:off x="3742440" y="4534476"/>
            <a:ext cx="230148" cy="145203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ACEFF3-EB2D-AAEE-01C8-7D3240A36BF5}"/>
                  </a:ext>
                </a:extLst>
              </p:cNvPr>
              <p:cNvSpPr txBox="1"/>
              <p:nvPr/>
            </p:nvSpPr>
            <p:spPr bwMode="gray">
              <a:xfrm>
                <a:off x="3566014" y="4679679"/>
                <a:ext cx="813148" cy="42253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192</m:t>
                          </m:r>
                        </m:num>
                        <m:den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=3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bits</m:t>
                      </m:r>
                    </m:oMath>
                  </m:oMathPara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ACEFF3-EB2D-AAEE-01C8-7D3240A36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566014" y="4679679"/>
                <a:ext cx="813148" cy="422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0ED9AC-C994-E4A2-120F-A86D0AD7508D}"/>
              </a:ext>
            </a:extLst>
          </p:cNvPr>
          <p:cNvCxnSpPr>
            <a:cxnSpLocks/>
            <a:stCxn id="10" idx="0"/>
            <a:endCxn id="17" idx="2"/>
          </p:cNvCxnSpPr>
          <p:nvPr/>
        </p:nvCxnSpPr>
        <p:spPr bwMode="gray">
          <a:xfrm flipH="1" flipV="1">
            <a:off x="8027604" y="4537028"/>
            <a:ext cx="193729" cy="14243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C48633-D798-B579-85DD-0A330F0A22A2}"/>
                  </a:ext>
                </a:extLst>
              </p:cNvPr>
              <p:cNvSpPr txBox="1"/>
              <p:nvPr/>
            </p:nvSpPr>
            <p:spPr bwMode="gray">
              <a:xfrm>
                <a:off x="7814967" y="4679467"/>
                <a:ext cx="812732" cy="42253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</m:num>
                        <m:den>
                          <m:r>
                            <a:rPr lang="en-US" sz="10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r>
                        <a:rPr lang="en-US" sz="1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en-US" sz="1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bits</m:t>
                      </m:r>
                    </m:oMath>
                  </m:oMathPara>
                </a14:m>
                <a:endParaRPr lang="en-DE" sz="1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DC48633-D798-B579-85DD-0A330F0A2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814967" y="4679467"/>
                <a:ext cx="812732" cy="422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4">
                <a:extLst>
                  <a:ext uri="{FF2B5EF4-FFF2-40B4-BE49-F238E27FC236}">
                    <a16:creationId xmlns:a16="http://schemas.microsoft.com/office/drawing/2014/main" id="{3257A0C6-14C2-E163-AA42-39E880CF0E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641809"/>
                  </p:ext>
                </p:extLst>
              </p:nvPr>
            </p:nvGraphicFramePr>
            <p:xfrm>
              <a:off x="5230399" y="2603340"/>
              <a:ext cx="3202857" cy="21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4">
                <a:extLst>
                  <a:ext uri="{FF2B5EF4-FFF2-40B4-BE49-F238E27FC236}">
                    <a16:creationId xmlns:a16="http://schemas.microsoft.com/office/drawing/2014/main" id="{3257A0C6-14C2-E163-AA42-39E880CF0E0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641809"/>
                  </p:ext>
                </p:extLst>
              </p:nvPr>
            </p:nvGraphicFramePr>
            <p:xfrm>
              <a:off x="5230399" y="2603340"/>
              <a:ext cx="3202857" cy="213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2500" r="-540000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80392" r="-323529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180392" r="-223529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304255" r="-142553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6"/>
                          <a:stretch>
                            <a:fillRect l="-292308" r="-3077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4">
                <a:extLst>
                  <a:ext uri="{FF2B5EF4-FFF2-40B4-BE49-F238E27FC236}">
                    <a16:creationId xmlns:a16="http://schemas.microsoft.com/office/drawing/2014/main" id="{EBE08528-9890-2702-A6E9-365D7388F1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123784"/>
                  </p:ext>
                </p:extLst>
              </p:nvPr>
            </p:nvGraphicFramePr>
            <p:xfrm>
              <a:off x="5230399" y="2603340"/>
              <a:ext cx="3202857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4">
                <a:extLst>
                  <a:ext uri="{FF2B5EF4-FFF2-40B4-BE49-F238E27FC236}">
                    <a16:creationId xmlns:a16="http://schemas.microsoft.com/office/drawing/2014/main" id="{EBE08528-9890-2702-A6E9-365D7388F1A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95123784"/>
                  </p:ext>
                </p:extLst>
              </p:nvPr>
            </p:nvGraphicFramePr>
            <p:xfrm>
              <a:off x="5230399" y="2603340"/>
              <a:ext cx="3202857" cy="4267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2500" r="-540000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80392" r="-323529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80392" r="-223529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304255" r="-142553" b="-10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292308" r="-3077" b="-10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2500" t="-105882" r="-540000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80392" t="-105882" r="-323529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180392" t="-105882" r="-223529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304255" t="-105882" r="-14255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7"/>
                          <a:stretch>
                            <a:fillRect l="-292308" t="-105882" r="-3077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E212E427-EDCC-912B-912B-585A9398F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689899"/>
                  </p:ext>
                </p:extLst>
              </p:nvPr>
            </p:nvGraphicFramePr>
            <p:xfrm>
              <a:off x="5230399" y="2603340"/>
              <a:ext cx="3202857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4">
                <a:extLst>
                  <a:ext uri="{FF2B5EF4-FFF2-40B4-BE49-F238E27FC236}">
                    <a16:creationId xmlns:a16="http://schemas.microsoft.com/office/drawing/2014/main" id="{E212E427-EDCC-912B-912B-585A9398F03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689899"/>
                  </p:ext>
                </p:extLst>
              </p:nvPr>
            </p:nvGraphicFramePr>
            <p:xfrm>
              <a:off x="5230399" y="2603340"/>
              <a:ext cx="3202857" cy="640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2500" r="-540000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80392" r="-323529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180392" r="-223529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304255" r="-142553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292308" r="-3077" b="-2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2500" t="-94444" r="-54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80392" t="-94444" r="-32352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180392" t="-94444" r="-22352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304255" t="-94444" r="-142553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292308" t="-94444" r="-307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2500" t="-205882" r="-54000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80392" t="-205882" r="-32352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180392" t="-205882" r="-22352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304255" t="-205882" r="-14255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8"/>
                          <a:stretch>
                            <a:fillRect l="-292308" t="-205882" r="-3077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4">
                <a:extLst>
                  <a:ext uri="{FF2B5EF4-FFF2-40B4-BE49-F238E27FC236}">
                    <a16:creationId xmlns:a16="http://schemas.microsoft.com/office/drawing/2014/main" id="{F44179C0-F511-B8D1-2566-C377E78761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137462"/>
                  </p:ext>
                </p:extLst>
              </p:nvPr>
            </p:nvGraphicFramePr>
            <p:xfrm>
              <a:off x="5230399" y="2603340"/>
              <a:ext cx="3202857" cy="85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12/32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4">
                <a:extLst>
                  <a:ext uri="{FF2B5EF4-FFF2-40B4-BE49-F238E27FC236}">
                    <a16:creationId xmlns:a16="http://schemas.microsoft.com/office/drawing/2014/main" id="{F44179C0-F511-B8D1-2566-C377E78761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61137462"/>
                  </p:ext>
                </p:extLst>
              </p:nvPr>
            </p:nvGraphicFramePr>
            <p:xfrm>
              <a:off x="5230399" y="2603340"/>
              <a:ext cx="3202857" cy="8534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500" r="-540000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80392" r="-323529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180392" r="-223529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304255" r="-142553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92308" r="-3077" b="-3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500" t="-94444" r="-540000" b="-1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80392" t="-94444" r="-323529" b="-1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180392" t="-94444" r="-223529" b="-1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304255" t="-94444" r="-142553" b="-19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92308" t="-94444" r="-3077" b="-19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500" t="-205882" r="-540000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80392" t="-205882" r="-32352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180392" t="-205882" r="-22352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304255" t="-205882" r="-142553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92308" t="-205882" r="-3077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500" t="-305882" r="-54000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80392" t="-305882" r="-32352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180392" t="-305882" r="-22352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304255" t="-305882" r="-14255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9"/>
                          <a:stretch>
                            <a:fillRect l="-292308" t="-305882" r="-3077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4">
                <a:extLst>
                  <a:ext uri="{FF2B5EF4-FFF2-40B4-BE49-F238E27FC236}">
                    <a16:creationId xmlns:a16="http://schemas.microsoft.com/office/drawing/2014/main" id="{10601B59-6288-93E3-60B7-E6A247EE6C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425283"/>
                  </p:ext>
                </p:extLst>
              </p:nvPr>
            </p:nvGraphicFramePr>
            <p:xfrm>
              <a:off x="5230399" y="2603340"/>
              <a:ext cx="3202857" cy="1066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12/32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8/32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4">
                <a:extLst>
                  <a:ext uri="{FF2B5EF4-FFF2-40B4-BE49-F238E27FC236}">
                    <a16:creationId xmlns:a16="http://schemas.microsoft.com/office/drawing/2014/main" id="{10601B59-6288-93E3-60B7-E6A247EE6C3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7425283"/>
                  </p:ext>
                </p:extLst>
              </p:nvPr>
            </p:nvGraphicFramePr>
            <p:xfrm>
              <a:off x="5230399" y="2603340"/>
              <a:ext cx="3202857" cy="1066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500" r="-540000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80392" r="-323529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80392" r="-223529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04255" r="-142553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92308" r="-3077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500" t="-100000" r="-540000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80392" t="-100000" r="-323529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80392" t="-100000" r="-223529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04255" t="-100000" r="-142553" b="-3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92308" t="-100000" r="-3077" b="-3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500" t="-200000" r="-540000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80392" t="-200000" r="-323529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80392" t="-200000" r="-223529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04255" t="-200000" r="-142553" b="-2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92308" t="-200000" r="-3077" b="-2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500" t="-300000" r="-540000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80392" t="-300000" r="-323529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80392" t="-300000" r="-223529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04255" t="-300000" r="-142553" b="-1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92308" t="-300000" r="-3077" b="-1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500" t="-400000" r="-540000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80392" t="-400000" r="-323529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180392" t="-400000" r="-223529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304255" t="-400000" r="-142553" b="-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0"/>
                          <a:stretch>
                            <a:fillRect l="-292308" t="-400000" r="-3077" b="-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4">
                <a:extLst>
                  <a:ext uri="{FF2B5EF4-FFF2-40B4-BE49-F238E27FC236}">
                    <a16:creationId xmlns:a16="http://schemas.microsoft.com/office/drawing/2014/main" id="{FE9684CB-EA4C-B034-02B4-F51D805AE7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111194"/>
                  </p:ext>
                </p:extLst>
              </p:nvPr>
            </p:nvGraphicFramePr>
            <p:xfrm>
              <a:off x="5230399" y="2603340"/>
              <a:ext cx="3202857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Code</m:t>
                                </m:r>
                              </m:oMath>
                            </m:oMathPara>
                          </a14:m>
                          <a:endParaRPr lang="en-US" sz="80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Length</m:t>
                                </m:r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16/32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1/8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12/32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1/16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8/32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𝟏𝟏𝟏𝟏𝟎𝟎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85788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𝟏𝟏𝟏𝟏𝟎𝟏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958666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𝟏𝟏𝟏𝟏𝟏𝟎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472827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80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1" i="1" dirty="0" smtClean="0">
                                    <a:latin typeface="Cambria Math" panose="02040503050406030204" pitchFamily="18" charset="0"/>
                                  </a:rPr>
                                  <m:t>𝟏𝟏𝟏𝟏𝟏𝟏</m:t>
                                </m:r>
                              </m:oMath>
                            </m:oMathPara>
                          </a14:m>
                          <a:endParaRPr lang="en-US" sz="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1/64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dirty="0" smtClean="0">
                                    <a:latin typeface="Cambria Math" panose="02040503050406030204" pitchFamily="18" charset="0"/>
                                  </a:rPr>
                                  <m:t>3/32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23479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4">
                <a:extLst>
                  <a:ext uri="{FF2B5EF4-FFF2-40B4-BE49-F238E27FC236}">
                    <a16:creationId xmlns:a16="http://schemas.microsoft.com/office/drawing/2014/main" id="{FE9684CB-EA4C-B034-02B4-F51D805AE74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7111194"/>
                  </p:ext>
                </p:extLst>
              </p:nvPr>
            </p:nvGraphicFramePr>
            <p:xfrm>
              <a:off x="5230399" y="2603340"/>
              <a:ext cx="3202857" cy="1920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03306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133725855"/>
                        </a:ext>
                      </a:extLst>
                    </a:gridCol>
                    <a:gridCol w="640572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594815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  <a:gridCol w="823592">
                      <a:extLst>
                        <a:ext uri="{9D8B030D-6E8A-4147-A177-3AD203B41FA5}">
                          <a16:colId xmlns:a16="http://schemas.microsoft.com/office/drawing/2014/main" val="40295249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r="-540000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r="-323529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r="-223529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r="-142553" b="-8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r="-3077" b="-8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100000" r="-540000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100000" r="-323529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100000" r="-223529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100000" r="-142553" b="-7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100000" r="-3077" b="-7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200000" r="-540000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200000" r="-323529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200000" r="-223529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200000" r="-142553" b="-6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200000" r="-3077" b="-6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300000" r="-540000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300000" r="-323529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300000" r="-223529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300000" r="-142553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300000" r="-3077" b="-5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400000" r="-540000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400000" r="-323529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400000" r="-223529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400000" r="-142553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400000" r="-3077" b="-4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500000" r="-540000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500000" r="-323529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500000" r="-223529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500000" r="-142553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500000" r="-3077" b="-3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578817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600000" r="-54000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600000" r="-323529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600000" r="-223529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600000" r="-142553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600000" r="-3077" b="-2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958666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700000" r="-540000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700000" r="-32352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700000" r="-223529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700000" r="-142553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700000" r="-3077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472827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500" t="-800000" r="-54000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80392" t="-800000" r="-32352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180392" t="-800000" r="-223529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304255" t="-800000" r="-14255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11"/>
                          <a:stretch>
                            <a:fillRect l="-292308" t="-800000" r="-3077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23479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7F46B5F-4D85-3C28-073E-0965EF86656C}"/>
              </a:ext>
            </a:extLst>
          </p:cNvPr>
          <p:cNvSpPr/>
          <p:nvPr/>
        </p:nvSpPr>
        <p:spPr bwMode="gray">
          <a:xfrm>
            <a:off x="7621238" y="2829122"/>
            <a:ext cx="812732" cy="170790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598856-3EBA-834D-6C91-F14216AB8BEF}"/>
              </a:ext>
            </a:extLst>
          </p:cNvPr>
          <p:cNvSpPr txBox="1"/>
          <p:nvPr/>
        </p:nvSpPr>
        <p:spPr bwMode="gray">
          <a:xfrm>
            <a:off x="805912" y="1939284"/>
            <a:ext cx="23324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DE" sz="1400" b="1" dirty="0"/>
              <a:t>Fixed-Length Code</a:t>
            </a:r>
            <a:endParaRPr lang="en-DE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5BF6E1-591A-E8E1-1ED2-39F5DEF8C7FA}"/>
              </a:ext>
            </a:extLst>
          </p:cNvPr>
          <p:cNvSpPr txBox="1"/>
          <p:nvPr/>
        </p:nvSpPr>
        <p:spPr bwMode="gray">
          <a:xfrm>
            <a:off x="5366786" y="1939284"/>
            <a:ext cx="2332495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DE" sz="1400" b="1" dirty="0"/>
              <a:t>Prefix Code</a:t>
            </a:r>
            <a:endParaRPr lang="en-DE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8A394F3-AF82-4153-88C4-E05E5269EEA5}"/>
                  </a:ext>
                </a:extLst>
              </p:cNvPr>
              <p:cNvSpPr txBox="1"/>
              <p:nvPr/>
            </p:nvSpPr>
            <p:spPr bwMode="gray">
              <a:xfrm>
                <a:off x="2008396" y="1583005"/>
                <a:ext cx="3997199" cy="439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⋅1+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⋅2+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⋅3 +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⋅4+4⋅</m:t>
                      </m:r>
                      <m:f>
                        <m:f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den>
                      </m:f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⋅6=2</m:t>
                      </m:r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8A394F3-AF82-4153-88C4-E05E5269E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008396" y="1583005"/>
                <a:ext cx="3997199" cy="43922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714BA80E-FD57-7C5D-248A-30611591A8F6}"/>
              </a:ext>
            </a:extLst>
          </p:cNvPr>
          <p:cNvSpPr txBox="1"/>
          <p:nvPr/>
        </p:nvSpPr>
        <p:spPr bwMode="gray">
          <a:xfrm>
            <a:off x="3777215" y="2213357"/>
            <a:ext cx="534651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1200" dirty="0"/>
              <a:t>Unique binary prefix of consecutive 1’s for each unique probability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76CBD62-7925-4B2B-C402-E8C36BBE2905}"/>
                  </a:ext>
                </a:extLst>
              </p:cNvPr>
              <p:cNvSpPr txBox="1"/>
              <p:nvPr/>
            </p:nvSpPr>
            <p:spPr bwMode="gray">
              <a:xfrm>
                <a:off x="402754" y="2226896"/>
                <a:ext cx="273565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 algn="ctr"/>
                <a:r>
                  <a:rPr lang="en-US" sz="1200" dirty="0"/>
                  <a:t>Each binary string of length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76CBD62-7925-4B2B-C402-E8C36BBE2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2754" y="2226896"/>
                <a:ext cx="2735653" cy="276999"/>
              </a:xfrm>
              <a:prstGeom prst="rect">
                <a:avLst/>
              </a:prstGeom>
              <a:blipFill>
                <a:blip r:embed="rId13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BB65377F-0241-9D1D-AC82-8F8DBEF890CE}"/>
              </a:ext>
            </a:extLst>
          </p:cNvPr>
          <p:cNvSpPr txBox="1"/>
          <p:nvPr/>
        </p:nvSpPr>
        <p:spPr bwMode="gray">
          <a:xfrm>
            <a:off x="5761163" y="4636564"/>
            <a:ext cx="1998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Decode</a:t>
            </a:r>
            <a:r>
              <a:rPr lang="en-US" sz="1200" dirty="0"/>
              <a:t>: 1 1 1 0 0 1 0 1 0</a:t>
            </a:r>
            <a:endParaRPr lang="en-US" sz="12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CCEF85-B1B6-EF75-BFDC-996BC5BF082E}"/>
              </a:ext>
            </a:extLst>
          </p:cNvPr>
          <p:cNvSpPr txBox="1"/>
          <p:nvPr/>
        </p:nvSpPr>
        <p:spPr bwMode="gray">
          <a:xfrm>
            <a:off x="1197505" y="4624654"/>
            <a:ext cx="21145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Decode</a:t>
            </a:r>
            <a:r>
              <a:rPr lang="en-US" sz="1200" dirty="0"/>
              <a:t>: 1 1 1 0 0 1 0 1 0</a:t>
            </a:r>
            <a:endParaRPr lang="en-US" sz="1200" b="1" dirty="0"/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6A005C30-90EB-E122-4F9B-860EBCE9C821}"/>
              </a:ext>
            </a:extLst>
          </p:cNvPr>
          <p:cNvSpPr/>
          <p:nvPr/>
        </p:nvSpPr>
        <p:spPr bwMode="gray">
          <a:xfrm>
            <a:off x="1917405" y="4641402"/>
            <a:ext cx="384093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06AB3A1-7CFF-7DEF-C6A6-43BCD3A61CEC}"/>
                  </a:ext>
                </a:extLst>
              </p:cNvPr>
              <p:cNvSpPr txBox="1"/>
              <p:nvPr/>
            </p:nvSpPr>
            <p:spPr bwMode="gray">
              <a:xfrm>
                <a:off x="1929432" y="4840395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06AB3A1-7CFF-7DEF-C6A6-43BCD3A61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929432" y="4840395"/>
                <a:ext cx="360040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5353A56-D462-B6BD-0800-61307F8A932B}"/>
                  </a:ext>
                </a:extLst>
              </p:cNvPr>
              <p:cNvSpPr txBox="1"/>
              <p:nvPr/>
            </p:nvSpPr>
            <p:spPr bwMode="gray">
              <a:xfrm>
                <a:off x="2311687" y="4840395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5353A56-D462-B6BD-0800-61307F8A9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11687" y="4840395"/>
                <a:ext cx="360040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47E6CC74-25D1-38D4-5F95-DE48ABC20E7C}"/>
              </a:ext>
            </a:extLst>
          </p:cNvPr>
          <p:cNvSpPr/>
          <p:nvPr/>
        </p:nvSpPr>
        <p:spPr bwMode="gray">
          <a:xfrm>
            <a:off x="2301498" y="4641402"/>
            <a:ext cx="384093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252A19EF-6447-2500-DF0F-4958E11B5942}"/>
              </a:ext>
            </a:extLst>
          </p:cNvPr>
          <p:cNvSpPr/>
          <p:nvPr/>
        </p:nvSpPr>
        <p:spPr bwMode="gray">
          <a:xfrm>
            <a:off x="2683407" y="4636564"/>
            <a:ext cx="384093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1FF8040-E492-69EB-F2E2-9C29B02636AF}"/>
                  </a:ext>
                </a:extLst>
              </p:cNvPr>
              <p:cNvSpPr txBox="1"/>
              <p:nvPr/>
            </p:nvSpPr>
            <p:spPr bwMode="gray">
              <a:xfrm>
                <a:off x="2700987" y="4840395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31FF8040-E492-69EB-F2E2-9C29B02636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00987" y="4840395"/>
                <a:ext cx="360040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F128AB69-310E-4D5A-44C4-26F568B6F9C4}"/>
              </a:ext>
            </a:extLst>
          </p:cNvPr>
          <p:cNvSpPr/>
          <p:nvPr/>
        </p:nvSpPr>
        <p:spPr bwMode="gray">
          <a:xfrm>
            <a:off x="6483372" y="4659411"/>
            <a:ext cx="505887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DABA92D-DEE8-A960-E5DC-164B19E9918B}"/>
                  </a:ext>
                </a:extLst>
              </p:cNvPr>
              <p:cNvSpPr txBox="1"/>
              <p:nvPr/>
            </p:nvSpPr>
            <p:spPr bwMode="gray">
              <a:xfrm>
                <a:off x="6495399" y="4858404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9DABA92D-DEE8-A960-E5DC-164B19E9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495399" y="4858404"/>
                <a:ext cx="360040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F2D1BCC-34B1-E296-1BAC-65B6145B3A56}"/>
                  </a:ext>
                </a:extLst>
              </p:cNvPr>
              <p:cNvSpPr txBox="1"/>
              <p:nvPr/>
            </p:nvSpPr>
            <p:spPr bwMode="gray">
              <a:xfrm>
                <a:off x="6877654" y="4858404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F2D1BCC-34B1-E296-1BAC-65B6145B3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77654" y="4858404"/>
                <a:ext cx="360040" cy="2616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1ED4AACC-03CF-1AA4-4547-4E98D0DD2C39}"/>
              </a:ext>
            </a:extLst>
          </p:cNvPr>
          <p:cNvSpPr/>
          <p:nvPr/>
        </p:nvSpPr>
        <p:spPr bwMode="gray">
          <a:xfrm>
            <a:off x="6989260" y="4659411"/>
            <a:ext cx="127346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79DA1F4D-E09C-67F7-2322-C6880060D630}"/>
              </a:ext>
            </a:extLst>
          </p:cNvPr>
          <p:cNvSpPr/>
          <p:nvPr/>
        </p:nvSpPr>
        <p:spPr bwMode="gray">
          <a:xfrm>
            <a:off x="7116606" y="4659411"/>
            <a:ext cx="244517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CAF52D9-5413-B113-128A-C20F99E7CF80}"/>
                  </a:ext>
                </a:extLst>
              </p:cNvPr>
              <p:cNvSpPr txBox="1"/>
              <p:nvPr/>
            </p:nvSpPr>
            <p:spPr bwMode="gray">
              <a:xfrm>
                <a:off x="7066644" y="4852475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6CAF52D9-5413-B113-128A-C20F99E7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066644" y="4852475"/>
                <a:ext cx="360040" cy="2616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9B98B151-2260-CBF2-0701-52A82CCFC818}"/>
              </a:ext>
            </a:extLst>
          </p:cNvPr>
          <p:cNvSpPr/>
          <p:nvPr/>
        </p:nvSpPr>
        <p:spPr bwMode="gray">
          <a:xfrm>
            <a:off x="7361124" y="4659411"/>
            <a:ext cx="270668" cy="221221"/>
          </a:xfrm>
          <a:prstGeom prst="roundRect">
            <a:avLst/>
          </a:prstGeom>
          <a:solidFill>
            <a:srgbClr val="F6A800">
              <a:alpha val="20000"/>
            </a:srgbClr>
          </a:solidFill>
          <a:ln w="9525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DE35BA1-38D8-1DC5-28EB-208DFCADA323}"/>
                  </a:ext>
                </a:extLst>
              </p:cNvPr>
              <p:cNvSpPr txBox="1"/>
              <p:nvPr/>
            </p:nvSpPr>
            <p:spPr bwMode="gray">
              <a:xfrm>
                <a:off x="7324048" y="4852475"/>
                <a:ext cx="360040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EDE35BA1-38D8-1DC5-28EB-208DFCADA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324048" y="4852475"/>
                <a:ext cx="360040" cy="2616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8198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0" grpId="0"/>
      <p:bldP spid="17" grpId="0" animBg="1"/>
      <p:bldP spid="37" grpId="0"/>
      <p:bldP spid="39" grpId="1"/>
      <p:bldP spid="41" grpId="0"/>
      <p:bldP spid="42" grpId="0"/>
      <p:bldP spid="44" grpId="0"/>
      <p:bldP spid="45" grpId="0"/>
      <p:bldP spid="59" grpId="0" animBg="1"/>
      <p:bldP spid="62" grpId="0"/>
      <p:bldP spid="63" grpId="0"/>
      <p:bldP spid="65" grpId="0" animBg="1"/>
      <p:bldP spid="66" grpId="0" animBg="1"/>
      <p:bldP spid="67" grpId="0"/>
      <p:bldP spid="68" grpId="0" animBg="1"/>
      <p:bldP spid="69" grpId="0"/>
      <p:bldP spid="70" grpId="0"/>
      <p:bldP spid="71" grpId="0" animBg="1"/>
      <p:bldP spid="72" grpId="0" animBg="1"/>
      <p:bldP spid="73" grpId="0"/>
      <p:bldP spid="74" grpId="0" animBg="1"/>
      <p:bldP spid="7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B122971-FD3A-AC8D-14C7-32D3FB722F9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683047" cy="3563938"/>
              </a:xfrm>
            </p:spPr>
            <p:txBody>
              <a:bodyPr/>
              <a:lstStyle/>
              <a:p>
                <a:r>
                  <a:rPr lang="en-DE" dirty="0"/>
                  <a:t>Typically, a code is a 1-to-1 mapping from symbols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DE" dirty="0"/>
                  <a:t> to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DE" dirty="0"/>
                  <a:t>-ary strings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DE" dirty="0"/>
              </a:p>
              <a:p>
                <a:r>
                  <a:rPr lang="en-DE" dirty="0"/>
                  <a:t>The expected length (in bits) of transmitting a symbol is given by</a:t>
                </a:r>
              </a:p>
              <a:p>
                <a:endParaRPr lang="en-DE" dirty="0"/>
              </a:p>
              <a:p>
                <a:endParaRPr lang="en-DE" dirty="0"/>
              </a:p>
              <a:p>
                <a:r>
                  <a:rPr lang="en-DE" dirty="0"/>
                  <a:t>Thus, the optimal length of the code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DE" dirty="0"/>
                  <a:t> would be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DE" dirty="0"/>
              </a:p>
              <a:p>
                <a:pPr lvl="1"/>
                <a:r>
                  <a:rPr lang="en-DE" sz="1200" dirty="0"/>
                  <a:t>In general, this will be impossible because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DE" sz="1200" dirty="0"/>
                  <a:t> is not an integer for all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DE" sz="1200" dirty="0"/>
                  <a:t>!</a:t>
                </a:r>
              </a:p>
              <a:p>
                <a:r>
                  <a:rPr lang="en-DE" b="1" dirty="0"/>
                  <a:t>Arithmetic Coding</a:t>
                </a:r>
                <a:r>
                  <a:rPr lang="en-DE" dirty="0"/>
                  <a:t>: Main Steps</a:t>
                </a:r>
              </a:p>
              <a:p>
                <a:pPr lvl="1">
                  <a:buFont typeface="+mj-lt"/>
                  <a:buAutoNum type="arabicPeriod"/>
                </a:pPr>
                <a:r>
                  <a:rPr lang="en-DE" sz="1200" b="1" dirty="0"/>
                  <a:t>Modelling</a:t>
                </a:r>
                <a:r>
                  <a:rPr lang="en-DE" sz="1200" dirty="0"/>
                  <a:t>: We have a separate probabilistic model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DE" sz="1200" dirty="0"/>
                  <a:t> for a sequences of symbols which maps each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DE" sz="1200" dirty="0"/>
                  <a:t> to a unique interval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DE" sz="1200" dirty="0"/>
              </a:p>
              <a:p>
                <a:pPr lvl="1">
                  <a:buFont typeface="+mj-lt"/>
                  <a:buAutoNum type="arabicPeriod"/>
                </a:pPr>
                <a:r>
                  <a:rPr lang="en-DE" sz="1200" b="1" dirty="0"/>
                  <a:t>Encoding</a:t>
                </a:r>
                <a:r>
                  <a:rPr lang="en-DE" sz="1200" dirty="0"/>
                  <a:t>: Encode the unique description of the interval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DE" sz="1200" dirty="0"/>
              </a:p>
              <a:p>
                <a:pPr lvl="1">
                  <a:buFont typeface="+mj-lt"/>
                  <a:buAutoNum type="arabicPeriod"/>
                </a:pPr>
                <a:r>
                  <a:rPr lang="en-DE" sz="1200" b="1" dirty="0"/>
                  <a:t>Decoding</a:t>
                </a:r>
                <a:r>
                  <a:rPr lang="en-DE" sz="1200" dirty="0"/>
                  <a:t>: Decode to the sequence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2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DE" sz="1200" dirty="0"/>
                  <a:t>that matches the description of the stored interval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0B122971-FD3A-AC8D-14C7-32D3FB722F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683047" cy="3563938"/>
              </a:xfrm>
              <a:blipFill>
                <a:blip r:embed="rId2"/>
                <a:stretch>
                  <a:fillRect t="-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7D66F30-376C-0CF7-AE7C-2D42E63A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Optimal Codes: Arithmetic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BB2EEB-CE2A-DB52-82C8-4DDF14C91B3D}"/>
                  </a:ext>
                </a:extLst>
              </p:cNvPr>
              <p:cNvSpPr txBox="1"/>
              <p:nvPr/>
            </p:nvSpPr>
            <p:spPr bwMode="gray">
              <a:xfrm>
                <a:off x="2747010" y="1899404"/>
                <a:ext cx="2846070" cy="49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DE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0BB2EEB-CE2A-DB52-82C8-4DDF14C91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747010" y="1899404"/>
                <a:ext cx="2846070" cy="490647"/>
              </a:xfrm>
              <a:prstGeom prst="rect">
                <a:avLst/>
              </a:prstGeom>
              <a:blipFill>
                <a:blip r:embed="rId3"/>
                <a:stretch>
                  <a:fillRect t="-155000" b="-2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F99968A-8E8B-5F8A-0D7C-5B410363A110}"/>
              </a:ext>
            </a:extLst>
          </p:cNvPr>
          <p:cNvSpPr/>
          <p:nvPr/>
        </p:nvSpPr>
        <p:spPr bwMode="gray">
          <a:xfrm>
            <a:off x="3722914" y="1899404"/>
            <a:ext cx="1739973" cy="473636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5BE070-4F9C-DEF9-5AD0-BDFAEC1B6C68}"/>
              </a:ext>
            </a:extLst>
          </p:cNvPr>
          <p:cNvCxnSpPr>
            <a:cxnSpLocks/>
            <a:stCxn id="7" idx="1"/>
            <a:endCxn id="4" idx="3"/>
          </p:cNvCxnSpPr>
          <p:nvPr/>
        </p:nvCxnSpPr>
        <p:spPr bwMode="gray">
          <a:xfrm flipH="1">
            <a:off x="5462887" y="1830222"/>
            <a:ext cx="671014" cy="30600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179A57-55D4-62B4-D6AD-4C66364D5012}"/>
                  </a:ext>
                </a:extLst>
              </p:cNvPr>
              <p:cNvSpPr txBox="1"/>
              <p:nvPr/>
            </p:nvSpPr>
            <p:spPr bwMode="gray">
              <a:xfrm>
                <a:off x="6133901" y="1693623"/>
                <a:ext cx="2741525" cy="27319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90000"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DE" sz="1200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4179A57-55D4-62B4-D6AD-4C66364D5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133901" y="1693623"/>
                <a:ext cx="2741525" cy="273198"/>
              </a:xfrm>
              <a:prstGeom prst="rect">
                <a:avLst/>
              </a:prstGeom>
              <a:blipFill>
                <a:blip r:embed="rId4"/>
                <a:stretch>
                  <a:fillRect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3F215970-CE1D-02E2-3E5D-D0B80D4390A0}"/>
              </a:ext>
            </a:extLst>
          </p:cNvPr>
          <p:cNvSpPr/>
          <p:nvPr/>
        </p:nvSpPr>
        <p:spPr bwMode="gray">
          <a:xfrm>
            <a:off x="6889214" y="3572315"/>
            <a:ext cx="1998600" cy="12469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200" b="1" dirty="0" err="1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D4FEAC-E967-2199-226E-B82D4F18E45A}"/>
              </a:ext>
            </a:extLst>
          </p:cNvPr>
          <p:cNvGrpSpPr/>
          <p:nvPr/>
        </p:nvGrpSpPr>
        <p:grpSpPr>
          <a:xfrm>
            <a:off x="7120418" y="2595693"/>
            <a:ext cx="399125" cy="2266308"/>
            <a:chOff x="1615165" y="1595748"/>
            <a:chExt cx="399125" cy="2266308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055A259-70DE-806C-C722-109296DFA215}"/>
                </a:ext>
              </a:extLst>
            </p:cNvPr>
            <p:cNvSpPr/>
            <p:nvPr/>
          </p:nvSpPr>
          <p:spPr>
            <a:xfrm>
              <a:off x="1984532" y="1595748"/>
              <a:ext cx="1574" cy="2266308"/>
            </a:xfrm>
            <a:custGeom>
              <a:avLst/>
              <a:gdLst>
                <a:gd name="connsiteX0" fmla="*/ 0 w 1574"/>
                <a:gd name="connsiteY0" fmla="*/ 2266309 h 2266308"/>
                <a:gd name="connsiteX1" fmla="*/ 0 w 1574"/>
                <a:gd name="connsiteY1" fmla="*/ 0 h 2266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574" h="2266308">
                  <a:moveTo>
                    <a:pt x="0" y="2266309"/>
                  </a:moveTo>
                  <a:lnTo>
                    <a:pt x="0" y="0"/>
                  </a:lnTo>
                </a:path>
              </a:pathLst>
            </a:custGeom>
            <a:noFill/>
            <a:ln w="628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E5B57DB-A59C-6A10-811F-2D1B9CC8B047}"/>
                </a:ext>
              </a:extLst>
            </p:cNvPr>
            <p:cNvSpPr/>
            <p:nvPr/>
          </p:nvSpPr>
          <p:spPr>
            <a:xfrm>
              <a:off x="1984532" y="3797920"/>
              <a:ext cx="29758" cy="1574"/>
            </a:xfrm>
            <a:custGeom>
              <a:avLst/>
              <a:gdLst>
                <a:gd name="connsiteX0" fmla="*/ 0 w 29758"/>
                <a:gd name="connsiteY0" fmla="*/ 0 h 1574"/>
                <a:gd name="connsiteX1" fmla="*/ 29759 w 29758"/>
                <a:gd name="connsiteY1" fmla="*/ 0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758" h="1574">
                  <a:moveTo>
                    <a:pt x="0" y="0"/>
                  </a:moveTo>
                  <a:lnTo>
                    <a:pt x="29759" y="0"/>
                  </a:lnTo>
                </a:path>
              </a:pathLst>
            </a:custGeom>
            <a:noFill/>
            <a:ln w="628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507A3A5-9FD6-31A7-2D8E-E3DD963BBC3C}"/>
                </a:ext>
              </a:extLst>
            </p:cNvPr>
            <p:cNvSpPr/>
            <p:nvPr/>
          </p:nvSpPr>
          <p:spPr>
            <a:xfrm>
              <a:off x="1984532" y="3263406"/>
              <a:ext cx="29758" cy="1574"/>
            </a:xfrm>
            <a:custGeom>
              <a:avLst/>
              <a:gdLst>
                <a:gd name="connsiteX0" fmla="*/ 0 w 29758"/>
                <a:gd name="connsiteY0" fmla="*/ 0 h 1574"/>
                <a:gd name="connsiteX1" fmla="*/ 29759 w 29758"/>
                <a:gd name="connsiteY1" fmla="*/ 0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758" h="1574">
                  <a:moveTo>
                    <a:pt x="0" y="0"/>
                  </a:moveTo>
                  <a:lnTo>
                    <a:pt x="29759" y="0"/>
                  </a:lnTo>
                </a:path>
              </a:pathLst>
            </a:custGeom>
            <a:noFill/>
            <a:ln w="628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A420A90-F331-70DE-C897-99810FED02A9}"/>
                </a:ext>
              </a:extLst>
            </p:cNvPr>
            <p:cNvSpPr/>
            <p:nvPr/>
          </p:nvSpPr>
          <p:spPr>
            <a:xfrm>
              <a:off x="1984532" y="2728901"/>
              <a:ext cx="29758" cy="1574"/>
            </a:xfrm>
            <a:custGeom>
              <a:avLst/>
              <a:gdLst>
                <a:gd name="connsiteX0" fmla="*/ 0 w 29758"/>
                <a:gd name="connsiteY0" fmla="*/ 0 h 1574"/>
                <a:gd name="connsiteX1" fmla="*/ 29759 w 29758"/>
                <a:gd name="connsiteY1" fmla="*/ 0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758" h="1574">
                  <a:moveTo>
                    <a:pt x="0" y="0"/>
                  </a:moveTo>
                  <a:lnTo>
                    <a:pt x="29759" y="0"/>
                  </a:lnTo>
                </a:path>
              </a:pathLst>
            </a:custGeom>
            <a:noFill/>
            <a:ln w="628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6E4AD2A2-ADD7-DCE3-CE76-B41623E22AD2}"/>
                </a:ext>
              </a:extLst>
            </p:cNvPr>
            <p:cNvSpPr/>
            <p:nvPr/>
          </p:nvSpPr>
          <p:spPr>
            <a:xfrm>
              <a:off x="1984532" y="2194395"/>
              <a:ext cx="29758" cy="1574"/>
            </a:xfrm>
            <a:custGeom>
              <a:avLst/>
              <a:gdLst>
                <a:gd name="connsiteX0" fmla="*/ 0 w 29758"/>
                <a:gd name="connsiteY0" fmla="*/ 0 h 1574"/>
                <a:gd name="connsiteX1" fmla="*/ 29759 w 29758"/>
                <a:gd name="connsiteY1" fmla="*/ 0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758" h="1574">
                  <a:moveTo>
                    <a:pt x="0" y="0"/>
                  </a:moveTo>
                  <a:lnTo>
                    <a:pt x="29759" y="0"/>
                  </a:lnTo>
                </a:path>
              </a:pathLst>
            </a:custGeom>
            <a:noFill/>
            <a:ln w="628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3B24E43-8E3B-59A4-B6F4-73857AA79A4E}"/>
                </a:ext>
              </a:extLst>
            </p:cNvPr>
            <p:cNvSpPr/>
            <p:nvPr/>
          </p:nvSpPr>
          <p:spPr>
            <a:xfrm>
              <a:off x="1984532" y="1659889"/>
              <a:ext cx="29758" cy="1574"/>
            </a:xfrm>
            <a:custGeom>
              <a:avLst/>
              <a:gdLst>
                <a:gd name="connsiteX0" fmla="*/ 0 w 29758"/>
                <a:gd name="connsiteY0" fmla="*/ 0 h 1574"/>
                <a:gd name="connsiteX1" fmla="*/ 29759 w 29758"/>
                <a:gd name="connsiteY1" fmla="*/ 0 h 1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9758" h="1574">
                  <a:moveTo>
                    <a:pt x="0" y="0"/>
                  </a:moveTo>
                  <a:lnTo>
                    <a:pt x="29759" y="0"/>
                  </a:lnTo>
                </a:path>
              </a:pathLst>
            </a:custGeom>
            <a:noFill/>
            <a:ln w="6287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C589B1E-5663-9235-527C-118A6D6D28E6}"/>
                </a:ext>
              </a:extLst>
            </p:cNvPr>
            <p:cNvSpPr/>
            <p:nvPr/>
          </p:nvSpPr>
          <p:spPr>
            <a:xfrm>
              <a:off x="1615165" y="3741530"/>
              <a:ext cx="75234" cy="112921"/>
            </a:xfrm>
            <a:custGeom>
              <a:avLst/>
              <a:gdLst>
                <a:gd name="connsiteX0" fmla="*/ 37618 w 75234"/>
                <a:gd name="connsiteY0" fmla="*/ 11653 h 112921"/>
                <a:gd name="connsiteX1" fmla="*/ 20486 w 75234"/>
                <a:gd name="connsiteY1" fmla="*/ 22880 h 112921"/>
                <a:gd name="connsiteX2" fmla="*/ 14799 w 75234"/>
                <a:gd name="connsiteY2" fmla="*/ 56500 h 112921"/>
                <a:gd name="connsiteX3" fmla="*/ 20486 w 75234"/>
                <a:gd name="connsiteY3" fmla="*/ 90104 h 112921"/>
                <a:gd name="connsiteX4" fmla="*/ 37618 w 75234"/>
                <a:gd name="connsiteY4" fmla="*/ 101253 h 112921"/>
                <a:gd name="connsiteX5" fmla="*/ 54750 w 75234"/>
                <a:gd name="connsiteY5" fmla="*/ 90104 h 112921"/>
                <a:gd name="connsiteX6" fmla="*/ 60509 w 75234"/>
                <a:gd name="connsiteY6" fmla="*/ 56500 h 112921"/>
                <a:gd name="connsiteX7" fmla="*/ 54750 w 75234"/>
                <a:gd name="connsiteY7" fmla="*/ 22880 h 112921"/>
                <a:gd name="connsiteX8" fmla="*/ 37618 w 75234"/>
                <a:gd name="connsiteY8" fmla="*/ 11653 h 112921"/>
                <a:gd name="connsiteX9" fmla="*/ 37618 w 75234"/>
                <a:gd name="connsiteY9" fmla="*/ 0 h 112921"/>
                <a:gd name="connsiteX10" fmla="*/ 65539 w 75234"/>
                <a:gd name="connsiteY10" fmla="*/ 14503 h 112921"/>
                <a:gd name="connsiteX11" fmla="*/ 75235 w 75234"/>
                <a:gd name="connsiteY11" fmla="*/ 56500 h 112921"/>
                <a:gd name="connsiteX12" fmla="*/ 65539 w 75234"/>
                <a:gd name="connsiteY12" fmla="*/ 98481 h 112921"/>
                <a:gd name="connsiteX13" fmla="*/ 37618 w 75234"/>
                <a:gd name="connsiteY13" fmla="*/ 112921 h 112921"/>
                <a:gd name="connsiteX14" fmla="*/ 9623 w 75234"/>
                <a:gd name="connsiteY14" fmla="*/ 98481 h 112921"/>
                <a:gd name="connsiteX15" fmla="*/ 0 w 75234"/>
                <a:gd name="connsiteY15" fmla="*/ 56500 h 112921"/>
                <a:gd name="connsiteX16" fmla="*/ 9623 w 75234"/>
                <a:gd name="connsiteY16" fmla="*/ 14503 h 112921"/>
                <a:gd name="connsiteX17" fmla="*/ 37618 w 75234"/>
                <a:gd name="connsiteY17" fmla="*/ 0 h 1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4" h="112921">
                  <a:moveTo>
                    <a:pt x="37618" y="11653"/>
                  </a:moveTo>
                  <a:cubicBezTo>
                    <a:pt x="30036" y="11653"/>
                    <a:pt x="24325" y="15400"/>
                    <a:pt x="20486" y="22880"/>
                  </a:cubicBezTo>
                  <a:cubicBezTo>
                    <a:pt x="16695" y="30329"/>
                    <a:pt x="14799" y="41525"/>
                    <a:pt x="14799" y="56500"/>
                  </a:cubicBezTo>
                  <a:cubicBezTo>
                    <a:pt x="14799" y="71412"/>
                    <a:pt x="16695" y="82624"/>
                    <a:pt x="20486" y="90104"/>
                  </a:cubicBezTo>
                  <a:cubicBezTo>
                    <a:pt x="24325" y="97536"/>
                    <a:pt x="30036" y="101253"/>
                    <a:pt x="37618" y="101253"/>
                  </a:cubicBezTo>
                  <a:cubicBezTo>
                    <a:pt x="45248" y="101253"/>
                    <a:pt x="50959" y="97536"/>
                    <a:pt x="54750" y="90104"/>
                  </a:cubicBezTo>
                  <a:cubicBezTo>
                    <a:pt x="58589" y="82624"/>
                    <a:pt x="60509" y="71412"/>
                    <a:pt x="60509" y="56500"/>
                  </a:cubicBezTo>
                  <a:cubicBezTo>
                    <a:pt x="60509" y="41525"/>
                    <a:pt x="58589" y="30329"/>
                    <a:pt x="54750" y="22880"/>
                  </a:cubicBezTo>
                  <a:cubicBezTo>
                    <a:pt x="50959" y="15400"/>
                    <a:pt x="45248" y="11653"/>
                    <a:pt x="37618" y="11653"/>
                  </a:cubicBezTo>
                  <a:moveTo>
                    <a:pt x="37618" y="0"/>
                  </a:moveTo>
                  <a:cubicBezTo>
                    <a:pt x="49817" y="0"/>
                    <a:pt x="59124" y="4834"/>
                    <a:pt x="65539" y="14503"/>
                  </a:cubicBezTo>
                  <a:cubicBezTo>
                    <a:pt x="72003" y="24124"/>
                    <a:pt x="75235" y="38123"/>
                    <a:pt x="75235" y="56500"/>
                  </a:cubicBezTo>
                  <a:cubicBezTo>
                    <a:pt x="75235" y="74814"/>
                    <a:pt x="72003" y="88813"/>
                    <a:pt x="65539" y="98481"/>
                  </a:cubicBezTo>
                  <a:cubicBezTo>
                    <a:pt x="59124" y="108103"/>
                    <a:pt x="49817" y="112921"/>
                    <a:pt x="37618" y="112921"/>
                  </a:cubicBezTo>
                  <a:cubicBezTo>
                    <a:pt x="25419" y="112921"/>
                    <a:pt x="16087" y="108103"/>
                    <a:pt x="9623" y="98481"/>
                  </a:cubicBezTo>
                  <a:cubicBezTo>
                    <a:pt x="3208" y="88813"/>
                    <a:pt x="0" y="74814"/>
                    <a:pt x="0" y="56500"/>
                  </a:cubicBezTo>
                  <a:cubicBezTo>
                    <a:pt x="0" y="38123"/>
                    <a:pt x="3208" y="24124"/>
                    <a:pt x="9623" y="14503"/>
                  </a:cubicBezTo>
                  <a:cubicBezTo>
                    <a:pt x="16087" y="4834"/>
                    <a:pt x="25419" y="0"/>
                    <a:pt x="37618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245BD21-B92F-F8C0-1164-DBCC77C1A57D}"/>
                </a:ext>
              </a:extLst>
            </p:cNvPr>
            <p:cNvSpPr/>
            <p:nvPr/>
          </p:nvSpPr>
          <p:spPr>
            <a:xfrm>
              <a:off x="1716281" y="3833823"/>
              <a:ext cx="15381" cy="18518"/>
            </a:xfrm>
            <a:custGeom>
              <a:avLst/>
              <a:gdLst>
                <a:gd name="connsiteX0" fmla="*/ 0 w 15381"/>
                <a:gd name="connsiteY0" fmla="*/ 0 h 18518"/>
                <a:gd name="connsiteX1" fmla="*/ 15382 w 15381"/>
                <a:gd name="connsiteY1" fmla="*/ 0 h 18518"/>
                <a:gd name="connsiteX2" fmla="*/ 15382 w 15381"/>
                <a:gd name="connsiteY2" fmla="*/ 18518 h 18518"/>
                <a:gd name="connsiteX3" fmla="*/ 0 w 15381"/>
                <a:gd name="connsiteY3" fmla="*/ 18518 h 18518"/>
                <a:gd name="connsiteX4" fmla="*/ 0 w 15381"/>
                <a:gd name="connsiteY4" fmla="*/ 0 h 18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1" h="18518">
                  <a:moveTo>
                    <a:pt x="0" y="0"/>
                  </a:moveTo>
                  <a:lnTo>
                    <a:pt x="15382" y="0"/>
                  </a:lnTo>
                  <a:lnTo>
                    <a:pt x="15382" y="18518"/>
                  </a:lnTo>
                  <a:lnTo>
                    <a:pt x="0" y="18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0EBD9F46-649A-D836-C99B-D582966468DE}"/>
                </a:ext>
              </a:extLst>
            </p:cNvPr>
            <p:cNvSpPr/>
            <p:nvPr/>
          </p:nvSpPr>
          <p:spPr>
            <a:xfrm>
              <a:off x="1757617" y="3741530"/>
              <a:ext cx="75234" cy="112921"/>
            </a:xfrm>
            <a:custGeom>
              <a:avLst/>
              <a:gdLst>
                <a:gd name="connsiteX0" fmla="*/ 37616 w 75234"/>
                <a:gd name="connsiteY0" fmla="*/ 11653 h 112921"/>
                <a:gd name="connsiteX1" fmla="*/ 20485 w 75234"/>
                <a:gd name="connsiteY1" fmla="*/ 22880 h 112921"/>
                <a:gd name="connsiteX2" fmla="*/ 14799 w 75234"/>
                <a:gd name="connsiteY2" fmla="*/ 56500 h 112921"/>
                <a:gd name="connsiteX3" fmla="*/ 20485 w 75234"/>
                <a:gd name="connsiteY3" fmla="*/ 90104 h 112921"/>
                <a:gd name="connsiteX4" fmla="*/ 37616 w 75234"/>
                <a:gd name="connsiteY4" fmla="*/ 101253 h 112921"/>
                <a:gd name="connsiteX5" fmla="*/ 54749 w 75234"/>
                <a:gd name="connsiteY5" fmla="*/ 90104 h 112921"/>
                <a:gd name="connsiteX6" fmla="*/ 60508 w 75234"/>
                <a:gd name="connsiteY6" fmla="*/ 56500 h 112921"/>
                <a:gd name="connsiteX7" fmla="*/ 54749 w 75234"/>
                <a:gd name="connsiteY7" fmla="*/ 22880 h 112921"/>
                <a:gd name="connsiteX8" fmla="*/ 37616 w 75234"/>
                <a:gd name="connsiteY8" fmla="*/ 11653 h 112921"/>
                <a:gd name="connsiteX9" fmla="*/ 37616 w 75234"/>
                <a:gd name="connsiteY9" fmla="*/ 0 h 112921"/>
                <a:gd name="connsiteX10" fmla="*/ 65539 w 75234"/>
                <a:gd name="connsiteY10" fmla="*/ 14503 h 112921"/>
                <a:gd name="connsiteX11" fmla="*/ 75234 w 75234"/>
                <a:gd name="connsiteY11" fmla="*/ 56500 h 112921"/>
                <a:gd name="connsiteX12" fmla="*/ 65539 w 75234"/>
                <a:gd name="connsiteY12" fmla="*/ 98481 h 112921"/>
                <a:gd name="connsiteX13" fmla="*/ 37616 w 75234"/>
                <a:gd name="connsiteY13" fmla="*/ 112921 h 112921"/>
                <a:gd name="connsiteX14" fmla="*/ 9623 w 75234"/>
                <a:gd name="connsiteY14" fmla="*/ 98481 h 112921"/>
                <a:gd name="connsiteX15" fmla="*/ 0 w 75234"/>
                <a:gd name="connsiteY15" fmla="*/ 56500 h 112921"/>
                <a:gd name="connsiteX16" fmla="*/ 9623 w 75234"/>
                <a:gd name="connsiteY16" fmla="*/ 14503 h 112921"/>
                <a:gd name="connsiteX17" fmla="*/ 37616 w 75234"/>
                <a:gd name="connsiteY17" fmla="*/ 0 h 1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4" h="112921">
                  <a:moveTo>
                    <a:pt x="37616" y="11653"/>
                  </a:moveTo>
                  <a:cubicBezTo>
                    <a:pt x="30034" y="11653"/>
                    <a:pt x="24324" y="15400"/>
                    <a:pt x="20485" y="22880"/>
                  </a:cubicBezTo>
                  <a:cubicBezTo>
                    <a:pt x="16695" y="30329"/>
                    <a:pt x="14799" y="41525"/>
                    <a:pt x="14799" y="56500"/>
                  </a:cubicBezTo>
                  <a:cubicBezTo>
                    <a:pt x="14799" y="71412"/>
                    <a:pt x="16695" y="82624"/>
                    <a:pt x="20485" y="90104"/>
                  </a:cubicBezTo>
                  <a:cubicBezTo>
                    <a:pt x="24324" y="97536"/>
                    <a:pt x="30034" y="101253"/>
                    <a:pt x="37616" y="101253"/>
                  </a:cubicBezTo>
                  <a:cubicBezTo>
                    <a:pt x="45247" y="101253"/>
                    <a:pt x="50959" y="97536"/>
                    <a:pt x="54749" y="90104"/>
                  </a:cubicBezTo>
                  <a:cubicBezTo>
                    <a:pt x="58588" y="82624"/>
                    <a:pt x="60508" y="71412"/>
                    <a:pt x="60508" y="56500"/>
                  </a:cubicBezTo>
                  <a:cubicBezTo>
                    <a:pt x="60508" y="41525"/>
                    <a:pt x="58588" y="30329"/>
                    <a:pt x="54749" y="22880"/>
                  </a:cubicBezTo>
                  <a:cubicBezTo>
                    <a:pt x="50959" y="15400"/>
                    <a:pt x="45247" y="11653"/>
                    <a:pt x="37616" y="11653"/>
                  </a:cubicBezTo>
                  <a:moveTo>
                    <a:pt x="37616" y="0"/>
                  </a:moveTo>
                  <a:cubicBezTo>
                    <a:pt x="49815" y="0"/>
                    <a:pt x="59123" y="4834"/>
                    <a:pt x="65539" y="14503"/>
                  </a:cubicBezTo>
                  <a:cubicBezTo>
                    <a:pt x="72003" y="24124"/>
                    <a:pt x="75234" y="38123"/>
                    <a:pt x="75234" y="56500"/>
                  </a:cubicBezTo>
                  <a:cubicBezTo>
                    <a:pt x="75234" y="74814"/>
                    <a:pt x="72003" y="88813"/>
                    <a:pt x="65539" y="98481"/>
                  </a:cubicBezTo>
                  <a:cubicBezTo>
                    <a:pt x="59123" y="108103"/>
                    <a:pt x="49815" y="112921"/>
                    <a:pt x="37616" y="112921"/>
                  </a:cubicBezTo>
                  <a:cubicBezTo>
                    <a:pt x="25417" y="112921"/>
                    <a:pt x="16087" y="108103"/>
                    <a:pt x="9623" y="98481"/>
                  </a:cubicBezTo>
                  <a:cubicBezTo>
                    <a:pt x="3208" y="88813"/>
                    <a:pt x="0" y="74814"/>
                    <a:pt x="0" y="56500"/>
                  </a:cubicBezTo>
                  <a:cubicBezTo>
                    <a:pt x="0" y="38123"/>
                    <a:pt x="3208" y="24124"/>
                    <a:pt x="9623" y="14503"/>
                  </a:cubicBezTo>
                  <a:cubicBezTo>
                    <a:pt x="16087" y="4834"/>
                    <a:pt x="25417" y="0"/>
                    <a:pt x="37616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C2DDA04-1079-57D8-4492-1547ED067248}"/>
                </a:ext>
              </a:extLst>
            </p:cNvPr>
            <p:cNvSpPr/>
            <p:nvPr/>
          </p:nvSpPr>
          <p:spPr>
            <a:xfrm>
              <a:off x="1852607" y="3741530"/>
              <a:ext cx="75235" cy="112921"/>
            </a:xfrm>
            <a:custGeom>
              <a:avLst/>
              <a:gdLst>
                <a:gd name="connsiteX0" fmla="*/ 37618 w 75235"/>
                <a:gd name="connsiteY0" fmla="*/ 11653 h 112921"/>
                <a:gd name="connsiteX1" fmla="*/ 20487 w 75235"/>
                <a:gd name="connsiteY1" fmla="*/ 22880 h 112921"/>
                <a:gd name="connsiteX2" fmla="*/ 14799 w 75235"/>
                <a:gd name="connsiteY2" fmla="*/ 56500 h 112921"/>
                <a:gd name="connsiteX3" fmla="*/ 20487 w 75235"/>
                <a:gd name="connsiteY3" fmla="*/ 90104 h 112921"/>
                <a:gd name="connsiteX4" fmla="*/ 37618 w 75235"/>
                <a:gd name="connsiteY4" fmla="*/ 101253 h 112921"/>
                <a:gd name="connsiteX5" fmla="*/ 54751 w 75235"/>
                <a:gd name="connsiteY5" fmla="*/ 90104 h 112921"/>
                <a:gd name="connsiteX6" fmla="*/ 60509 w 75235"/>
                <a:gd name="connsiteY6" fmla="*/ 56500 h 112921"/>
                <a:gd name="connsiteX7" fmla="*/ 54751 w 75235"/>
                <a:gd name="connsiteY7" fmla="*/ 22880 h 112921"/>
                <a:gd name="connsiteX8" fmla="*/ 37618 w 75235"/>
                <a:gd name="connsiteY8" fmla="*/ 11653 h 112921"/>
                <a:gd name="connsiteX9" fmla="*/ 37618 w 75235"/>
                <a:gd name="connsiteY9" fmla="*/ 0 h 112921"/>
                <a:gd name="connsiteX10" fmla="*/ 65540 w 75235"/>
                <a:gd name="connsiteY10" fmla="*/ 14503 h 112921"/>
                <a:gd name="connsiteX11" fmla="*/ 75236 w 75235"/>
                <a:gd name="connsiteY11" fmla="*/ 56500 h 112921"/>
                <a:gd name="connsiteX12" fmla="*/ 65540 w 75235"/>
                <a:gd name="connsiteY12" fmla="*/ 98481 h 112921"/>
                <a:gd name="connsiteX13" fmla="*/ 37618 w 75235"/>
                <a:gd name="connsiteY13" fmla="*/ 112921 h 112921"/>
                <a:gd name="connsiteX14" fmla="*/ 9623 w 75235"/>
                <a:gd name="connsiteY14" fmla="*/ 98481 h 112921"/>
                <a:gd name="connsiteX15" fmla="*/ 0 w 75235"/>
                <a:gd name="connsiteY15" fmla="*/ 56500 h 112921"/>
                <a:gd name="connsiteX16" fmla="*/ 9623 w 75235"/>
                <a:gd name="connsiteY16" fmla="*/ 14503 h 112921"/>
                <a:gd name="connsiteX17" fmla="*/ 37618 w 75235"/>
                <a:gd name="connsiteY17" fmla="*/ 0 h 1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5" h="112921">
                  <a:moveTo>
                    <a:pt x="37618" y="11653"/>
                  </a:moveTo>
                  <a:cubicBezTo>
                    <a:pt x="30036" y="11653"/>
                    <a:pt x="24326" y="15400"/>
                    <a:pt x="20487" y="22880"/>
                  </a:cubicBezTo>
                  <a:cubicBezTo>
                    <a:pt x="16695" y="30329"/>
                    <a:pt x="14799" y="41525"/>
                    <a:pt x="14799" y="56500"/>
                  </a:cubicBezTo>
                  <a:cubicBezTo>
                    <a:pt x="14799" y="71412"/>
                    <a:pt x="16695" y="82624"/>
                    <a:pt x="20487" y="90104"/>
                  </a:cubicBezTo>
                  <a:cubicBezTo>
                    <a:pt x="24326" y="97536"/>
                    <a:pt x="30036" y="101253"/>
                    <a:pt x="37618" y="101253"/>
                  </a:cubicBezTo>
                  <a:cubicBezTo>
                    <a:pt x="45249" y="101253"/>
                    <a:pt x="50960" y="97536"/>
                    <a:pt x="54751" y="90104"/>
                  </a:cubicBezTo>
                  <a:cubicBezTo>
                    <a:pt x="58590" y="82624"/>
                    <a:pt x="60509" y="71412"/>
                    <a:pt x="60509" y="56500"/>
                  </a:cubicBezTo>
                  <a:cubicBezTo>
                    <a:pt x="60509" y="41525"/>
                    <a:pt x="58590" y="30329"/>
                    <a:pt x="54751" y="22880"/>
                  </a:cubicBezTo>
                  <a:cubicBezTo>
                    <a:pt x="50960" y="15400"/>
                    <a:pt x="45249" y="11653"/>
                    <a:pt x="37618" y="11653"/>
                  </a:cubicBezTo>
                  <a:moveTo>
                    <a:pt x="37618" y="0"/>
                  </a:moveTo>
                  <a:cubicBezTo>
                    <a:pt x="49817" y="0"/>
                    <a:pt x="59123" y="4834"/>
                    <a:pt x="65540" y="14503"/>
                  </a:cubicBezTo>
                  <a:cubicBezTo>
                    <a:pt x="72004" y="24124"/>
                    <a:pt x="75236" y="38123"/>
                    <a:pt x="75236" y="56500"/>
                  </a:cubicBezTo>
                  <a:cubicBezTo>
                    <a:pt x="75236" y="74814"/>
                    <a:pt x="72004" y="88813"/>
                    <a:pt x="65540" y="98481"/>
                  </a:cubicBezTo>
                  <a:cubicBezTo>
                    <a:pt x="59123" y="108103"/>
                    <a:pt x="49817" y="112921"/>
                    <a:pt x="37618" y="112921"/>
                  </a:cubicBezTo>
                  <a:cubicBezTo>
                    <a:pt x="25419" y="112921"/>
                    <a:pt x="16087" y="108103"/>
                    <a:pt x="9623" y="98481"/>
                  </a:cubicBezTo>
                  <a:cubicBezTo>
                    <a:pt x="3208" y="88813"/>
                    <a:pt x="0" y="74814"/>
                    <a:pt x="0" y="56500"/>
                  </a:cubicBezTo>
                  <a:cubicBezTo>
                    <a:pt x="0" y="38123"/>
                    <a:pt x="3208" y="24124"/>
                    <a:pt x="9623" y="14503"/>
                  </a:cubicBezTo>
                  <a:cubicBezTo>
                    <a:pt x="16087" y="4834"/>
                    <a:pt x="25419" y="0"/>
                    <a:pt x="37618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3E2DF9D-62D6-7D45-6875-C84E0E15DEF1}"/>
                </a:ext>
              </a:extLst>
            </p:cNvPr>
            <p:cNvSpPr/>
            <p:nvPr/>
          </p:nvSpPr>
          <p:spPr>
            <a:xfrm>
              <a:off x="1618300" y="3207016"/>
              <a:ext cx="75234" cy="112921"/>
            </a:xfrm>
            <a:custGeom>
              <a:avLst/>
              <a:gdLst>
                <a:gd name="connsiteX0" fmla="*/ 37617 w 75234"/>
                <a:gd name="connsiteY0" fmla="*/ 11669 h 112921"/>
                <a:gd name="connsiteX1" fmla="*/ 20485 w 75234"/>
                <a:gd name="connsiteY1" fmla="*/ 22896 h 112921"/>
                <a:gd name="connsiteX2" fmla="*/ 14799 w 75234"/>
                <a:gd name="connsiteY2" fmla="*/ 56500 h 112921"/>
                <a:gd name="connsiteX3" fmla="*/ 20485 w 75234"/>
                <a:gd name="connsiteY3" fmla="*/ 90104 h 112921"/>
                <a:gd name="connsiteX4" fmla="*/ 37617 w 75234"/>
                <a:gd name="connsiteY4" fmla="*/ 101269 h 112921"/>
                <a:gd name="connsiteX5" fmla="*/ 54749 w 75234"/>
                <a:gd name="connsiteY5" fmla="*/ 90104 h 112921"/>
                <a:gd name="connsiteX6" fmla="*/ 60509 w 75234"/>
                <a:gd name="connsiteY6" fmla="*/ 56500 h 112921"/>
                <a:gd name="connsiteX7" fmla="*/ 54749 w 75234"/>
                <a:gd name="connsiteY7" fmla="*/ 22896 h 112921"/>
                <a:gd name="connsiteX8" fmla="*/ 37617 w 75234"/>
                <a:gd name="connsiteY8" fmla="*/ 11669 h 112921"/>
                <a:gd name="connsiteX9" fmla="*/ 37617 w 75234"/>
                <a:gd name="connsiteY9" fmla="*/ 0 h 112921"/>
                <a:gd name="connsiteX10" fmla="*/ 65539 w 75234"/>
                <a:gd name="connsiteY10" fmla="*/ 14503 h 112921"/>
                <a:gd name="connsiteX11" fmla="*/ 75234 w 75234"/>
                <a:gd name="connsiteY11" fmla="*/ 56500 h 112921"/>
                <a:gd name="connsiteX12" fmla="*/ 65539 w 75234"/>
                <a:gd name="connsiteY12" fmla="*/ 98497 h 112921"/>
                <a:gd name="connsiteX13" fmla="*/ 37617 w 75234"/>
                <a:gd name="connsiteY13" fmla="*/ 112921 h 112921"/>
                <a:gd name="connsiteX14" fmla="*/ 9623 w 75234"/>
                <a:gd name="connsiteY14" fmla="*/ 98497 h 112921"/>
                <a:gd name="connsiteX15" fmla="*/ 0 w 75234"/>
                <a:gd name="connsiteY15" fmla="*/ 56500 h 112921"/>
                <a:gd name="connsiteX16" fmla="*/ 9623 w 75234"/>
                <a:gd name="connsiteY16" fmla="*/ 14503 h 112921"/>
                <a:gd name="connsiteX17" fmla="*/ 37617 w 75234"/>
                <a:gd name="connsiteY17" fmla="*/ 0 h 112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4" h="112921">
                  <a:moveTo>
                    <a:pt x="37617" y="11669"/>
                  </a:moveTo>
                  <a:cubicBezTo>
                    <a:pt x="30036" y="11669"/>
                    <a:pt x="24325" y="15416"/>
                    <a:pt x="20485" y="22896"/>
                  </a:cubicBezTo>
                  <a:cubicBezTo>
                    <a:pt x="16695" y="30329"/>
                    <a:pt x="14799" y="41525"/>
                    <a:pt x="14799" y="56500"/>
                  </a:cubicBezTo>
                  <a:cubicBezTo>
                    <a:pt x="14799" y="71412"/>
                    <a:pt x="16695" y="82624"/>
                    <a:pt x="20485" y="90104"/>
                  </a:cubicBezTo>
                  <a:cubicBezTo>
                    <a:pt x="24325" y="97552"/>
                    <a:pt x="30036" y="101269"/>
                    <a:pt x="37617" y="101269"/>
                  </a:cubicBezTo>
                  <a:cubicBezTo>
                    <a:pt x="45248" y="101269"/>
                    <a:pt x="50959" y="97552"/>
                    <a:pt x="54749" y="90104"/>
                  </a:cubicBezTo>
                  <a:cubicBezTo>
                    <a:pt x="58589" y="82624"/>
                    <a:pt x="60509" y="71412"/>
                    <a:pt x="60509" y="56500"/>
                  </a:cubicBezTo>
                  <a:cubicBezTo>
                    <a:pt x="60509" y="41525"/>
                    <a:pt x="58589" y="30329"/>
                    <a:pt x="54749" y="22896"/>
                  </a:cubicBezTo>
                  <a:cubicBezTo>
                    <a:pt x="50959" y="15416"/>
                    <a:pt x="45248" y="11669"/>
                    <a:pt x="37617" y="11669"/>
                  </a:cubicBezTo>
                  <a:moveTo>
                    <a:pt x="37617" y="0"/>
                  </a:moveTo>
                  <a:cubicBezTo>
                    <a:pt x="49816" y="0"/>
                    <a:pt x="59123" y="4834"/>
                    <a:pt x="65539" y="14503"/>
                  </a:cubicBezTo>
                  <a:cubicBezTo>
                    <a:pt x="72003" y="24124"/>
                    <a:pt x="75234" y="38123"/>
                    <a:pt x="75234" y="56500"/>
                  </a:cubicBezTo>
                  <a:cubicBezTo>
                    <a:pt x="75234" y="74814"/>
                    <a:pt x="72003" y="88813"/>
                    <a:pt x="65539" y="98497"/>
                  </a:cubicBezTo>
                  <a:cubicBezTo>
                    <a:pt x="59123" y="108119"/>
                    <a:pt x="49816" y="112921"/>
                    <a:pt x="37617" y="112921"/>
                  </a:cubicBezTo>
                  <a:cubicBezTo>
                    <a:pt x="25418" y="112921"/>
                    <a:pt x="16087" y="108119"/>
                    <a:pt x="9623" y="98497"/>
                  </a:cubicBezTo>
                  <a:cubicBezTo>
                    <a:pt x="3208" y="88813"/>
                    <a:pt x="0" y="74814"/>
                    <a:pt x="0" y="56500"/>
                  </a:cubicBezTo>
                  <a:cubicBezTo>
                    <a:pt x="0" y="38123"/>
                    <a:pt x="3208" y="24124"/>
                    <a:pt x="9623" y="14503"/>
                  </a:cubicBezTo>
                  <a:cubicBezTo>
                    <a:pt x="16087" y="4834"/>
                    <a:pt x="25418" y="0"/>
                    <a:pt x="37617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81E57476-2122-FC10-3ED7-DB9BFFC2A501}"/>
                </a:ext>
              </a:extLst>
            </p:cNvPr>
            <p:cNvSpPr/>
            <p:nvPr/>
          </p:nvSpPr>
          <p:spPr>
            <a:xfrm>
              <a:off x="1719415" y="3299309"/>
              <a:ext cx="15383" cy="18518"/>
            </a:xfrm>
            <a:custGeom>
              <a:avLst/>
              <a:gdLst>
                <a:gd name="connsiteX0" fmla="*/ 0 w 15383"/>
                <a:gd name="connsiteY0" fmla="*/ 0 h 18518"/>
                <a:gd name="connsiteX1" fmla="*/ 15383 w 15383"/>
                <a:gd name="connsiteY1" fmla="*/ 0 h 18518"/>
                <a:gd name="connsiteX2" fmla="*/ 15383 w 15383"/>
                <a:gd name="connsiteY2" fmla="*/ 18518 h 18518"/>
                <a:gd name="connsiteX3" fmla="*/ 0 w 15383"/>
                <a:gd name="connsiteY3" fmla="*/ 18518 h 18518"/>
                <a:gd name="connsiteX4" fmla="*/ 0 w 15383"/>
                <a:gd name="connsiteY4" fmla="*/ 0 h 18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3" h="18518">
                  <a:moveTo>
                    <a:pt x="0" y="0"/>
                  </a:moveTo>
                  <a:lnTo>
                    <a:pt x="15383" y="0"/>
                  </a:lnTo>
                  <a:lnTo>
                    <a:pt x="15383" y="18518"/>
                  </a:lnTo>
                  <a:lnTo>
                    <a:pt x="0" y="185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CD823C7-9A2C-2CF0-703D-D8700A10F131}"/>
                </a:ext>
              </a:extLst>
            </p:cNvPr>
            <p:cNvSpPr/>
            <p:nvPr/>
          </p:nvSpPr>
          <p:spPr>
            <a:xfrm>
              <a:off x="1761845" y="3207016"/>
              <a:ext cx="69110" cy="110811"/>
            </a:xfrm>
            <a:custGeom>
              <a:avLst/>
              <a:gdLst>
                <a:gd name="connsiteX0" fmla="*/ 17715 w 69110"/>
                <a:gd name="connsiteY0" fmla="*/ 98418 h 110811"/>
                <a:gd name="connsiteX1" fmla="*/ 69110 w 69110"/>
                <a:gd name="connsiteY1" fmla="*/ 98418 h 110811"/>
                <a:gd name="connsiteX2" fmla="*/ 69110 w 69110"/>
                <a:gd name="connsiteY2" fmla="*/ 110811 h 110811"/>
                <a:gd name="connsiteX3" fmla="*/ 0 w 69110"/>
                <a:gd name="connsiteY3" fmla="*/ 110811 h 110811"/>
                <a:gd name="connsiteX4" fmla="*/ 0 w 69110"/>
                <a:gd name="connsiteY4" fmla="*/ 98418 h 110811"/>
                <a:gd name="connsiteX5" fmla="*/ 22817 w 69110"/>
                <a:gd name="connsiteY5" fmla="*/ 75160 h 110811"/>
                <a:gd name="connsiteX6" fmla="*/ 41043 w 69110"/>
                <a:gd name="connsiteY6" fmla="*/ 56280 h 110811"/>
                <a:gd name="connsiteX7" fmla="*/ 50885 w 69110"/>
                <a:gd name="connsiteY7" fmla="*/ 42863 h 110811"/>
                <a:gd name="connsiteX8" fmla="*/ 53729 w 69110"/>
                <a:gd name="connsiteY8" fmla="*/ 31998 h 110811"/>
                <a:gd name="connsiteX9" fmla="*/ 47605 w 69110"/>
                <a:gd name="connsiteY9" fmla="*/ 17857 h 110811"/>
                <a:gd name="connsiteX10" fmla="*/ 31785 w 69110"/>
                <a:gd name="connsiteY10" fmla="*/ 12393 h 110811"/>
                <a:gd name="connsiteX11" fmla="*/ 17131 w 69110"/>
                <a:gd name="connsiteY11" fmla="*/ 14802 h 110811"/>
                <a:gd name="connsiteX12" fmla="*/ 729 w 69110"/>
                <a:gd name="connsiteY12" fmla="*/ 22093 h 110811"/>
                <a:gd name="connsiteX13" fmla="*/ 729 w 69110"/>
                <a:gd name="connsiteY13" fmla="*/ 7212 h 110811"/>
                <a:gd name="connsiteX14" fmla="*/ 17350 w 69110"/>
                <a:gd name="connsiteY14" fmla="*/ 1827 h 110811"/>
                <a:gd name="connsiteX15" fmla="*/ 31494 w 69110"/>
                <a:gd name="connsiteY15" fmla="*/ 0 h 110811"/>
                <a:gd name="connsiteX16" fmla="*/ 58467 w 69110"/>
                <a:gd name="connsiteY16" fmla="*/ 8456 h 110811"/>
                <a:gd name="connsiteX17" fmla="*/ 68528 w 69110"/>
                <a:gd name="connsiteY17" fmla="*/ 31053 h 110811"/>
                <a:gd name="connsiteX18" fmla="*/ 65977 w 69110"/>
                <a:gd name="connsiteY18" fmla="*/ 43808 h 110811"/>
                <a:gd name="connsiteX19" fmla="*/ 56864 w 69110"/>
                <a:gd name="connsiteY19" fmla="*/ 57965 h 110811"/>
                <a:gd name="connsiteX20" fmla="*/ 45272 w 69110"/>
                <a:gd name="connsiteY20" fmla="*/ 70200 h 110811"/>
                <a:gd name="connsiteX21" fmla="*/ 17715 w 69110"/>
                <a:gd name="connsiteY21" fmla="*/ 98418 h 110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9110" h="110811">
                  <a:moveTo>
                    <a:pt x="17715" y="98418"/>
                  </a:moveTo>
                  <a:lnTo>
                    <a:pt x="69110" y="98418"/>
                  </a:lnTo>
                  <a:lnTo>
                    <a:pt x="69110" y="110811"/>
                  </a:lnTo>
                  <a:lnTo>
                    <a:pt x="0" y="110811"/>
                  </a:lnTo>
                  <a:lnTo>
                    <a:pt x="0" y="98418"/>
                  </a:lnTo>
                  <a:cubicBezTo>
                    <a:pt x="5589" y="92639"/>
                    <a:pt x="13194" y="84876"/>
                    <a:pt x="22817" y="75160"/>
                  </a:cubicBezTo>
                  <a:cubicBezTo>
                    <a:pt x="32489" y="65397"/>
                    <a:pt x="38564" y="59098"/>
                    <a:pt x="41043" y="56280"/>
                  </a:cubicBezTo>
                  <a:cubicBezTo>
                    <a:pt x="45757" y="50989"/>
                    <a:pt x="49038" y="46517"/>
                    <a:pt x="50885" y="42863"/>
                  </a:cubicBezTo>
                  <a:cubicBezTo>
                    <a:pt x="52781" y="39163"/>
                    <a:pt x="53729" y="35541"/>
                    <a:pt x="53729" y="31998"/>
                  </a:cubicBezTo>
                  <a:cubicBezTo>
                    <a:pt x="53729" y="26219"/>
                    <a:pt x="51688" y="21510"/>
                    <a:pt x="47605" y="17857"/>
                  </a:cubicBezTo>
                  <a:cubicBezTo>
                    <a:pt x="43572" y="14220"/>
                    <a:pt x="38298" y="12393"/>
                    <a:pt x="31785" y="12393"/>
                  </a:cubicBezTo>
                  <a:cubicBezTo>
                    <a:pt x="27168" y="12393"/>
                    <a:pt x="22283" y="13196"/>
                    <a:pt x="17131" y="14802"/>
                  </a:cubicBezTo>
                  <a:cubicBezTo>
                    <a:pt x="12028" y="16408"/>
                    <a:pt x="6560" y="18833"/>
                    <a:pt x="729" y="22093"/>
                  </a:cubicBezTo>
                  <a:lnTo>
                    <a:pt x="729" y="7212"/>
                  </a:lnTo>
                  <a:cubicBezTo>
                    <a:pt x="6658" y="4834"/>
                    <a:pt x="12199" y="3039"/>
                    <a:pt x="17350" y="1827"/>
                  </a:cubicBezTo>
                  <a:cubicBezTo>
                    <a:pt x="22502" y="614"/>
                    <a:pt x="27217" y="0"/>
                    <a:pt x="31494" y="0"/>
                  </a:cubicBezTo>
                  <a:cubicBezTo>
                    <a:pt x="42769" y="0"/>
                    <a:pt x="51760" y="2819"/>
                    <a:pt x="58467" y="8456"/>
                  </a:cubicBezTo>
                  <a:cubicBezTo>
                    <a:pt x="65173" y="14094"/>
                    <a:pt x="68528" y="21621"/>
                    <a:pt x="68528" y="31053"/>
                  </a:cubicBezTo>
                  <a:cubicBezTo>
                    <a:pt x="68528" y="35525"/>
                    <a:pt x="67677" y="39777"/>
                    <a:pt x="65977" y="43808"/>
                  </a:cubicBezTo>
                  <a:cubicBezTo>
                    <a:pt x="64325" y="47792"/>
                    <a:pt x="61287" y="52516"/>
                    <a:pt x="56864" y="57965"/>
                  </a:cubicBezTo>
                  <a:cubicBezTo>
                    <a:pt x="55648" y="59366"/>
                    <a:pt x="51784" y="63444"/>
                    <a:pt x="45272" y="70200"/>
                  </a:cubicBezTo>
                  <a:cubicBezTo>
                    <a:pt x="38760" y="76908"/>
                    <a:pt x="29574" y="86309"/>
                    <a:pt x="17715" y="98418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0B2EAB7-6F28-D8D6-1F37-E27FCD416D17}"/>
                </a:ext>
              </a:extLst>
            </p:cNvPr>
            <p:cNvSpPr/>
            <p:nvPr/>
          </p:nvSpPr>
          <p:spPr>
            <a:xfrm>
              <a:off x="1857419" y="3208984"/>
              <a:ext cx="70423" cy="110953"/>
            </a:xfrm>
            <a:custGeom>
              <a:avLst/>
              <a:gdLst>
                <a:gd name="connsiteX0" fmla="*/ 4593 w 70423"/>
                <a:gd name="connsiteY0" fmla="*/ 0 h 110953"/>
                <a:gd name="connsiteX1" fmla="*/ 62404 w 70423"/>
                <a:gd name="connsiteY1" fmla="*/ 0 h 110953"/>
                <a:gd name="connsiteX2" fmla="*/ 62404 w 70423"/>
                <a:gd name="connsiteY2" fmla="*/ 12393 h 110953"/>
                <a:gd name="connsiteX3" fmla="*/ 18079 w 70423"/>
                <a:gd name="connsiteY3" fmla="*/ 12393 h 110953"/>
                <a:gd name="connsiteX4" fmla="*/ 18079 w 70423"/>
                <a:gd name="connsiteY4" fmla="*/ 39084 h 110953"/>
                <a:gd name="connsiteX5" fmla="*/ 24494 w 70423"/>
                <a:gd name="connsiteY5" fmla="*/ 37478 h 110953"/>
                <a:gd name="connsiteX6" fmla="*/ 30910 w 70423"/>
                <a:gd name="connsiteY6" fmla="*/ 36895 h 110953"/>
                <a:gd name="connsiteX7" fmla="*/ 59780 w 70423"/>
                <a:gd name="connsiteY7" fmla="*/ 46879 h 110953"/>
                <a:gd name="connsiteX8" fmla="*/ 70423 w 70423"/>
                <a:gd name="connsiteY8" fmla="*/ 73932 h 110953"/>
                <a:gd name="connsiteX9" fmla="*/ 59487 w 70423"/>
                <a:gd name="connsiteY9" fmla="*/ 101269 h 110953"/>
                <a:gd name="connsiteX10" fmla="*/ 28650 w 70423"/>
                <a:gd name="connsiteY10" fmla="*/ 110953 h 110953"/>
                <a:gd name="connsiteX11" fmla="*/ 14653 w 70423"/>
                <a:gd name="connsiteY11" fmla="*/ 109788 h 110953"/>
                <a:gd name="connsiteX12" fmla="*/ 0 w 70423"/>
                <a:gd name="connsiteY12" fmla="*/ 106292 h 110953"/>
                <a:gd name="connsiteX13" fmla="*/ 0 w 70423"/>
                <a:gd name="connsiteY13" fmla="*/ 91490 h 110953"/>
                <a:gd name="connsiteX14" fmla="*/ 13560 w 70423"/>
                <a:gd name="connsiteY14" fmla="*/ 96812 h 110953"/>
                <a:gd name="connsiteX15" fmla="*/ 28359 w 70423"/>
                <a:gd name="connsiteY15" fmla="*/ 98560 h 110953"/>
                <a:gd name="connsiteX16" fmla="*/ 48334 w 70423"/>
                <a:gd name="connsiteY16" fmla="*/ 91931 h 110953"/>
                <a:gd name="connsiteX17" fmla="*/ 55697 w 70423"/>
                <a:gd name="connsiteY17" fmla="*/ 73932 h 110953"/>
                <a:gd name="connsiteX18" fmla="*/ 48334 w 70423"/>
                <a:gd name="connsiteY18" fmla="*/ 55917 h 110953"/>
                <a:gd name="connsiteX19" fmla="*/ 28359 w 70423"/>
                <a:gd name="connsiteY19" fmla="*/ 49288 h 110953"/>
                <a:gd name="connsiteX20" fmla="*/ 16548 w 70423"/>
                <a:gd name="connsiteY20" fmla="*/ 50595 h 110953"/>
                <a:gd name="connsiteX21" fmla="*/ 4593 w 70423"/>
                <a:gd name="connsiteY21" fmla="*/ 54673 h 110953"/>
                <a:gd name="connsiteX22" fmla="*/ 4593 w 70423"/>
                <a:gd name="connsiteY22" fmla="*/ 0 h 110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423" h="110953">
                  <a:moveTo>
                    <a:pt x="4593" y="0"/>
                  </a:moveTo>
                  <a:lnTo>
                    <a:pt x="62404" y="0"/>
                  </a:lnTo>
                  <a:lnTo>
                    <a:pt x="62404" y="12393"/>
                  </a:lnTo>
                  <a:lnTo>
                    <a:pt x="18079" y="12393"/>
                  </a:lnTo>
                  <a:lnTo>
                    <a:pt x="18079" y="39084"/>
                  </a:lnTo>
                  <a:cubicBezTo>
                    <a:pt x="20218" y="38344"/>
                    <a:pt x="22356" y="37808"/>
                    <a:pt x="24494" y="37478"/>
                  </a:cubicBezTo>
                  <a:cubicBezTo>
                    <a:pt x="26633" y="37084"/>
                    <a:pt x="28771" y="36895"/>
                    <a:pt x="30910" y="36895"/>
                  </a:cubicBezTo>
                  <a:cubicBezTo>
                    <a:pt x="43060" y="36895"/>
                    <a:pt x="52683" y="40218"/>
                    <a:pt x="59780" y="46879"/>
                  </a:cubicBezTo>
                  <a:cubicBezTo>
                    <a:pt x="66876" y="53540"/>
                    <a:pt x="70423" y="62547"/>
                    <a:pt x="70423" y="73932"/>
                  </a:cubicBezTo>
                  <a:cubicBezTo>
                    <a:pt x="70423" y="85632"/>
                    <a:pt x="66778" y="94749"/>
                    <a:pt x="59487" y="101269"/>
                  </a:cubicBezTo>
                  <a:cubicBezTo>
                    <a:pt x="52198" y="107725"/>
                    <a:pt x="41918" y="110953"/>
                    <a:pt x="28650" y="110953"/>
                  </a:cubicBezTo>
                  <a:cubicBezTo>
                    <a:pt x="24082" y="110953"/>
                    <a:pt x="19416" y="110559"/>
                    <a:pt x="14653" y="109788"/>
                  </a:cubicBezTo>
                  <a:cubicBezTo>
                    <a:pt x="9939" y="109016"/>
                    <a:pt x="5055" y="107851"/>
                    <a:pt x="0" y="106292"/>
                  </a:cubicBezTo>
                  <a:lnTo>
                    <a:pt x="0" y="91490"/>
                  </a:lnTo>
                  <a:cubicBezTo>
                    <a:pt x="4374" y="93867"/>
                    <a:pt x="8894" y="95647"/>
                    <a:pt x="13560" y="96812"/>
                  </a:cubicBezTo>
                  <a:cubicBezTo>
                    <a:pt x="18226" y="97977"/>
                    <a:pt x="23157" y="98560"/>
                    <a:pt x="28359" y="98560"/>
                  </a:cubicBezTo>
                  <a:cubicBezTo>
                    <a:pt x="36766" y="98560"/>
                    <a:pt x="43425" y="96356"/>
                    <a:pt x="48334" y="91931"/>
                  </a:cubicBezTo>
                  <a:cubicBezTo>
                    <a:pt x="53242" y="87506"/>
                    <a:pt x="55697" y="81506"/>
                    <a:pt x="55697" y="73932"/>
                  </a:cubicBezTo>
                  <a:cubicBezTo>
                    <a:pt x="55697" y="66342"/>
                    <a:pt x="53242" y="60342"/>
                    <a:pt x="48334" y="55917"/>
                  </a:cubicBezTo>
                  <a:cubicBezTo>
                    <a:pt x="43425" y="51493"/>
                    <a:pt x="36766" y="49288"/>
                    <a:pt x="28359" y="49288"/>
                  </a:cubicBezTo>
                  <a:cubicBezTo>
                    <a:pt x="24422" y="49288"/>
                    <a:pt x="20485" y="49729"/>
                    <a:pt x="16548" y="50595"/>
                  </a:cubicBezTo>
                  <a:cubicBezTo>
                    <a:pt x="12661" y="51461"/>
                    <a:pt x="8675" y="52831"/>
                    <a:pt x="4593" y="54673"/>
                  </a:cubicBezTo>
                  <a:lnTo>
                    <a:pt x="4593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522CCE6-E36C-5C52-63D3-6F665535EE8B}"/>
                </a:ext>
              </a:extLst>
            </p:cNvPr>
            <p:cNvSpPr/>
            <p:nvPr/>
          </p:nvSpPr>
          <p:spPr>
            <a:xfrm>
              <a:off x="1615165" y="2672511"/>
              <a:ext cx="75234" cy="112926"/>
            </a:xfrm>
            <a:custGeom>
              <a:avLst/>
              <a:gdLst>
                <a:gd name="connsiteX0" fmla="*/ 37618 w 75234"/>
                <a:gd name="connsiteY0" fmla="*/ 11664 h 112926"/>
                <a:gd name="connsiteX1" fmla="*/ 20486 w 75234"/>
                <a:gd name="connsiteY1" fmla="*/ 22891 h 112926"/>
                <a:gd name="connsiteX2" fmla="*/ 14799 w 75234"/>
                <a:gd name="connsiteY2" fmla="*/ 56498 h 112926"/>
                <a:gd name="connsiteX3" fmla="*/ 20486 w 75234"/>
                <a:gd name="connsiteY3" fmla="*/ 90107 h 112926"/>
                <a:gd name="connsiteX4" fmla="*/ 37618 w 75234"/>
                <a:gd name="connsiteY4" fmla="*/ 101261 h 112926"/>
                <a:gd name="connsiteX5" fmla="*/ 54750 w 75234"/>
                <a:gd name="connsiteY5" fmla="*/ 90107 h 112926"/>
                <a:gd name="connsiteX6" fmla="*/ 60509 w 75234"/>
                <a:gd name="connsiteY6" fmla="*/ 56498 h 112926"/>
                <a:gd name="connsiteX7" fmla="*/ 54750 w 75234"/>
                <a:gd name="connsiteY7" fmla="*/ 22891 h 112926"/>
                <a:gd name="connsiteX8" fmla="*/ 37618 w 75234"/>
                <a:gd name="connsiteY8" fmla="*/ 11664 h 112926"/>
                <a:gd name="connsiteX9" fmla="*/ 37618 w 75234"/>
                <a:gd name="connsiteY9" fmla="*/ 0 h 112926"/>
                <a:gd name="connsiteX10" fmla="*/ 65539 w 75234"/>
                <a:gd name="connsiteY10" fmla="*/ 14508 h 112926"/>
                <a:gd name="connsiteX11" fmla="*/ 75235 w 75234"/>
                <a:gd name="connsiteY11" fmla="*/ 56498 h 112926"/>
                <a:gd name="connsiteX12" fmla="*/ 65539 w 75234"/>
                <a:gd name="connsiteY12" fmla="*/ 98491 h 112926"/>
                <a:gd name="connsiteX13" fmla="*/ 37618 w 75234"/>
                <a:gd name="connsiteY13" fmla="*/ 112926 h 112926"/>
                <a:gd name="connsiteX14" fmla="*/ 9623 w 75234"/>
                <a:gd name="connsiteY14" fmla="*/ 98491 h 112926"/>
                <a:gd name="connsiteX15" fmla="*/ 0 w 75234"/>
                <a:gd name="connsiteY15" fmla="*/ 56498 h 112926"/>
                <a:gd name="connsiteX16" fmla="*/ 9623 w 75234"/>
                <a:gd name="connsiteY16" fmla="*/ 14508 h 112926"/>
                <a:gd name="connsiteX17" fmla="*/ 37618 w 75234"/>
                <a:gd name="connsiteY17" fmla="*/ 0 h 11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4" h="112926">
                  <a:moveTo>
                    <a:pt x="37618" y="11664"/>
                  </a:moveTo>
                  <a:cubicBezTo>
                    <a:pt x="30036" y="11664"/>
                    <a:pt x="24325" y="15407"/>
                    <a:pt x="20486" y="22891"/>
                  </a:cubicBezTo>
                  <a:cubicBezTo>
                    <a:pt x="16695" y="30327"/>
                    <a:pt x="14799" y="41529"/>
                    <a:pt x="14799" y="56498"/>
                  </a:cubicBezTo>
                  <a:cubicBezTo>
                    <a:pt x="14799" y="71419"/>
                    <a:pt x="16695" y="82623"/>
                    <a:pt x="20486" y="90107"/>
                  </a:cubicBezTo>
                  <a:cubicBezTo>
                    <a:pt x="24325" y="97543"/>
                    <a:pt x="30036" y="101261"/>
                    <a:pt x="37618" y="101261"/>
                  </a:cubicBezTo>
                  <a:cubicBezTo>
                    <a:pt x="45248" y="101261"/>
                    <a:pt x="50959" y="97543"/>
                    <a:pt x="54750" y="90107"/>
                  </a:cubicBezTo>
                  <a:cubicBezTo>
                    <a:pt x="58589" y="82623"/>
                    <a:pt x="60509" y="71419"/>
                    <a:pt x="60509" y="56498"/>
                  </a:cubicBezTo>
                  <a:cubicBezTo>
                    <a:pt x="60509" y="41529"/>
                    <a:pt x="58589" y="30327"/>
                    <a:pt x="54750" y="22891"/>
                  </a:cubicBezTo>
                  <a:cubicBezTo>
                    <a:pt x="50959" y="15407"/>
                    <a:pt x="45248" y="11664"/>
                    <a:pt x="37618" y="11664"/>
                  </a:cubicBezTo>
                  <a:moveTo>
                    <a:pt x="37618" y="0"/>
                  </a:moveTo>
                  <a:cubicBezTo>
                    <a:pt x="49817" y="0"/>
                    <a:pt x="59124" y="4836"/>
                    <a:pt x="65539" y="14508"/>
                  </a:cubicBezTo>
                  <a:cubicBezTo>
                    <a:pt x="72003" y="24131"/>
                    <a:pt x="75235" y="38128"/>
                    <a:pt x="75235" y="56498"/>
                  </a:cubicBezTo>
                  <a:cubicBezTo>
                    <a:pt x="75235" y="74822"/>
                    <a:pt x="72003" y="88819"/>
                    <a:pt x="65539" y="98491"/>
                  </a:cubicBezTo>
                  <a:cubicBezTo>
                    <a:pt x="59124" y="108114"/>
                    <a:pt x="49817" y="112926"/>
                    <a:pt x="37618" y="112926"/>
                  </a:cubicBezTo>
                  <a:cubicBezTo>
                    <a:pt x="25419" y="112926"/>
                    <a:pt x="16087" y="108114"/>
                    <a:pt x="9623" y="98491"/>
                  </a:cubicBezTo>
                  <a:cubicBezTo>
                    <a:pt x="3208" y="88819"/>
                    <a:pt x="0" y="74822"/>
                    <a:pt x="0" y="56498"/>
                  </a:cubicBezTo>
                  <a:cubicBezTo>
                    <a:pt x="0" y="38128"/>
                    <a:pt x="3208" y="24131"/>
                    <a:pt x="9623" y="14508"/>
                  </a:cubicBezTo>
                  <a:cubicBezTo>
                    <a:pt x="16087" y="4836"/>
                    <a:pt x="25419" y="0"/>
                    <a:pt x="37618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C506F88-A4CE-B0ED-9314-A4E9605440A4}"/>
                </a:ext>
              </a:extLst>
            </p:cNvPr>
            <p:cNvSpPr/>
            <p:nvPr/>
          </p:nvSpPr>
          <p:spPr>
            <a:xfrm>
              <a:off x="1716281" y="2764806"/>
              <a:ext cx="15381" cy="18516"/>
            </a:xfrm>
            <a:custGeom>
              <a:avLst/>
              <a:gdLst>
                <a:gd name="connsiteX0" fmla="*/ 0 w 15381"/>
                <a:gd name="connsiteY0" fmla="*/ 0 h 18516"/>
                <a:gd name="connsiteX1" fmla="*/ 15382 w 15381"/>
                <a:gd name="connsiteY1" fmla="*/ 0 h 18516"/>
                <a:gd name="connsiteX2" fmla="*/ 15382 w 15381"/>
                <a:gd name="connsiteY2" fmla="*/ 18517 h 18516"/>
                <a:gd name="connsiteX3" fmla="*/ 0 w 15381"/>
                <a:gd name="connsiteY3" fmla="*/ 18517 h 18516"/>
                <a:gd name="connsiteX4" fmla="*/ 0 w 15381"/>
                <a:gd name="connsiteY4" fmla="*/ 0 h 1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1" h="18516">
                  <a:moveTo>
                    <a:pt x="0" y="0"/>
                  </a:moveTo>
                  <a:lnTo>
                    <a:pt x="15382" y="0"/>
                  </a:lnTo>
                  <a:lnTo>
                    <a:pt x="15382" y="18517"/>
                  </a:lnTo>
                  <a:lnTo>
                    <a:pt x="0" y="18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7AB2EC40-D330-00DC-8C09-45B82495B7BE}"/>
                </a:ext>
              </a:extLst>
            </p:cNvPr>
            <p:cNvSpPr/>
            <p:nvPr/>
          </p:nvSpPr>
          <p:spPr>
            <a:xfrm>
              <a:off x="1759292" y="2674480"/>
              <a:ext cx="70423" cy="110957"/>
            </a:xfrm>
            <a:custGeom>
              <a:avLst/>
              <a:gdLst>
                <a:gd name="connsiteX0" fmla="*/ 4593 w 70423"/>
                <a:gd name="connsiteY0" fmla="*/ 0 h 110957"/>
                <a:gd name="connsiteX1" fmla="*/ 62405 w 70423"/>
                <a:gd name="connsiteY1" fmla="*/ 0 h 110957"/>
                <a:gd name="connsiteX2" fmla="*/ 62405 w 70423"/>
                <a:gd name="connsiteY2" fmla="*/ 12393 h 110957"/>
                <a:gd name="connsiteX3" fmla="*/ 18081 w 70423"/>
                <a:gd name="connsiteY3" fmla="*/ 12393 h 110957"/>
                <a:gd name="connsiteX4" fmla="*/ 18081 w 70423"/>
                <a:gd name="connsiteY4" fmla="*/ 39076 h 110957"/>
                <a:gd name="connsiteX5" fmla="*/ 24496 w 70423"/>
                <a:gd name="connsiteY5" fmla="*/ 37471 h 110957"/>
                <a:gd name="connsiteX6" fmla="*/ 30911 w 70423"/>
                <a:gd name="connsiteY6" fmla="*/ 36889 h 110957"/>
                <a:gd name="connsiteX7" fmla="*/ 59780 w 70423"/>
                <a:gd name="connsiteY7" fmla="*/ 46875 h 110957"/>
                <a:gd name="connsiteX8" fmla="*/ 70423 w 70423"/>
                <a:gd name="connsiteY8" fmla="*/ 73922 h 110957"/>
                <a:gd name="connsiteX9" fmla="*/ 59489 w 70423"/>
                <a:gd name="connsiteY9" fmla="*/ 101261 h 110957"/>
                <a:gd name="connsiteX10" fmla="*/ 28652 w 70423"/>
                <a:gd name="connsiteY10" fmla="*/ 110958 h 110957"/>
                <a:gd name="connsiteX11" fmla="*/ 14654 w 70423"/>
                <a:gd name="connsiteY11" fmla="*/ 109791 h 110957"/>
                <a:gd name="connsiteX12" fmla="*/ 0 w 70423"/>
                <a:gd name="connsiteY12" fmla="*/ 106292 h 110957"/>
                <a:gd name="connsiteX13" fmla="*/ 0 w 70423"/>
                <a:gd name="connsiteY13" fmla="*/ 91493 h 110957"/>
                <a:gd name="connsiteX14" fmla="*/ 13560 w 70423"/>
                <a:gd name="connsiteY14" fmla="*/ 96814 h 110957"/>
                <a:gd name="connsiteX15" fmla="*/ 28360 w 70423"/>
                <a:gd name="connsiteY15" fmla="*/ 98563 h 110957"/>
                <a:gd name="connsiteX16" fmla="*/ 48335 w 70423"/>
                <a:gd name="connsiteY16" fmla="*/ 91929 h 110957"/>
                <a:gd name="connsiteX17" fmla="*/ 55698 w 70423"/>
                <a:gd name="connsiteY17" fmla="*/ 73922 h 110957"/>
                <a:gd name="connsiteX18" fmla="*/ 48335 w 70423"/>
                <a:gd name="connsiteY18" fmla="*/ 55916 h 110957"/>
                <a:gd name="connsiteX19" fmla="*/ 28360 w 70423"/>
                <a:gd name="connsiteY19" fmla="*/ 49282 h 110957"/>
                <a:gd name="connsiteX20" fmla="*/ 16550 w 70423"/>
                <a:gd name="connsiteY20" fmla="*/ 50593 h 110957"/>
                <a:gd name="connsiteX21" fmla="*/ 4593 w 70423"/>
                <a:gd name="connsiteY21" fmla="*/ 54676 h 110957"/>
                <a:gd name="connsiteX22" fmla="*/ 4593 w 70423"/>
                <a:gd name="connsiteY22" fmla="*/ 0 h 11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423" h="110957">
                  <a:moveTo>
                    <a:pt x="4593" y="0"/>
                  </a:moveTo>
                  <a:lnTo>
                    <a:pt x="62405" y="0"/>
                  </a:lnTo>
                  <a:lnTo>
                    <a:pt x="62405" y="12393"/>
                  </a:lnTo>
                  <a:lnTo>
                    <a:pt x="18081" y="12393"/>
                  </a:lnTo>
                  <a:lnTo>
                    <a:pt x="18081" y="39076"/>
                  </a:lnTo>
                  <a:cubicBezTo>
                    <a:pt x="20219" y="38347"/>
                    <a:pt x="22357" y="37811"/>
                    <a:pt x="24496" y="37471"/>
                  </a:cubicBezTo>
                  <a:cubicBezTo>
                    <a:pt x="26634" y="37082"/>
                    <a:pt x="28773" y="36889"/>
                    <a:pt x="30911" y="36889"/>
                  </a:cubicBezTo>
                  <a:cubicBezTo>
                    <a:pt x="43062" y="36889"/>
                    <a:pt x="52685" y="40218"/>
                    <a:pt x="59780" y="46875"/>
                  </a:cubicBezTo>
                  <a:cubicBezTo>
                    <a:pt x="66876" y="53535"/>
                    <a:pt x="70423" y="62550"/>
                    <a:pt x="70423" y="73922"/>
                  </a:cubicBezTo>
                  <a:cubicBezTo>
                    <a:pt x="70423" y="85637"/>
                    <a:pt x="66778" y="94749"/>
                    <a:pt x="59489" y="101261"/>
                  </a:cubicBezTo>
                  <a:cubicBezTo>
                    <a:pt x="52200" y="107725"/>
                    <a:pt x="41920" y="110958"/>
                    <a:pt x="28652" y="110958"/>
                  </a:cubicBezTo>
                  <a:cubicBezTo>
                    <a:pt x="24083" y="110958"/>
                    <a:pt x="19418" y="110569"/>
                    <a:pt x="14654" y="109791"/>
                  </a:cubicBezTo>
                  <a:cubicBezTo>
                    <a:pt x="9939" y="109013"/>
                    <a:pt x="5055" y="107846"/>
                    <a:pt x="0" y="106292"/>
                  </a:cubicBezTo>
                  <a:lnTo>
                    <a:pt x="0" y="91493"/>
                  </a:lnTo>
                  <a:cubicBezTo>
                    <a:pt x="4374" y="93874"/>
                    <a:pt x="8894" y="95647"/>
                    <a:pt x="13560" y="96814"/>
                  </a:cubicBezTo>
                  <a:cubicBezTo>
                    <a:pt x="18226" y="97981"/>
                    <a:pt x="23159" y="98563"/>
                    <a:pt x="28360" y="98563"/>
                  </a:cubicBezTo>
                  <a:cubicBezTo>
                    <a:pt x="36768" y="98563"/>
                    <a:pt x="43427" y="96352"/>
                    <a:pt x="48335" y="91929"/>
                  </a:cubicBezTo>
                  <a:cubicBezTo>
                    <a:pt x="53244" y="87506"/>
                    <a:pt x="55698" y="81505"/>
                    <a:pt x="55698" y="73922"/>
                  </a:cubicBezTo>
                  <a:cubicBezTo>
                    <a:pt x="55698" y="66340"/>
                    <a:pt x="53244" y="60339"/>
                    <a:pt x="48335" y="55916"/>
                  </a:cubicBezTo>
                  <a:cubicBezTo>
                    <a:pt x="43427" y="51493"/>
                    <a:pt x="36768" y="49282"/>
                    <a:pt x="28360" y="49282"/>
                  </a:cubicBezTo>
                  <a:cubicBezTo>
                    <a:pt x="24424" y="49282"/>
                    <a:pt x="20487" y="49719"/>
                    <a:pt x="16550" y="50593"/>
                  </a:cubicBezTo>
                  <a:cubicBezTo>
                    <a:pt x="12662" y="51469"/>
                    <a:pt x="8677" y="52829"/>
                    <a:pt x="4593" y="54676"/>
                  </a:cubicBezTo>
                  <a:lnTo>
                    <a:pt x="4593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A5A88630-8061-66CC-6DE0-2D617E5269B4}"/>
                </a:ext>
              </a:extLst>
            </p:cNvPr>
            <p:cNvSpPr/>
            <p:nvPr/>
          </p:nvSpPr>
          <p:spPr>
            <a:xfrm>
              <a:off x="1852607" y="2672511"/>
              <a:ext cx="75235" cy="112926"/>
            </a:xfrm>
            <a:custGeom>
              <a:avLst/>
              <a:gdLst>
                <a:gd name="connsiteX0" fmla="*/ 37618 w 75235"/>
                <a:gd name="connsiteY0" fmla="*/ 11664 h 112926"/>
                <a:gd name="connsiteX1" fmla="*/ 20487 w 75235"/>
                <a:gd name="connsiteY1" fmla="*/ 22891 h 112926"/>
                <a:gd name="connsiteX2" fmla="*/ 14799 w 75235"/>
                <a:gd name="connsiteY2" fmla="*/ 56498 h 112926"/>
                <a:gd name="connsiteX3" fmla="*/ 20487 w 75235"/>
                <a:gd name="connsiteY3" fmla="*/ 90107 h 112926"/>
                <a:gd name="connsiteX4" fmla="*/ 37618 w 75235"/>
                <a:gd name="connsiteY4" fmla="*/ 101261 h 112926"/>
                <a:gd name="connsiteX5" fmla="*/ 54751 w 75235"/>
                <a:gd name="connsiteY5" fmla="*/ 90107 h 112926"/>
                <a:gd name="connsiteX6" fmla="*/ 60509 w 75235"/>
                <a:gd name="connsiteY6" fmla="*/ 56498 h 112926"/>
                <a:gd name="connsiteX7" fmla="*/ 54751 w 75235"/>
                <a:gd name="connsiteY7" fmla="*/ 22891 h 112926"/>
                <a:gd name="connsiteX8" fmla="*/ 37618 w 75235"/>
                <a:gd name="connsiteY8" fmla="*/ 11664 h 112926"/>
                <a:gd name="connsiteX9" fmla="*/ 37618 w 75235"/>
                <a:gd name="connsiteY9" fmla="*/ 0 h 112926"/>
                <a:gd name="connsiteX10" fmla="*/ 65540 w 75235"/>
                <a:gd name="connsiteY10" fmla="*/ 14508 h 112926"/>
                <a:gd name="connsiteX11" fmla="*/ 75236 w 75235"/>
                <a:gd name="connsiteY11" fmla="*/ 56498 h 112926"/>
                <a:gd name="connsiteX12" fmla="*/ 65540 w 75235"/>
                <a:gd name="connsiteY12" fmla="*/ 98491 h 112926"/>
                <a:gd name="connsiteX13" fmla="*/ 37618 w 75235"/>
                <a:gd name="connsiteY13" fmla="*/ 112926 h 112926"/>
                <a:gd name="connsiteX14" fmla="*/ 9623 w 75235"/>
                <a:gd name="connsiteY14" fmla="*/ 98491 h 112926"/>
                <a:gd name="connsiteX15" fmla="*/ 0 w 75235"/>
                <a:gd name="connsiteY15" fmla="*/ 56498 h 112926"/>
                <a:gd name="connsiteX16" fmla="*/ 9623 w 75235"/>
                <a:gd name="connsiteY16" fmla="*/ 14508 h 112926"/>
                <a:gd name="connsiteX17" fmla="*/ 37618 w 75235"/>
                <a:gd name="connsiteY17" fmla="*/ 0 h 112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5" h="112926">
                  <a:moveTo>
                    <a:pt x="37618" y="11664"/>
                  </a:moveTo>
                  <a:cubicBezTo>
                    <a:pt x="30036" y="11664"/>
                    <a:pt x="24326" y="15407"/>
                    <a:pt x="20487" y="22891"/>
                  </a:cubicBezTo>
                  <a:cubicBezTo>
                    <a:pt x="16695" y="30327"/>
                    <a:pt x="14799" y="41529"/>
                    <a:pt x="14799" y="56498"/>
                  </a:cubicBezTo>
                  <a:cubicBezTo>
                    <a:pt x="14799" y="71419"/>
                    <a:pt x="16695" y="82623"/>
                    <a:pt x="20487" y="90107"/>
                  </a:cubicBezTo>
                  <a:cubicBezTo>
                    <a:pt x="24326" y="97543"/>
                    <a:pt x="30036" y="101261"/>
                    <a:pt x="37618" y="101261"/>
                  </a:cubicBezTo>
                  <a:cubicBezTo>
                    <a:pt x="45249" y="101261"/>
                    <a:pt x="50960" y="97543"/>
                    <a:pt x="54751" y="90107"/>
                  </a:cubicBezTo>
                  <a:cubicBezTo>
                    <a:pt x="58590" y="82623"/>
                    <a:pt x="60509" y="71419"/>
                    <a:pt x="60509" y="56498"/>
                  </a:cubicBezTo>
                  <a:cubicBezTo>
                    <a:pt x="60509" y="41529"/>
                    <a:pt x="58590" y="30327"/>
                    <a:pt x="54751" y="22891"/>
                  </a:cubicBezTo>
                  <a:cubicBezTo>
                    <a:pt x="50960" y="15407"/>
                    <a:pt x="45249" y="11664"/>
                    <a:pt x="37618" y="11664"/>
                  </a:cubicBezTo>
                  <a:moveTo>
                    <a:pt x="37618" y="0"/>
                  </a:moveTo>
                  <a:cubicBezTo>
                    <a:pt x="49817" y="0"/>
                    <a:pt x="59123" y="4836"/>
                    <a:pt x="65540" y="14508"/>
                  </a:cubicBezTo>
                  <a:cubicBezTo>
                    <a:pt x="72004" y="24131"/>
                    <a:pt x="75236" y="38128"/>
                    <a:pt x="75236" y="56498"/>
                  </a:cubicBezTo>
                  <a:cubicBezTo>
                    <a:pt x="75236" y="74822"/>
                    <a:pt x="72004" y="88819"/>
                    <a:pt x="65540" y="98491"/>
                  </a:cubicBezTo>
                  <a:cubicBezTo>
                    <a:pt x="59123" y="108114"/>
                    <a:pt x="49817" y="112926"/>
                    <a:pt x="37618" y="112926"/>
                  </a:cubicBezTo>
                  <a:cubicBezTo>
                    <a:pt x="25419" y="112926"/>
                    <a:pt x="16087" y="108114"/>
                    <a:pt x="9623" y="98491"/>
                  </a:cubicBezTo>
                  <a:cubicBezTo>
                    <a:pt x="3208" y="88819"/>
                    <a:pt x="0" y="74822"/>
                    <a:pt x="0" y="56498"/>
                  </a:cubicBezTo>
                  <a:cubicBezTo>
                    <a:pt x="0" y="38128"/>
                    <a:pt x="3208" y="24131"/>
                    <a:pt x="9623" y="14508"/>
                  </a:cubicBezTo>
                  <a:cubicBezTo>
                    <a:pt x="16087" y="4836"/>
                    <a:pt x="25419" y="0"/>
                    <a:pt x="37618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98564950-2B94-226D-C7FF-C779FA29586C}"/>
                </a:ext>
              </a:extLst>
            </p:cNvPr>
            <p:cNvSpPr/>
            <p:nvPr/>
          </p:nvSpPr>
          <p:spPr>
            <a:xfrm>
              <a:off x="1618300" y="2138005"/>
              <a:ext cx="75234" cy="112925"/>
            </a:xfrm>
            <a:custGeom>
              <a:avLst/>
              <a:gdLst>
                <a:gd name="connsiteX0" fmla="*/ 37617 w 75234"/>
                <a:gd name="connsiteY0" fmla="*/ 11665 h 112925"/>
                <a:gd name="connsiteX1" fmla="*/ 20485 w 75234"/>
                <a:gd name="connsiteY1" fmla="*/ 22891 h 112925"/>
                <a:gd name="connsiteX2" fmla="*/ 14799 w 75234"/>
                <a:gd name="connsiteY2" fmla="*/ 56500 h 112925"/>
                <a:gd name="connsiteX3" fmla="*/ 20485 w 75234"/>
                <a:gd name="connsiteY3" fmla="*/ 90107 h 112925"/>
                <a:gd name="connsiteX4" fmla="*/ 37617 w 75234"/>
                <a:gd name="connsiteY4" fmla="*/ 101261 h 112925"/>
                <a:gd name="connsiteX5" fmla="*/ 54749 w 75234"/>
                <a:gd name="connsiteY5" fmla="*/ 90107 h 112925"/>
                <a:gd name="connsiteX6" fmla="*/ 60509 w 75234"/>
                <a:gd name="connsiteY6" fmla="*/ 56500 h 112925"/>
                <a:gd name="connsiteX7" fmla="*/ 54749 w 75234"/>
                <a:gd name="connsiteY7" fmla="*/ 22891 h 112925"/>
                <a:gd name="connsiteX8" fmla="*/ 37617 w 75234"/>
                <a:gd name="connsiteY8" fmla="*/ 11665 h 112925"/>
                <a:gd name="connsiteX9" fmla="*/ 37617 w 75234"/>
                <a:gd name="connsiteY9" fmla="*/ 0 h 112925"/>
                <a:gd name="connsiteX10" fmla="*/ 65539 w 75234"/>
                <a:gd name="connsiteY10" fmla="*/ 14508 h 112925"/>
                <a:gd name="connsiteX11" fmla="*/ 75234 w 75234"/>
                <a:gd name="connsiteY11" fmla="*/ 56500 h 112925"/>
                <a:gd name="connsiteX12" fmla="*/ 65539 w 75234"/>
                <a:gd name="connsiteY12" fmla="*/ 98491 h 112925"/>
                <a:gd name="connsiteX13" fmla="*/ 37617 w 75234"/>
                <a:gd name="connsiteY13" fmla="*/ 112926 h 112925"/>
                <a:gd name="connsiteX14" fmla="*/ 9623 w 75234"/>
                <a:gd name="connsiteY14" fmla="*/ 98491 h 112925"/>
                <a:gd name="connsiteX15" fmla="*/ 0 w 75234"/>
                <a:gd name="connsiteY15" fmla="*/ 56500 h 112925"/>
                <a:gd name="connsiteX16" fmla="*/ 9623 w 75234"/>
                <a:gd name="connsiteY16" fmla="*/ 14508 h 112925"/>
                <a:gd name="connsiteX17" fmla="*/ 37617 w 75234"/>
                <a:gd name="connsiteY17" fmla="*/ 0 h 11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4" h="112925">
                  <a:moveTo>
                    <a:pt x="37617" y="11665"/>
                  </a:moveTo>
                  <a:cubicBezTo>
                    <a:pt x="30036" y="11665"/>
                    <a:pt x="24325" y="15407"/>
                    <a:pt x="20485" y="22891"/>
                  </a:cubicBezTo>
                  <a:cubicBezTo>
                    <a:pt x="16695" y="30327"/>
                    <a:pt x="14799" y="41529"/>
                    <a:pt x="14799" y="56500"/>
                  </a:cubicBezTo>
                  <a:cubicBezTo>
                    <a:pt x="14799" y="71420"/>
                    <a:pt x="16695" y="82623"/>
                    <a:pt x="20485" y="90107"/>
                  </a:cubicBezTo>
                  <a:cubicBezTo>
                    <a:pt x="24325" y="97543"/>
                    <a:pt x="30036" y="101261"/>
                    <a:pt x="37617" y="101261"/>
                  </a:cubicBezTo>
                  <a:cubicBezTo>
                    <a:pt x="45248" y="101261"/>
                    <a:pt x="50959" y="97543"/>
                    <a:pt x="54749" y="90107"/>
                  </a:cubicBezTo>
                  <a:cubicBezTo>
                    <a:pt x="58589" y="82623"/>
                    <a:pt x="60509" y="71420"/>
                    <a:pt x="60509" y="56500"/>
                  </a:cubicBezTo>
                  <a:cubicBezTo>
                    <a:pt x="60509" y="41529"/>
                    <a:pt x="58589" y="30327"/>
                    <a:pt x="54749" y="22891"/>
                  </a:cubicBezTo>
                  <a:cubicBezTo>
                    <a:pt x="50959" y="15407"/>
                    <a:pt x="45248" y="11665"/>
                    <a:pt x="37617" y="11665"/>
                  </a:cubicBezTo>
                  <a:moveTo>
                    <a:pt x="37617" y="0"/>
                  </a:moveTo>
                  <a:cubicBezTo>
                    <a:pt x="49816" y="0"/>
                    <a:pt x="59123" y="4836"/>
                    <a:pt x="65539" y="14508"/>
                  </a:cubicBezTo>
                  <a:cubicBezTo>
                    <a:pt x="72003" y="24131"/>
                    <a:pt x="75234" y="38128"/>
                    <a:pt x="75234" y="56500"/>
                  </a:cubicBezTo>
                  <a:cubicBezTo>
                    <a:pt x="75234" y="74822"/>
                    <a:pt x="72003" y="88819"/>
                    <a:pt x="65539" y="98491"/>
                  </a:cubicBezTo>
                  <a:cubicBezTo>
                    <a:pt x="59123" y="108114"/>
                    <a:pt x="49816" y="112926"/>
                    <a:pt x="37617" y="112926"/>
                  </a:cubicBezTo>
                  <a:cubicBezTo>
                    <a:pt x="25418" y="112926"/>
                    <a:pt x="16087" y="108114"/>
                    <a:pt x="9623" y="98491"/>
                  </a:cubicBezTo>
                  <a:cubicBezTo>
                    <a:pt x="3208" y="88819"/>
                    <a:pt x="0" y="74822"/>
                    <a:pt x="0" y="56500"/>
                  </a:cubicBezTo>
                  <a:cubicBezTo>
                    <a:pt x="0" y="38128"/>
                    <a:pt x="3208" y="24131"/>
                    <a:pt x="9623" y="14508"/>
                  </a:cubicBezTo>
                  <a:cubicBezTo>
                    <a:pt x="16087" y="4836"/>
                    <a:pt x="25418" y="0"/>
                    <a:pt x="37617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C7669FE4-0B77-4021-E5AA-CA183A638B68}"/>
                </a:ext>
              </a:extLst>
            </p:cNvPr>
            <p:cNvSpPr/>
            <p:nvPr/>
          </p:nvSpPr>
          <p:spPr>
            <a:xfrm>
              <a:off x="1719415" y="2230300"/>
              <a:ext cx="15383" cy="18516"/>
            </a:xfrm>
            <a:custGeom>
              <a:avLst/>
              <a:gdLst>
                <a:gd name="connsiteX0" fmla="*/ 0 w 15383"/>
                <a:gd name="connsiteY0" fmla="*/ 0 h 18516"/>
                <a:gd name="connsiteX1" fmla="*/ 15383 w 15383"/>
                <a:gd name="connsiteY1" fmla="*/ 0 h 18516"/>
                <a:gd name="connsiteX2" fmla="*/ 15383 w 15383"/>
                <a:gd name="connsiteY2" fmla="*/ 18517 h 18516"/>
                <a:gd name="connsiteX3" fmla="*/ 0 w 15383"/>
                <a:gd name="connsiteY3" fmla="*/ 18517 h 18516"/>
                <a:gd name="connsiteX4" fmla="*/ 0 w 15383"/>
                <a:gd name="connsiteY4" fmla="*/ 0 h 1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3" h="18516">
                  <a:moveTo>
                    <a:pt x="0" y="0"/>
                  </a:moveTo>
                  <a:lnTo>
                    <a:pt x="15383" y="0"/>
                  </a:lnTo>
                  <a:lnTo>
                    <a:pt x="15383" y="18517"/>
                  </a:lnTo>
                  <a:lnTo>
                    <a:pt x="0" y="18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AD7B41DC-3FAB-43B7-3C02-5E886D208B31}"/>
                </a:ext>
              </a:extLst>
            </p:cNvPr>
            <p:cNvSpPr/>
            <p:nvPr/>
          </p:nvSpPr>
          <p:spPr>
            <a:xfrm>
              <a:off x="1763157" y="2139974"/>
              <a:ext cx="69985" cy="108842"/>
            </a:xfrm>
            <a:custGeom>
              <a:avLst/>
              <a:gdLst>
                <a:gd name="connsiteX0" fmla="*/ 0 w 69985"/>
                <a:gd name="connsiteY0" fmla="*/ 0 h 108842"/>
                <a:gd name="connsiteX1" fmla="*/ 69986 w 69985"/>
                <a:gd name="connsiteY1" fmla="*/ 0 h 108842"/>
                <a:gd name="connsiteX2" fmla="*/ 69986 w 69985"/>
                <a:gd name="connsiteY2" fmla="*/ 6270 h 108842"/>
                <a:gd name="connsiteX3" fmla="*/ 30473 w 69985"/>
                <a:gd name="connsiteY3" fmla="*/ 108843 h 108842"/>
                <a:gd name="connsiteX4" fmla="*/ 15090 w 69985"/>
                <a:gd name="connsiteY4" fmla="*/ 108843 h 108842"/>
                <a:gd name="connsiteX5" fmla="*/ 52270 w 69985"/>
                <a:gd name="connsiteY5" fmla="*/ 12393 h 108842"/>
                <a:gd name="connsiteX6" fmla="*/ 0 w 69985"/>
                <a:gd name="connsiteY6" fmla="*/ 12393 h 108842"/>
                <a:gd name="connsiteX7" fmla="*/ 0 w 69985"/>
                <a:gd name="connsiteY7" fmla="*/ 0 h 108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9985" h="108842">
                  <a:moveTo>
                    <a:pt x="0" y="0"/>
                  </a:moveTo>
                  <a:lnTo>
                    <a:pt x="69986" y="0"/>
                  </a:lnTo>
                  <a:lnTo>
                    <a:pt x="69986" y="6270"/>
                  </a:lnTo>
                  <a:lnTo>
                    <a:pt x="30473" y="108843"/>
                  </a:lnTo>
                  <a:lnTo>
                    <a:pt x="15090" y="108843"/>
                  </a:lnTo>
                  <a:lnTo>
                    <a:pt x="52270" y="12393"/>
                  </a:lnTo>
                  <a:lnTo>
                    <a:pt x="0" y="1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FABF9C81-27D9-CFAD-A821-484C25D4B435}"/>
                </a:ext>
              </a:extLst>
            </p:cNvPr>
            <p:cNvSpPr/>
            <p:nvPr/>
          </p:nvSpPr>
          <p:spPr>
            <a:xfrm>
              <a:off x="1857419" y="2139974"/>
              <a:ext cx="70423" cy="110957"/>
            </a:xfrm>
            <a:custGeom>
              <a:avLst/>
              <a:gdLst>
                <a:gd name="connsiteX0" fmla="*/ 4593 w 70423"/>
                <a:gd name="connsiteY0" fmla="*/ 0 h 110957"/>
                <a:gd name="connsiteX1" fmla="*/ 62404 w 70423"/>
                <a:gd name="connsiteY1" fmla="*/ 0 h 110957"/>
                <a:gd name="connsiteX2" fmla="*/ 62404 w 70423"/>
                <a:gd name="connsiteY2" fmla="*/ 12393 h 110957"/>
                <a:gd name="connsiteX3" fmla="*/ 18079 w 70423"/>
                <a:gd name="connsiteY3" fmla="*/ 12393 h 110957"/>
                <a:gd name="connsiteX4" fmla="*/ 18079 w 70423"/>
                <a:gd name="connsiteY4" fmla="*/ 39076 h 110957"/>
                <a:gd name="connsiteX5" fmla="*/ 24494 w 70423"/>
                <a:gd name="connsiteY5" fmla="*/ 37471 h 110957"/>
                <a:gd name="connsiteX6" fmla="*/ 30910 w 70423"/>
                <a:gd name="connsiteY6" fmla="*/ 36889 h 110957"/>
                <a:gd name="connsiteX7" fmla="*/ 59780 w 70423"/>
                <a:gd name="connsiteY7" fmla="*/ 46875 h 110957"/>
                <a:gd name="connsiteX8" fmla="*/ 70423 w 70423"/>
                <a:gd name="connsiteY8" fmla="*/ 73922 h 110957"/>
                <a:gd name="connsiteX9" fmla="*/ 59487 w 70423"/>
                <a:gd name="connsiteY9" fmla="*/ 101261 h 110957"/>
                <a:gd name="connsiteX10" fmla="*/ 28650 w 70423"/>
                <a:gd name="connsiteY10" fmla="*/ 110958 h 110957"/>
                <a:gd name="connsiteX11" fmla="*/ 14653 w 70423"/>
                <a:gd name="connsiteY11" fmla="*/ 109791 h 110957"/>
                <a:gd name="connsiteX12" fmla="*/ 0 w 70423"/>
                <a:gd name="connsiteY12" fmla="*/ 106292 h 110957"/>
                <a:gd name="connsiteX13" fmla="*/ 0 w 70423"/>
                <a:gd name="connsiteY13" fmla="*/ 91493 h 110957"/>
                <a:gd name="connsiteX14" fmla="*/ 13560 w 70423"/>
                <a:gd name="connsiteY14" fmla="*/ 96814 h 110957"/>
                <a:gd name="connsiteX15" fmla="*/ 28359 w 70423"/>
                <a:gd name="connsiteY15" fmla="*/ 98563 h 110957"/>
                <a:gd name="connsiteX16" fmla="*/ 48334 w 70423"/>
                <a:gd name="connsiteY16" fmla="*/ 91929 h 110957"/>
                <a:gd name="connsiteX17" fmla="*/ 55697 w 70423"/>
                <a:gd name="connsiteY17" fmla="*/ 73922 h 110957"/>
                <a:gd name="connsiteX18" fmla="*/ 48334 w 70423"/>
                <a:gd name="connsiteY18" fmla="*/ 55916 h 110957"/>
                <a:gd name="connsiteX19" fmla="*/ 28359 w 70423"/>
                <a:gd name="connsiteY19" fmla="*/ 49282 h 110957"/>
                <a:gd name="connsiteX20" fmla="*/ 16548 w 70423"/>
                <a:gd name="connsiteY20" fmla="*/ 50595 h 110957"/>
                <a:gd name="connsiteX21" fmla="*/ 4593 w 70423"/>
                <a:gd name="connsiteY21" fmla="*/ 54676 h 110957"/>
                <a:gd name="connsiteX22" fmla="*/ 4593 w 70423"/>
                <a:gd name="connsiteY22" fmla="*/ 0 h 110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0423" h="110957">
                  <a:moveTo>
                    <a:pt x="4593" y="0"/>
                  </a:moveTo>
                  <a:lnTo>
                    <a:pt x="62404" y="0"/>
                  </a:lnTo>
                  <a:lnTo>
                    <a:pt x="62404" y="12393"/>
                  </a:lnTo>
                  <a:lnTo>
                    <a:pt x="18079" y="12393"/>
                  </a:lnTo>
                  <a:lnTo>
                    <a:pt x="18079" y="39076"/>
                  </a:lnTo>
                  <a:cubicBezTo>
                    <a:pt x="20218" y="38347"/>
                    <a:pt x="22356" y="37812"/>
                    <a:pt x="24494" y="37471"/>
                  </a:cubicBezTo>
                  <a:cubicBezTo>
                    <a:pt x="26633" y="37082"/>
                    <a:pt x="28771" y="36889"/>
                    <a:pt x="30910" y="36889"/>
                  </a:cubicBezTo>
                  <a:cubicBezTo>
                    <a:pt x="43060" y="36889"/>
                    <a:pt x="52683" y="40218"/>
                    <a:pt x="59780" y="46875"/>
                  </a:cubicBezTo>
                  <a:cubicBezTo>
                    <a:pt x="66876" y="53535"/>
                    <a:pt x="70423" y="62550"/>
                    <a:pt x="70423" y="73922"/>
                  </a:cubicBezTo>
                  <a:cubicBezTo>
                    <a:pt x="70423" y="85637"/>
                    <a:pt x="66778" y="94749"/>
                    <a:pt x="59487" y="101261"/>
                  </a:cubicBezTo>
                  <a:cubicBezTo>
                    <a:pt x="52198" y="107725"/>
                    <a:pt x="41918" y="110958"/>
                    <a:pt x="28650" y="110958"/>
                  </a:cubicBezTo>
                  <a:cubicBezTo>
                    <a:pt x="24082" y="110958"/>
                    <a:pt x="19416" y="110569"/>
                    <a:pt x="14653" y="109791"/>
                  </a:cubicBezTo>
                  <a:cubicBezTo>
                    <a:pt x="9939" y="109013"/>
                    <a:pt x="5055" y="107846"/>
                    <a:pt x="0" y="106292"/>
                  </a:cubicBezTo>
                  <a:lnTo>
                    <a:pt x="0" y="91493"/>
                  </a:lnTo>
                  <a:cubicBezTo>
                    <a:pt x="4374" y="93874"/>
                    <a:pt x="8894" y="95647"/>
                    <a:pt x="13560" y="96814"/>
                  </a:cubicBezTo>
                  <a:cubicBezTo>
                    <a:pt x="18226" y="97981"/>
                    <a:pt x="23157" y="98563"/>
                    <a:pt x="28359" y="98563"/>
                  </a:cubicBezTo>
                  <a:cubicBezTo>
                    <a:pt x="36766" y="98563"/>
                    <a:pt x="43425" y="96352"/>
                    <a:pt x="48334" y="91929"/>
                  </a:cubicBezTo>
                  <a:cubicBezTo>
                    <a:pt x="53242" y="87507"/>
                    <a:pt x="55697" y="81505"/>
                    <a:pt x="55697" y="73922"/>
                  </a:cubicBezTo>
                  <a:cubicBezTo>
                    <a:pt x="55697" y="66340"/>
                    <a:pt x="53242" y="60339"/>
                    <a:pt x="48334" y="55916"/>
                  </a:cubicBezTo>
                  <a:cubicBezTo>
                    <a:pt x="43425" y="51492"/>
                    <a:pt x="36766" y="49282"/>
                    <a:pt x="28359" y="49282"/>
                  </a:cubicBezTo>
                  <a:cubicBezTo>
                    <a:pt x="24422" y="49282"/>
                    <a:pt x="20485" y="49719"/>
                    <a:pt x="16548" y="50595"/>
                  </a:cubicBezTo>
                  <a:cubicBezTo>
                    <a:pt x="12661" y="51469"/>
                    <a:pt x="8675" y="52829"/>
                    <a:pt x="4593" y="54676"/>
                  </a:cubicBezTo>
                  <a:lnTo>
                    <a:pt x="4593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0C2FF045-4C75-52CA-A4A8-E11342FCAB6E}"/>
                </a:ext>
              </a:extLst>
            </p:cNvPr>
            <p:cNvSpPr/>
            <p:nvPr/>
          </p:nvSpPr>
          <p:spPr>
            <a:xfrm>
              <a:off x="1621727" y="1605468"/>
              <a:ext cx="64809" cy="108842"/>
            </a:xfrm>
            <a:custGeom>
              <a:avLst/>
              <a:gdLst>
                <a:gd name="connsiteX0" fmla="*/ 2114 w 64809"/>
                <a:gd name="connsiteY0" fmla="*/ 96450 h 108842"/>
                <a:gd name="connsiteX1" fmla="*/ 26172 w 64809"/>
                <a:gd name="connsiteY1" fmla="*/ 96450 h 108842"/>
                <a:gd name="connsiteX2" fmla="*/ 26172 w 64809"/>
                <a:gd name="connsiteY2" fmla="*/ 13414 h 108842"/>
                <a:gd name="connsiteX3" fmla="*/ 0 w 64809"/>
                <a:gd name="connsiteY3" fmla="*/ 18663 h 108842"/>
                <a:gd name="connsiteX4" fmla="*/ 0 w 64809"/>
                <a:gd name="connsiteY4" fmla="*/ 5249 h 108842"/>
                <a:gd name="connsiteX5" fmla="*/ 26026 w 64809"/>
                <a:gd name="connsiteY5" fmla="*/ 0 h 108842"/>
                <a:gd name="connsiteX6" fmla="*/ 40752 w 64809"/>
                <a:gd name="connsiteY6" fmla="*/ 0 h 108842"/>
                <a:gd name="connsiteX7" fmla="*/ 40752 w 64809"/>
                <a:gd name="connsiteY7" fmla="*/ 96450 h 108842"/>
                <a:gd name="connsiteX8" fmla="*/ 64810 w 64809"/>
                <a:gd name="connsiteY8" fmla="*/ 96450 h 108842"/>
                <a:gd name="connsiteX9" fmla="*/ 64810 w 64809"/>
                <a:gd name="connsiteY9" fmla="*/ 108842 h 108842"/>
                <a:gd name="connsiteX10" fmla="*/ 2114 w 64809"/>
                <a:gd name="connsiteY10" fmla="*/ 108842 h 108842"/>
                <a:gd name="connsiteX11" fmla="*/ 2114 w 64809"/>
                <a:gd name="connsiteY11" fmla="*/ 96450 h 108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4809" h="108842">
                  <a:moveTo>
                    <a:pt x="2114" y="96450"/>
                  </a:moveTo>
                  <a:lnTo>
                    <a:pt x="26172" y="96450"/>
                  </a:lnTo>
                  <a:lnTo>
                    <a:pt x="26172" y="13414"/>
                  </a:lnTo>
                  <a:lnTo>
                    <a:pt x="0" y="18663"/>
                  </a:lnTo>
                  <a:lnTo>
                    <a:pt x="0" y="5249"/>
                  </a:lnTo>
                  <a:lnTo>
                    <a:pt x="26026" y="0"/>
                  </a:lnTo>
                  <a:lnTo>
                    <a:pt x="40752" y="0"/>
                  </a:lnTo>
                  <a:lnTo>
                    <a:pt x="40752" y="96450"/>
                  </a:lnTo>
                  <a:lnTo>
                    <a:pt x="64810" y="96450"/>
                  </a:lnTo>
                  <a:lnTo>
                    <a:pt x="64810" y="108842"/>
                  </a:lnTo>
                  <a:lnTo>
                    <a:pt x="2114" y="108842"/>
                  </a:lnTo>
                  <a:lnTo>
                    <a:pt x="2114" y="9645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265F2BF9-8C12-E642-BC94-42D48FEE63C6}"/>
                </a:ext>
              </a:extLst>
            </p:cNvPr>
            <p:cNvSpPr/>
            <p:nvPr/>
          </p:nvSpPr>
          <p:spPr>
            <a:xfrm>
              <a:off x="1716281" y="1695793"/>
              <a:ext cx="15381" cy="18516"/>
            </a:xfrm>
            <a:custGeom>
              <a:avLst/>
              <a:gdLst>
                <a:gd name="connsiteX0" fmla="*/ 0 w 15381"/>
                <a:gd name="connsiteY0" fmla="*/ 0 h 18516"/>
                <a:gd name="connsiteX1" fmla="*/ 15382 w 15381"/>
                <a:gd name="connsiteY1" fmla="*/ 0 h 18516"/>
                <a:gd name="connsiteX2" fmla="*/ 15382 w 15381"/>
                <a:gd name="connsiteY2" fmla="*/ 18517 h 18516"/>
                <a:gd name="connsiteX3" fmla="*/ 0 w 15381"/>
                <a:gd name="connsiteY3" fmla="*/ 18517 h 18516"/>
                <a:gd name="connsiteX4" fmla="*/ 0 w 15381"/>
                <a:gd name="connsiteY4" fmla="*/ 0 h 18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81" h="18516">
                  <a:moveTo>
                    <a:pt x="0" y="0"/>
                  </a:moveTo>
                  <a:lnTo>
                    <a:pt x="15382" y="0"/>
                  </a:lnTo>
                  <a:lnTo>
                    <a:pt x="15382" y="18517"/>
                  </a:lnTo>
                  <a:lnTo>
                    <a:pt x="0" y="185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4B212212-807B-B73E-A9D1-1AFA18B64936}"/>
                </a:ext>
              </a:extLst>
            </p:cNvPr>
            <p:cNvSpPr/>
            <p:nvPr/>
          </p:nvSpPr>
          <p:spPr>
            <a:xfrm>
              <a:off x="1757617" y="1603499"/>
              <a:ext cx="75234" cy="112925"/>
            </a:xfrm>
            <a:custGeom>
              <a:avLst/>
              <a:gdLst>
                <a:gd name="connsiteX0" fmla="*/ 37616 w 75234"/>
                <a:gd name="connsiteY0" fmla="*/ 11664 h 112925"/>
                <a:gd name="connsiteX1" fmla="*/ 20485 w 75234"/>
                <a:gd name="connsiteY1" fmla="*/ 22891 h 112925"/>
                <a:gd name="connsiteX2" fmla="*/ 14799 w 75234"/>
                <a:gd name="connsiteY2" fmla="*/ 56499 h 112925"/>
                <a:gd name="connsiteX3" fmla="*/ 20485 w 75234"/>
                <a:gd name="connsiteY3" fmla="*/ 90107 h 112925"/>
                <a:gd name="connsiteX4" fmla="*/ 37616 w 75234"/>
                <a:gd name="connsiteY4" fmla="*/ 101260 h 112925"/>
                <a:gd name="connsiteX5" fmla="*/ 54749 w 75234"/>
                <a:gd name="connsiteY5" fmla="*/ 90107 h 112925"/>
                <a:gd name="connsiteX6" fmla="*/ 60508 w 75234"/>
                <a:gd name="connsiteY6" fmla="*/ 56499 h 112925"/>
                <a:gd name="connsiteX7" fmla="*/ 54749 w 75234"/>
                <a:gd name="connsiteY7" fmla="*/ 22891 h 112925"/>
                <a:gd name="connsiteX8" fmla="*/ 37616 w 75234"/>
                <a:gd name="connsiteY8" fmla="*/ 11664 h 112925"/>
                <a:gd name="connsiteX9" fmla="*/ 37616 w 75234"/>
                <a:gd name="connsiteY9" fmla="*/ 0 h 112925"/>
                <a:gd name="connsiteX10" fmla="*/ 65539 w 75234"/>
                <a:gd name="connsiteY10" fmla="*/ 14507 h 112925"/>
                <a:gd name="connsiteX11" fmla="*/ 75234 w 75234"/>
                <a:gd name="connsiteY11" fmla="*/ 56499 h 112925"/>
                <a:gd name="connsiteX12" fmla="*/ 65539 w 75234"/>
                <a:gd name="connsiteY12" fmla="*/ 98490 h 112925"/>
                <a:gd name="connsiteX13" fmla="*/ 37616 w 75234"/>
                <a:gd name="connsiteY13" fmla="*/ 112926 h 112925"/>
                <a:gd name="connsiteX14" fmla="*/ 9623 w 75234"/>
                <a:gd name="connsiteY14" fmla="*/ 98490 h 112925"/>
                <a:gd name="connsiteX15" fmla="*/ 0 w 75234"/>
                <a:gd name="connsiteY15" fmla="*/ 56499 h 112925"/>
                <a:gd name="connsiteX16" fmla="*/ 9623 w 75234"/>
                <a:gd name="connsiteY16" fmla="*/ 14507 h 112925"/>
                <a:gd name="connsiteX17" fmla="*/ 37616 w 75234"/>
                <a:gd name="connsiteY17" fmla="*/ 0 h 11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4" h="112925">
                  <a:moveTo>
                    <a:pt x="37616" y="11664"/>
                  </a:moveTo>
                  <a:cubicBezTo>
                    <a:pt x="30034" y="11664"/>
                    <a:pt x="24324" y="15407"/>
                    <a:pt x="20485" y="22891"/>
                  </a:cubicBezTo>
                  <a:cubicBezTo>
                    <a:pt x="16695" y="30327"/>
                    <a:pt x="14799" y="41530"/>
                    <a:pt x="14799" y="56499"/>
                  </a:cubicBezTo>
                  <a:cubicBezTo>
                    <a:pt x="14799" y="71420"/>
                    <a:pt x="16695" y="82622"/>
                    <a:pt x="20485" y="90107"/>
                  </a:cubicBezTo>
                  <a:cubicBezTo>
                    <a:pt x="24324" y="97542"/>
                    <a:pt x="30034" y="101260"/>
                    <a:pt x="37616" y="101260"/>
                  </a:cubicBezTo>
                  <a:cubicBezTo>
                    <a:pt x="45247" y="101260"/>
                    <a:pt x="50959" y="97542"/>
                    <a:pt x="54749" y="90107"/>
                  </a:cubicBezTo>
                  <a:cubicBezTo>
                    <a:pt x="58588" y="82622"/>
                    <a:pt x="60508" y="71420"/>
                    <a:pt x="60508" y="56499"/>
                  </a:cubicBezTo>
                  <a:cubicBezTo>
                    <a:pt x="60508" y="41530"/>
                    <a:pt x="58588" y="30327"/>
                    <a:pt x="54749" y="22891"/>
                  </a:cubicBezTo>
                  <a:cubicBezTo>
                    <a:pt x="50959" y="15407"/>
                    <a:pt x="45247" y="11664"/>
                    <a:pt x="37616" y="11664"/>
                  </a:cubicBezTo>
                  <a:moveTo>
                    <a:pt x="37616" y="0"/>
                  </a:moveTo>
                  <a:cubicBezTo>
                    <a:pt x="49815" y="0"/>
                    <a:pt x="59123" y="4836"/>
                    <a:pt x="65539" y="14507"/>
                  </a:cubicBezTo>
                  <a:cubicBezTo>
                    <a:pt x="72003" y="24131"/>
                    <a:pt x="75234" y="38128"/>
                    <a:pt x="75234" y="56499"/>
                  </a:cubicBezTo>
                  <a:cubicBezTo>
                    <a:pt x="75234" y="74821"/>
                    <a:pt x="72003" y="88819"/>
                    <a:pt x="65539" y="98490"/>
                  </a:cubicBezTo>
                  <a:cubicBezTo>
                    <a:pt x="59123" y="108113"/>
                    <a:pt x="49815" y="112926"/>
                    <a:pt x="37616" y="112926"/>
                  </a:cubicBezTo>
                  <a:cubicBezTo>
                    <a:pt x="25417" y="112926"/>
                    <a:pt x="16087" y="108113"/>
                    <a:pt x="9623" y="98490"/>
                  </a:cubicBezTo>
                  <a:cubicBezTo>
                    <a:pt x="3208" y="88819"/>
                    <a:pt x="0" y="74821"/>
                    <a:pt x="0" y="56499"/>
                  </a:cubicBezTo>
                  <a:cubicBezTo>
                    <a:pt x="0" y="38128"/>
                    <a:pt x="3208" y="24131"/>
                    <a:pt x="9623" y="14507"/>
                  </a:cubicBezTo>
                  <a:cubicBezTo>
                    <a:pt x="16087" y="4836"/>
                    <a:pt x="25417" y="0"/>
                    <a:pt x="37616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7B3AD2BC-C7F8-9F72-93CC-8BF1520B66E1}"/>
                </a:ext>
              </a:extLst>
            </p:cNvPr>
            <p:cNvSpPr/>
            <p:nvPr/>
          </p:nvSpPr>
          <p:spPr>
            <a:xfrm>
              <a:off x="1852607" y="1603499"/>
              <a:ext cx="75235" cy="112925"/>
            </a:xfrm>
            <a:custGeom>
              <a:avLst/>
              <a:gdLst>
                <a:gd name="connsiteX0" fmla="*/ 37618 w 75235"/>
                <a:gd name="connsiteY0" fmla="*/ 11664 h 112925"/>
                <a:gd name="connsiteX1" fmla="*/ 20487 w 75235"/>
                <a:gd name="connsiteY1" fmla="*/ 22891 h 112925"/>
                <a:gd name="connsiteX2" fmla="*/ 14799 w 75235"/>
                <a:gd name="connsiteY2" fmla="*/ 56499 h 112925"/>
                <a:gd name="connsiteX3" fmla="*/ 20487 w 75235"/>
                <a:gd name="connsiteY3" fmla="*/ 90107 h 112925"/>
                <a:gd name="connsiteX4" fmla="*/ 37618 w 75235"/>
                <a:gd name="connsiteY4" fmla="*/ 101260 h 112925"/>
                <a:gd name="connsiteX5" fmla="*/ 54751 w 75235"/>
                <a:gd name="connsiteY5" fmla="*/ 90107 h 112925"/>
                <a:gd name="connsiteX6" fmla="*/ 60509 w 75235"/>
                <a:gd name="connsiteY6" fmla="*/ 56499 h 112925"/>
                <a:gd name="connsiteX7" fmla="*/ 54751 w 75235"/>
                <a:gd name="connsiteY7" fmla="*/ 22891 h 112925"/>
                <a:gd name="connsiteX8" fmla="*/ 37618 w 75235"/>
                <a:gd name="connsiteY8" fmla="*/ 11664 h 112925"/>
                <a:gd name="connsiteX9" fmla="*/ 37618 w 75235"/>
                <a:gd name="connsiteY9" fmla="*/ 0 h 112925"/>
                <a:gd name="connsiteX10" fmla="*/ 65540 w 75235"/>
                <a:gd name="connsiteY10" fmla="*/ 14507 h 112925"/>
                <a:gd name="connsiteX11" fmla="*/ 75236 w 75235"/>
                <a:gd name="connsiteY11" fmla="*/ 56499 h 112925"/>
                <a:gd name="connsiteX12" fmla="*/ 65540 w 75235"/>
                <a:gd name="connsiteY12" fmla="*/ 98490 h 112925"/>
                <a:gd name="connsiteX13" fmla="*/ 37618 w 75235"/>
                <a:gd name="connsiteY13" fmla="*/ 112926 h 112925"/>
                <a:gd name="connsiteX14" fmla="*/ 9623 w 75235"/>
                <a:gd name="connsiteY14" fmla="*/ 98490 h 112925"/>
                <a:gd name="connsiteX15" fmla="*/ 0 w 75235"/>
                <a:gd name="connsiteY15" fmla="*/ 56499 h 112925"/>
                <a:gd name="connsiteX16" fmla="*/ 9623 w 75235"/>
                <a:gd name="connsiteY16" fmla="*/ 14507 h 112925"/>
                <a:gd name="connsiteX17" fmla="*/ 37618 w 75235"/>
                <a:gd name="connsiteY17" fmla="*/ 0 h 112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35" h="112925">
                  <a:moveTo>
                    <a:pt x="37618" y="11664"/>
                  </a:moveTo>
                  <a:cubicBezTo>
                    <a:pt x="30036" y="11664"/>
                    <a:pt x="24326" y="15407"/>
                    <a:pt x="20487" y="22891"/>
                  </a:cubicBezTo>
                  <a:cubicBezTo>
                    <a:pt x="16695" y="30327"/>
                    <a:pt x="14799" y="41530"/>
                    <a:pt x="14799" y="56499"/>
                  </a:cubicBezTo>
                  <a:cubicBezTo>
                    <a:pt x="14799" y="71420"/>
                    <a:pt x="16695" y="82622"/>
                    <a:pt x="20487" y="90107"/>
                  </a:cubicBezTo>
                  <a:cubicBezTo>
                    <a:pt x="24326" y="97542"/>
                    <a:pt x="30036" y="101260"/>
                    <a:pt x="37618" y="101260"/>
                  </a:cubicBezTo>
                  <a:cubicBezTo>
                    <a:pt x="45249" y="101260"/>
                    <a:pt x="50960" y="97542"/>
                    <a:pt x="54751" y="90107"/>
                  </a:cubicBezTo>
                  <a:cubicBezTo>
                    <a:pt x="58590" y="82622"/>
                    <a:pt x="60509" y="71420"/>
                    <a:pt x="60509" y="56499"/>
                  </a:cubicBezTo>
                  <a:cubicBezTo>
                    <a:pt x="60509" y="41530"/>
                    <a:pt x="58590" y="30327"/>
                    <a:pt x="54751" y="22891"/>
                  </a:cubicBezTo>
                  <a:cubicBezTo>
                    <a:pt x="50960" y="15407"/>
                    <a:pt x="45249" y="11664"/>
                    <a:pt x="37618" y="11664"/>
                  </a:cubicBezTo>
                  <a:moveTo>
                    <a:pt x="37618" y="0"/>
                  </a:moveTo>
                  <a:cubicBezTo>
                    <a:pt x="49817" y="0"/>
                    <a:pt x="59123" y="4836"/>
                    <a:pt x="65540" y="14507"/>
                  </a:cubicBezTo>
                  <a:cubicBezTo>
                    <a:pt x="72004" y="24131"/>
                    <a:pt x="75236" y="38128"/>
                    <a:pt x="75236" y="56499"/>
                  </a:cubicBezTo>
                  <a:cubicBezTo>
                    <a:pt x="75236" y="74821"/>
                    <a:pt x="72004" y="88819"/>
                    <a:pt x="65540" y="98490"/>
                  </a:cubicBezTo>
                  <a:cubicBezTo>
                    <a:pt x="59123" y="108113"/>
                    <a:pt x="49817" y="112926"/>
                    <a:pt x="37618" y="112926"/>
                  </a:cubicBezTo>
                  <a:cubicBezTo>
                    <a:pt x="25419" y="112926"/>
                    <a:pt x="16087" y="108113"/>
                    <a:pt x="9623" y="98490"/>
                  </a:cubicBezTo>
                  <a:cubicBezTo>
                    <a:pt x="3208" y="88819"/>
                    <a:pt x="0" y="74821"/>
                    <a:pt x="0" y="56499"/>
                  </a:cubicBezTo>
                  <a:cubicBezTo>
                    <a:pt x="0" y="38128"/>
                    <a:pt x="3208" y="24131"/>
                    <a:pt x="9623" y="14507"/>
                  </a:cubicBezTo>
                  <a:cubicBezTo>
                    <a:pt x="16087" y="4836"/>
                    <a:pt x="25419" y="0"/>
                    <a:pt x="37618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A425381-8F6C-13BB-7790-27F09AC417B4}"/>
              </a:ext>
            </a:extLst>
          </p:cNvPr>
          <p:cNvGrpSpPr/>
          <p:nvPr/>
        </p:nvGrpSpPr>
        <p:grpSpPr>
          <a:xfrm>
            <a:off x="7693235" y="4370257"/>
            <a:ext cx="406900" cy="427607"/>
            <a:chOff x="2187982" y="3370312"/>
            <a:chExt cx="406900" cy="427607"/>
          </a:xfrm>
        </p:grpSpPr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F2DF4A96-3757-A363-8945-28633CA90874}"/>
                </a:ext>
              </a:extLst>
            </p:cNvPr>
            <p:cNvSpPr/>
            <p:nvPr/>
          </p:nvSpPr>
          <p:spPr>
            <a:xfrm>
              <a:off x="2187982" y="3370312"/>
              <a:ext cx="406900" cy="427607"/>
            </a:xfrm>
            <a:custGeom>
              <a:avLst/>
              <a:gdLst>
                <a:gd name="connsiteX0" fmla="*/ 0 w 406900"/>
                <a:gd name="connsiteY0" fmla="*/ 427608 h 427607"/>
                <a:gd name="connsiteX1" fmla="*/ 406901 w 406900"/>
                <a:gd name="connsiteY1" fmla="*/ 427608 h 427607"/>
                <a:gd name="connsiteX2" fmla="*/ 406901 w 406900"/>
                <a:gd name="connsiteY2" fmla="*/ 0 h 427607"/>
                <a:gd name="connsiteX3" fmla="*/ 0 w 406900"/>
                <a:gd name="connsiteY3" fmla="*/ 0 h 427607"/>
                <a:gd name="connsiteX4" fmla="*/ 0 w 406900"/>
                <a:gd name="connsiteY4" fmla="*/ 427608 h 427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900" h="427607">
                  <a:moveTo>
                    <a:pt x="0" y="427608"/>
                  </a:moveTo>
                  <a:lnTo>
                    <a:pt x="406901" y="427608"/>
                  </a:lnTo>
                  <a:lnTo>
                    <a:pt x="406901" y="0"/>
                  </a:lnTo>
                  <a:lnTo>
                    <a:pt x="0" y="0"/>
                  </a:lnTo>
                  <a:lnTo>
                    <a:pt x="0" y="427608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64D8EAAB-8818-6187-E403-769581F3F420}"/>
                </a:ext>
              </a:extLst>
            </p:cNvPr>
            <p:cNvSpPr/>
            <p:nvPr/>
          </p:nvSpPr>
          <p:spPr>
            <a:xfrm>
              <a:off x="2353031" y="3534773"/>
              <a:ext cx="76802" cy="98812"/>
            </a:xfrm>
            <a:custGeom>
              <a:avLst/>
              <a:gdLst>
                <a:gd name="connsiteX0" fmla="*/ 76803 w 76802"/>
                <a:gd name="connsiteY0" fmla="*/ 9054 h 98812"/>
                <a:gd name="connsiteX1" fmla="*/ 76803 w 76802"/>
                <a:gd name="connsiteY1" fmla="*/ 22644 h 98812"/>
                <a:gd name="connsiteX2" fmla="*/ 62896 w 76802"/>
                <a:gd name="connsiteY2" fmla="*/ 13590 h 98812"/>
                <a:gd name="connsiteX3" fmla="*/ 47269 w 76802"/>
                <a:gd name="connsiteY3" fmla="*/ 10582 h 98812"/>
                <a:gd name="connsiteX4" fmla="*/ 22263 w 76802"/>
                <a:gd name="connsiteY4" fmla="*/ 20597 h 98812"/>
                <a:gd name="connsiteX5" fmla="*/ 13588 w 76802"/>
                <a:gd name="connsiteY5" fmla="*/ 49430 h 98812"/>
                <a:gd name="connsiteX6" fmla="*/ 22263 w 76802"/>
                <a:gd name="connsiteY6" fmla="*/ 78262 h 98812"/>
                <a:gd name="connsiteX7" fmla="*/ 47269 w 76802"/>
                <a:gd name="connsiteY7" fmla="*/ 88214 h 98812"/>
                <a:gd name="connsiteX8" fmla="*/ 62896 w 76802"/>
                <a:gd name="connsiteY8" fmla="*/ 85222 h 98812"/>
                <a:gd name="connsiteX9" fmla="*/ 76803 w 76802"/>
                <a:gd name="connsiteY9" fmla="*/ 76168 h 98812"/>
                <a:gd name="connsiteX10" fmla="*/ 76803 w 76802"/>
                <a:gd name="connsiteY10" fmla="*/ 89616 h 98812"/>
                <a:gd name="connsiteX11" fmla="*/ 62451 w 76802"/>
                <a:gd name="connsiteY11" fmla="*/ 96513 h 98812"/>
                <a:gd name="connsiteX12" fmla="*/ 46504 w 76802"/>
                <a:gd name="connsiteY12" fmla="*/ 98812 h 98812"/>
                <a:gd name="connsiteX13" fmla="*/ 12440 w 76802"/>
                <a:gd name="connsiteY13" fmla="*/ 85600 h 98812"/>
                <a:gd name="connsiteX14" fmla="*/ 0 w 76802"/>
                <a:gd name="connsiteY14" fmla="*/ 49430 h 98812"/>
                <a:gd name="connsiteX15" fmla="*/ 12440 w 76802"/>
                <a:gd name="connsiteY15" fmla="*/ 13259 h 98812"/>
                <a:gd name="connsiteX16" fmla="*/ 46504 w 76802"/>
                <a:gd name="connsiteY16" fmla="*/ 0 h 98812"/>
                <a:gd name="connsiteX17" fmla="*/ 62578 w 76802"/>
                <a:gd name="connsiteY17" fmla="*/ 2299 h 98812"/>
                <a:gd name="connsiteX18" fmla="*/ 76803 w 76802"/>
                <a:gd name="connsiteY18" fmla="*/ 9054 h 98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6802" h="98812">
                  <a:moveTo>
                    <a:pt x="76803" y="9054"/>
                  </a:moveTo>
                  <a:lnTo>
                    <a:pt x="76803" y="22644"/>
                  </a:lnTo>
                  <a:cubicBezTo>
                    <a:pt x="72464" y="18597"/>
                    <a:pt x="67830" y="15590"/>
                    <a:pt x="62896" y="13590"/>
                  </a:cubicBezTo>
                  <a:cubicBezTo>
                    <a:pt x="58007" y="11590"/>
                    <a:pt x="52798" y="10582"/>
                    <a:pt x="47269" y="10582"/>
                  </a:cubicBezTo>
                  <a:cubicBezTo>
                    <a:pt x="36382" y="10582"/>
                    <a:pt x="28047" y="13920"/>
                    <a:pt x="22263" y="20597"/>
                  </a:cubicBezTo>
                  <a:cubicBezTo>
                    <a:pt x="16479" y="27227"/>
                    <a:pt x="13588" y="36848"/>
                    <a:pt x="13588" y="49430"/>
                  </a:cubicBezTo>
                  <a:cubicBezTo>
                    <a:pt x="13588" y="61980"/>
                    <a:pt x="16479" y="71586"/>
                    <a:pt x="22263" y="78262"/>
                  </a:cubicBezTo>
                  <a:cubicBezTo>
                    <a:pt x="28047" y="84892"/>
                    <a:pt x="36382" y="88214"/>
                    <a:pt x="47269" y="88214"/>
                  </a:cubicBezTo>
                  <a:cubicBezTo>
                    <a:pt x="52798" y="88214"/>
                    <a:pt x="58007" y="87222"/>
                    <a:pt x="62896" y="85222"/>
                  </a:cubicBezTo>
                  <a:cubicBezTo>
                    <a:pt x="67830" y="83223"/>
                    <a:pt x="72464" y="80199"/>
                    <a:pt x="76803" y="76168"/>
                  </a:cubicBezTo>
                  <a:lnTo>
                    <a:pt x="76803" y="89616"/>
                  </a:lnTo>
                  <a:cubicBezTo>
                    <a:pt x="72294" y="92686"/>
                    <a:pt x="67510" y="94986"/>
                    <a:pt x="62451" y="96513"/>
                  </a:cubicBezTo>
                  <a:cubicBezTo>
                    <a:pt x="57432" y="98040"/>
                    <a:pt x="52118" y="98812"/>
                    <a:pt x="46504" y="98812"/>
                  </a:cubicBezTo>
                  <a:cubicBezTo>
                    <a:pt x="32088" y="98812"/>
                    <a:pt x="20732" y="94403"/>
                    <a:pt x="12440" y="85600"/>
                  </a:cubicBezTo>
                  <a:cubicBezTo>
                    <a:pt x="4146" y="76766"/>
                    <a:pt x="0" y="64704"/>
                    <a:pt x="0" y="49430"/>
                  </a:cubicBezTo>
                  <a:cubicBezTo>
                    <a:pt x="0" y="34124"/>
                    <a:pt x="4146" y="22061"/>
                    <a:pt x="12440" y="13259"/>
                  </a:cubicBezTo>
                  <a:cubicBezTo>
                    <a:pt x="20732" y="4425"/>
                    <a:pt x="32088" y="0"/>
                    <a:pt x="46504" y="0"/>
                  </a:cubicBezTo>
                  <a:cubicBezTo>
                    <a:pt x="52203" y="0"/>
                    <a:pt x="57560" y="772"/>
                    <a:pt x="62578" y="2299"/>
                  </a:cubicBezTo>
                  <a:cubicBezTo>
                    <a:pt x="67638" y="3779"/>
                    <a:pt x="72379" y="6031"/>
                    <a:pt x="76803" y="9054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71BA9FA5-D576-A71A-2DE2-E38666319999}"/>
              </a:ext>
            </a:extLst>
          </p:cNvPr>
          <p:cNvGrpSpPr/>
          <p:nvPr/>
        </p:nvGrpSpPr>
        <p:grpSpPr>
          <a:xfrm>
            <a:off x="8131197" y="4386817"/>
            <a:ext cx="79745" cy="42343"/>
            <a:chOff x="2607090" y="3349164"/>
            <a:chExt cx="79745" cy="42343"/>
          </a:xfrm>
        </p:grpSpPr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FB4DD933-6090-873C-DFF4-5D287858B663}"/>
                </a:ext>
              </a:extLst>
            </p:cNvPr>
            <p:cNvSpPr/>
            <p:nvPr/>
          </p:nvSpPr>
          <p:spPr>
            <a:xfrm>
              <a:off x="2607090" y="3349164"/>
              <a:ext cx="28212" cy="42343"/>
            </a:xfrm>
            <a:custGeom>
              <a:avLst/>
              <a:gdLst>
                <a:gd name="connsiteX0" fmla="*/ 14106 w 28212"/>
                <a:gd name="connsiteY0" fmla="*/ 4378 h 42343"/>
                <a:gd name="connsiteX1" fmla="*/ 7681 w 28212"/>
                <a:gd name="connsiteY1" fmla="*/ 8582 h 42343"/>
                <a:gd name="connsiteX2" fmla="*/ 5549 w 28212"/>
                <a:gd name="connsiteY2" fmla="*/ 21180 h 42343"/>
                <a:gd name="connsiteX3" fmla="*/ 7681 w 28212"/>
                <a:gd name="connsiteY3" fmla="*/ 33793 h 42343"/>
                <a:gd name="connsiteX4" fmla="*/ 14106 w 28212"/>
                <a:gd name="connsiteY4" fmla="*/ 37966 h 42343"/>
                <a:gd name="connsiteX5" fmla="*/ 20531 w 28212"/>
                <a:gd name="connsiteY5" fmla="*/ 33793 h 42343"/>
                <a:gd name="connsiteX6" fmla="*/ 22691 w 28212"/>
                <a:gd name="connsiteY6" fmla="*/ 21180 h 42343"/>
                <a:gd name="connsiteX7" fmla="*/ 20531 w 28212"/>
                <a:gd name="connsiteY7" fmla="*/ 8582 h 42343"/>
                <a:gd name="connsiteX8" fmla="*/ 14106 w 28212"/>
                <a:gd name="connsiteY8" fmla="*/ 4378 h 42343"/>
                <a:gd name="connsiteX9" fmla="*/ 14106 w 28212"/>
                <a:gd name="connsiteY9" fmla="*/ 0 h 42343"/>
                <a:gd name="connsiteX10" fmla="*/ 24576 w 28212"/>
                <a:gd name="connsiteY10" fmla="*/ 5433 h 42343"/>
                <a:gd name="connsiteX11" fmla="*/ 28212 w 28212"/>
                <a:gd name="connsiteY11" fmla="*/ 21180 h 42343"/>
                <a:gd name="connsiteX12" fmla="*/ 24576 w 28212"/>
                <a:gd name="connsiteY12" fmla="*/ 36926 h 42343"/>
                <a:gd name="connsiteX13" fmla="*/ 14106 w 28212"/>
                <a:gd name="connsiteY13" fmla="*/ 42344 h 42343"/>
                <a:gd name="connsiteX14" fmla="*/ 3609 w 28212"/>
                <a:gd name="connsiteY14" fmla="*/ 36926 h 42343"/>
                <a:gd name="connsiteX15" fmla="*/ 0 w 28212"/>
                <a:gd name="connsiteY15" fmla="*/ 21180 h 42343"/>
                <a:gd name="connsiteX16" fmla="*/ 3609 w 28212"/>
                <a:gd name="connsiteY16" fmla="*/ 5433 h 42343"/>
                <a:gd name="connsiteX17" fmla="*/ 14106 w 28212"/>
                <a:gd name="connsiteY17" fmla="*/ 0 h 4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12" h="42343">
                  <a:moveTo>
                    <a:pt x="14106" y="4378"/>
                  </a:moveTo>
                  <a:cubicBezTo>
                    <a:pt x="11264" y="4378"/>
                    <a:pt x="9122" y="5779"/>
                    <a:pt x="7681" y="8582"/>
                  </a:cubicBezTo>
                  <a:cubicBezTo>
                    <a:pt x="6259" y="11369"/>
                    <a:pt x="5549" y="15574"/>
                    <a:pt x="5549" y="21180"/>
                  </a:cubicBezTo>
                  <a:cubicBezTo>
                    <a:pt x="5549" y="26770"/>
                    <a:pt x="6259" y="30974"/>
                    <a:pt x="7681" y="33793"/>
                  </a:cubicBezTo>
                  <a:cubicBezTo>
                    <a:pt x="9122" y="36580"/>
                    <a:pt x="11264" y="37966"/>
                    <a:pt x="14106" y="37966"/>
                  </a:cubicBezTo>
                  <a:cubicBezTo>
                    <a:pt x="16967" y="37966"/>
                    <a:pt x="19109" y="36580"/>
                    <a:pt x="20531" y="33793"/>
                  </a:cubicBezTo>
                  <a:cubicBezTo>
                    <a:pt x="21972" y="30974"/>
                    <a:pt x="22691" y="26770"/>
                    <a:pt x="22691" y="21180"/>
                  </a:cubicBezTo>
                  <a:cubicBezTo>
                    <a:pt x="22691" y="15574"/>
                    <a:pt x="21972" y="11369"/>
                    <a:pt x="20531" y="8582"/>
                  </a:cubicBezTo>
                  <a:cubicBezTo>
                    <a:pt x="19109" y="5779"/>
                    <a:pt x="16967" y="4378"/>
                    <a:pt x="14106" y="4378"/>
                  </a:cubicBezTo>
                  <a:moveTo>
                    <a:pt x="14106" y="0"/>
                  </a:moveTo>
                  <a:cubicBezTo>
                    <a:pt x="18681" y="0"/>
                    <a:pt x="22172" y="1811"/>
                    <a:pt x="24576" y="5433"/>
                  </a:cubicBezTo>
                  <a:cubicBezTo>
                    <a:pt x="27000" y="9039"/>
                    <a:pt x="28212" y="14298"/>
                    <a:pt x="28212" y="21180"/>
                  </a:cubicBezTo>
                  <a:cubicBezTo>
                    <a:pt x="28212" y="28061"/>
                    <a:pt x="27000" y="33305"/>
                    <a:pt x="24576" y="36926"/>
                  </a:cubicBezTo>
                  <a:cubicBezTo>
                    <a:pt x="22172" y="40533"/>
                    <a:pt x="18681" y="42344"/>
                    <a:pt x="14106" y="42344"/>
                  </a:cubicBezTo>
                  <a:cubicBezTo>
                    <a:pt x="9532" y="42344"/>
                    <a:pt x="6033" y="40533"/>
                    <a:pt x="3609" y="36926"/>
                  </a:cubicBezTo>
                  <a:cubicBezTo>
                    <a:pt x="1203" y="33305"/>
                    <a:pt x="0" y="28061"/>
                    <a:pt x="0" y="21180"/>
                  </a:cubicBezTo>
                  <a:cubicBezTo>
                    <a:pt x="0" y="14298"/>
                    <a:pt x="1203" y="9039"/>
                    <a:pt x="3609" y="5433"/>
                  </a:cubicBezTo>
                  <a:cubicBezTo>
                    <a:pt x="6033" y="1811"/>
                    <a:pt x="9532" y="0"/>
                    <a:pt x="14106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994E1C4B-73A7-C33F-4994-AC01DABDBA25}"/>
                </a:ext>
              </a:extLst>
            </p:cNvPr>
            <p:cNvSpPr/>
            <p:nvPr/>
          </p:nvSpPr>
          <p:spPr>
            <a:xfrm>
              <a:off x="2645009" y="3383775"/>
              <a:ext cx="5768" cy="6944"/>
            </a:xfrm>
            <a:custGeom>
              <a:avLst/>
              <a:gdLst>
                <a:gd name="connsiteX0" fmla="*/ 0 w 5768"/>
                <a:gd name="connsiteY0" fmla="*/ 0 h 6944"/>
                <a:gd name="connsiteX1" fmla="*/ 5768 w 5768"/>
                <a:gd name="connsiteY1" fmla="*/ 0 h 6944"/>
                <a:gd name="connsiteX2" fmla="*/ 5768 w 5768"/>
                <a:gd name="connsiteY2" fmla="*/ 6944 h 6944"/>
                <a:gd name="connsiteX3" fmla="*/ 0 w 5768"/>
                <a:gd name="connsiteY3" fmla="*/ 6944 h 6944"/>
                <a:gd name="connsiteX4" fmla="*/ 0 w 5768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" h="6944">
                  <a:moveTo>
                    <a:pt x="0" y="0"/>
                  </a:moveTo>
                  <a:lnTo>
                    <a:pt x="5768" y="0"/>
                  </a:lnTo>
                  <a:lnTo>
                    <a:pt x="5768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07CCC28B-BB52-C5BA-7D9C-F03D0B12E745}"/>
                </a:ext>
              </a:extLst>
            </p:cNvPr>
            <p:cNvSpPr/>
            <p:nvPr/>
          </p:nvSpPr>
          <p:spPr>
            <a:xfrm>
              <a:off x="2660919" y="3349164"/>
              <a:ext cx="25916" cy="41556"/>
            </a:xfrm>
            <a:custGeom>
              <a:avLst/>
              <a:gdLst>
                <a:gd name="connsiteX0" fmla="*/ 6642 w 25916"/>
                <a:gd name="connsiteY0" fmla="*/ 36911 h 41556"/>
                <a:gd name="connsiteX1" fmla="*/ 25916 w 25916"/>
                <a:gd name="connsiteY1" fmla="*/ 36911 h 41556"/>
                <a:gd name="connsiteX2" fmla="*/ 25916 w 25916"/>
                <a:gd name="connsiteY2" fmla="*/ 41556 h 41556"/>
                <a:gd name="connsiteX3" fmla="*/ 0 w 25916"/>
                <a:gd name="connsiteY3" fmla="*/ 41556 h 41556"/>
                <a:gd name="connsiteX4" fmla="*/ 0 w 25916"/>
                <a:gd name="connsiteY4" fmla="*/ 36911 h 41556"/>
                <a:gd name="connsiteX5" fmla="*/ 8557 w 25916"/>
                <a:gd name="connsiteY5" fmla="*/ 28187 h 41556"/>
                <a:gd name="connsiteX6" fmla="*/ 15391 w 25916"/>
                <a:gd name="connsiteY6" fmla="*/ 21101 h 41556"/>
                <a:gd name="connsiteX7" fmla="*/ 19082 w 25916"/>
                <a:gd name="connsiteY7" fmla="*/ 16078 h 41556"/>
                <a:gd name="connsiteX8" fmla="*/ 20148 w 25916"/>
                <a:gd name="connsiteY8" fmla="*/ 11999 h 41556"/>
                <a:gd name="connsiteX9" fmla="*/ 17851 w 25916"/>
                <a:gd name="connsiteY9" fmla="*/ 6692 h 41556"/>
                <a:gd name="connsiteX10" fmla="*/ 11919 w 25916"/>
                <a:gd name="connsiteY10" fmla="*/ 4645 h 41556"/>
                <a:gd name="connsiteX11" fmla="*/ 6425 w 25916"/>
                <a:gd name="connsiteY11" fmla="*/ 5543 h 41556"/>
                <a:gd name="connsiteX12" fmla="*/ 272 w 25916"/>
                <a:gd name="connsiteY12" fmla="*/ 8283 h 41556"/>
                <a:gd name="connsiteX13" fmla="*/ 272 w 25916"/>
                <a:gd name="connsiteY13" fmla="*/ 2708 h 41556"/>
                <a:gd name="connsiteX14" fmla="*/ 6507 w 25916"/>
                <a:gd name="connsiteY14" fmla="*/ 677 h 41556"/>
                <a:gd name="connsiteX15" fmla="*/ 11810 w 25916"/>
                <a:gd name="connsiteY15" fmla="*/ 0 h 41556"/>
                <a:gd name="connsiteX16" fmla="*/ 21925 w 25916"/>
                <a:gd name="connsiteY16" fmla="*/ 3165 h 41556"/>
                <a:gd name="connsiteX17" fmla="*/ 25697 w 25916"/>
                <a:gd name="connsiteY17" fmla="*/ 11637 h 41556"/>
                <a:gd name="connsiteX18" fmla="*/ 24740 w 25916"/>
                <a:gd name="connsiteY18" fmla="*/ 16424 h 41556"/>
                <a:gd name="connsiteX19" fmla="*/ 21323 w 25916"/>
                <a:gd name="connsiteY19" fmla="*/ 21731 h 41556"/>
                <a:gd name="connsiteX20" fmla="*/ 16977 w 25916"/>
                <a:gd name="connsiteY20" fmla="*/ 26329 h 41556"/>
                <a:gd name="connsiteX21" fmla="*/ 6642 w 25916"/>
                <a:gd name="connsiteY21" fmla="*/ 36911 h 4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16" h="41556">
                  <a:moveTo>
                    <a:pt x="6642" y="36911"/>
                  </a:moveTo>
                  <a:lnTo>
                    <a:pt x="25916" y="36911"/>
                  </a:lnTo>
                  <a:lnTo>
                    <a:pt x="25916" y="41556"/>
                  </a:lnTo>
                  <a:lnTo>
                    <a:pt x="0" y="41556"/>
                  </a:lnTo>
                  <a:lnTo>
                    <a:pt x="0" y="36911"/>
                  </a:lnTo>
                  <a:cubicBezTo>
                    <a:pt x="2096" y="34738"/>
                    <a:pt x="4948" y="31825"/>
                    <a:pt x="8557" y="28187"/>
                  </a:cubicBezTo>
                  <a:cubicBezTo>
                    <a:pt x="12183" y="24518"/>
                    <a:pt x="14462" y="22156"/>
                    <a:pt x="15391" y="21101"/>
                  </a:cubicBezTo>
                  <a:cubicBezTo>
                    <a:pt x="17159" y="19117"/>
                    <a:pt x="18389" y="17448"/>
                    <a:pt x="19082" y="16078"/>
                  </a:cubicBezTo>
                  <a:cubicBezTo>
                    <a:pt x="19792" y="14692"/>
                    <a:pt x="20148" y="13338"/>
                    <a:pt x="20148" y="11999"/>
                  </a:cubicBezTo>
                  <a:cubicBezTo>
                    <a:pt x="20148" y="9826"/>
                    <a:pt x="19383" y="8062"/>
                    <a:pt x="17851" y="6692"/>
                  </a:cubicBezTo>
                  <a:cubicBezTo>
                    <a:pt x="16339" y="5322"/>
                    <a:pt x="14361" y="4645"/>
                    <a:pt x="11919" y="4645"/>
                  </a:cubicBezTo>
                  <a:cubicBezTo>
                    <a:pt x="10188" y="4645"/>
                    <a:pt x="8357" y="4945"/>
                    <a:pt x="6425" y="5543"/>
                  </a:cubicBezTo>
                  <a:cubicBezTo>
                    <a:pt x="4511" y="6157"/>
                    <a:pt x="2460" y="7070"/>
                    <a:pt x="272" y="8283"/>
                  </a:cubicBezTo>
                  <a:lnTo>
                    <a:pt x="272" y="2708"/>
                  </a:lnTo>
                  <a:cubicBezTo>
                    <a:pt x="2496" y="1811"/>
                    <a:pt x="4575" y="1134"/>
                    <a:pt x="6507" y="677"/>
                  </a:cubicBezTo>
                  <a:cubicBezTo>
                    <a:pt x="8439" y="220"/>
                    <a:pt x="10206" y="0"/>
                    <a:pt x="11810" y="0"/>
                  </a:cubicBezTo>
                  <a:cubicBezTo>
                    <a:pt x="16038" y="0"/>
                    <a:pt x="19410" y="1055"/>
                    <a:pt x="21925" y="3165"/>
                  </a:cubicBezTo>
                  <a:cubicBezTo>
                    <a:pt x="24439" y="5291"/>
                    <a:pt x="25697" y="8110"/>
                    <a:pt x="25697" y="11637"/>
                  </a:cubicBezTo>
                  <a:cubicBezTo>
                    <a:pt x="25697" y="13322"/>
                    <a:pt x="25378" y="14912"/>
                    <a:pt x="24740" y="16424"/>
                  </a:cubicBezTo>
                  <a:cubicBezTo>
                    <a:pt x="24121" y="17920"/>
                    <a:pt x="22981" y="19699"/>
                    <a:pt x="21323" y="21731"/>
                  </a:cubicBezTo>
                  <a:cubicBezTo>
                    <a:pt x="20868" y="22250"/>
                    <a:pt x="19419" y="23794"/>
                    <a:pt x="16977" y="26329"/>
                  </a:cubicBezTo>
                  <a:cubicBezTo>
                    <a:pt x="14534" y="28833"/>
                    <a:pt x="11091" y="32360"/>
                    <a:pt x="6642" y="36911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DF06396B-8CE8-1F08-B30F-D11C53D2697B}"/>
              </a:ext>
            </a:extLst>
          </p:cNvPr>
          <p:cNvGrpSpPr/>
          <p:nvPr/>
        </p:nvGrpSpPr>
        <p:grpSpPr>
          <a:xfrm>
            <a:off x="7693235" y="3301241"/>
            <a:ext cx="406900" cy="1069015"/>
            <a:chOff x="2187982" y="2301296"/>
            <a:chExt cx="406900" cy="1069015"/>
          </a:xfrm>
        </p:grpSpPr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E6681E9A-773D-B1CB-B58E-B3ED462DFC16}"/>
                </a:ext>
              </a:extLst>
            </p:cNvPr>
            <p:cNvSpPr/>
            <p:nvPr/>
          </p:nvSpPr>
          <p:spPr>
            <a:xfrm>
              <a:off x="2187982" y="2301296"/>
              <a:ext cx="406900" cy="1069015"/>
            </a:xfrm>
            <a:custGeom>
              <a:avLst/>
              <a:gdLst>
                <a:gd name="connsiteX0" fmla="*/ 0 w 406900"/>
                <a:gd name="connsiteY0" fmla="*/ 1069016 h 1069015"/>
                <a:gd name="connsiteX1" fmla="*/ 406901 w 406900"/>
                <a:gd name="connsiteY1" fmla="*/ 1069016 h 1069015"/>
                <a:gd name="connsiteX2" fmla="*/ 406901 w 406900"/>
                <a:gd name="connsiteY2" fmla="*/ 0 h 1069015"/>
                <a:gd name="connsiteX3" fmla="*/ 0 w 406900"/>
                <a:gd name="connsiteY3" fmla="*/ 0 h 1069015"/>
                <a:gd name="connsiteX4" fmla="*/ 0 w 406900"/>
                <a:gd name="connsiteY4" fmla="*/ 1069016 h 1069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900" h="1069015">
                  <a:moveTo>
                    <a:pt x="0" y="1069016"/>
                  </a:moveTo>
                  <a:lnTo>
                    <a:pt x="406901" y="1069016"/>
                  </a:lnTo>
                  <a:lnTo>
                    <a:pt x="406901" y="0"/>
                  </a:lnTo>
                  <a:lnTo>
                    <a:pt x="0" y="0"/>
                  </a:lnTo>
                  <a:lnTo>
                    <a:pt x="0" y="1069016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FD1FF2D7-7EBC-18C6-D106-8C4EAA64A18E}"/>
                </a:ext>
              </a:extLst>
            </p:cNvPr>
            <p:cNvSpPr/>
            <p:nvPr/>
          </p:nvSpPr>
          <p:spPr>
            <a:xfrm>
              <a:off x="2347801" y="2788184"/>
              <a:ext cx="87263" cy="95237"/>
            </a:xfrm>
            <a:custGeom>
              <a:avLst/>
              <a:gdLst>
                <a:gd name="connsiteX0" fmla="*/ 43632 w 87263"/>
                <a:gd name="connsiteY0" fmla="*/ 12694 h 95237"/>
                <a:gd name="connsiteX1" fmla="*/ 26153 w 87263"/>
                <a:gd name="connsiteY1" fmla="*/ 60089 h 95237"/>
                <a:gd name="connsiteX2" fmla="*/ 61174 w 87263"/>
                <a:gd name="connsiteY2" fmla="*/ 60089 h 95237"/>
                <a:gd name="connsiteX3" fmla="*/ 43632 w 87263"/>
                <a:gd name="connsiteY3" fmla="*/ 12694 h 95237"/>
                <a:gd name="connsiteX4" fmla="*/ 36360 w 87263"/>
                <a:gd name="connsiteY4" fmla="*/ 0 h 95237"/>
                <a:gd name="connsiteX5" fmla="*/ 50967 w 87263"/>
                <a:gd name="connsiteY5" fmla="*/ 0 h 95237"/>
                <a:gd name="connsiteX6" fmla="*/ 87263 w 87263"/>
                <a:gd name="connsiteY6" fmla="*/ 95238 h 95237"/>
                <a:gd name="connsiteX7" fmla="*/ 73867 w 87263"/>
                <a:gd name="connsiteY7" fmla="*/ 95238 h 95237"/>
                <a:gd name="connsiteX8" fmla="*/ 65192 w 87263"/>
                <a:gd name="connsiteY8" fmla="*/ 70806 h 95237"/>
                <a:gd name="connsiteX9" fmla="*/ 22261 w 87263"/>
                <a:gd name="connsiteY9" fmla="*/ 70806 h 95237"/>
                <a:gd name="connsiteX10" fmla="*/ 13586 w 87263"/>
                <a:gd name="connsiteY10" fmla="*/ 95238 h 95237"/>
                <a:gd name="connsiteX11" fmla="*/ 0 w 87263"/>
                <a:gd name="connsiteY11" fmla="*/ 95238 h 95237"/>
                <a:gd name="connsiteX12" fmla="*/ 36360 w 87263"/>
                <a:gd name="connsiteY12" fmla="*/ 0 h 95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263" h="95237">
                  <a:moveTo>
                    <a:pt x="43632" y="12694"/>
                  </a:moveTo>
                  <a:lnTo>
                    <a:pt x="26153" y="60089"/>
                  </a:lnTo>
                  <a:lnTo>
                    <a:pt x="61174" y="60089"/>
                  </a:lnTo>
                  <a:lnTo>
                    <a:pt x="43632" y="12694"/>
                  </a:lnTo>
                  <a:moveTo>
                    <a:pt x="36360" y="0"/>
                  </a:moveTo>
                  <a:lnTo>
                    <a:pt x="50967" y="0"/>
                  </a:lnTo>
                  <a:lnTo>
                    <a:pt x="87263" y="95238"/>
                  </a:lnTo>
                  <a:lnTo>
                    <a:pt x="73867" y="95238"/>
                  </a:lnTo>
                  <a:lnTo>
                    <a:pt x="65192" y="70806"/>
                  </a:lnTo>
                  <a:lnTo>
                    <a:pt x="22261" y="70806"/>
                  </a:lnTo>
                  <a:lnTo>
                    <a:pt x="13586" y="95238"/>
                  </a:lnTo>
                  <a:lnTo>
                    <a:pt x="0" y="95238"/>
                  </a:lnTo>
                  <a:lnTo>
                    <a:pt x="3636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7C6F5A9-F873-6819-2D46-2CD415CD22F5}"/>
              </a:ext>
            </a:extLst>
          </p:cNvPr>
          <p:cNvGrpSpPr/>
          <p:nvPr/>
        </p:nvGrpSpPr>
        <p:grpSpPr>
          <a:xfrm>
            <a:off x="8131197" y="3232960"/>
            <a:ext cx="80566" cy="42348"/>
            <a:chOff x="2607090" y="2280150"/>
            <a:chExt cx="80566" cy="42348"/>
          </a:xfrm>
        </p:grpSpPr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C0239646-7910-5D9C-262E-733C09110C97}"/>
                </a:ext>
              </a:extLst>
            </p:cNvPr>
            <p:cNvSpPr/>
            <p:nvPr/>
          </p:nvSpPr>
          <p:spPr>
            <a:xfrm>
              <a:off x="2607090" y="2280150"/>
              <a:ext cx="28212" cy="42348"/>
            </a:xfrm>
            <a:custGeom>
              <a:avLst/>
              <a:gdLst>
                <a:gd name="connsiteX0" fmla="*/ 14106 w 28212"/>
                <a:gd name="connsiteY0" fmla="*/ 4375 h 42348"/>
                <a:gd name="connsiteX1" fmla="*/ 7681 w 28212"/>
                <a:gd name="connsiteY1" fmla="*/ 8585 h 42348"/>
                <a:gd name="connsiteX2" fmla="*/ 5549 w 28212"/>
                <a:gd name="connsiteY2" fmla="*/ 21188 h 42348"/>
                <a:gd name="connsiteX3" fmla="*/ 7681 w 28212"/>
                <a:gd name="connsiteY3" fmla="*/ 33791 h 42348"/>
                <a:gd name="connsiteX4" fmla="*/ 14106 w 28212"/>
                <a:gd name="connsiteY4" fmla="*/ 37974 h 42348"/>
                <a:gd name="connsiteX5" fmla="*/ 20531 w 28212"/>
                <a:gd name="connsiteY5" fmla="*/ 33791 h 42348"/>
                <a:gd name="connsiteX6" fmla="*/ 22691 w 28212"/>
                <a:gd name="connsiteY6" fmla="*/ 21188 h 42348"/>
                <a:gd name="connsiteX7" fmla="*/ 20531 w 28212"/>
                <a:gd name="connsiteY7" fmla="*/ 8585 h 42348"/>
                <a:gd name="connsiteX8" fmla="*/ 14106 w 28212"/>
                <a:gd name="connsiteY8" fmla="*/ 4375 h 42348"/>
                <a:gd name="connsiteX9" fmla="*/ 14106 w 28212"/>
                <a:gd name="connsiteY9" fmla="*/ 0 h 42348"/>
                <a:gd name="connsiteX10" fmla="*/ 24576 w 28212"/>
                <a:gd name="connsiteY10" fmla="*/ 5441 h 42348"/>
                <a:gd name="connsiteX11" fmla="*/ 28212 w 28212"/>
                <a:gd name="connsiteY11" fmla="*/ 21188 h 42348"/>
                <a:gd name="connsiteX12" fmla="*/ 24576 w 28212"/>
                <a:gd name="connsiteY12" fmla="*/ 36934 h 42348"/>
                <a:gd name="connsiteX13" fmla="*/ 14106 w 28212"/>
                <a:gd name="connsiteY13" fmla="*/ 42348 h 42348"/>
                <a:gd name="connsiteX14" fmla="*/ 3609 w 28212"/>
                <a:gd name="connsiteY14" fmla="*/ 36934 h 42348"/>
                <a:gd name="connsiteX15" fmla="*/ 0 w 28212"/>
                <a:gd name="connsiteY15" fmla="*/ 21188 h 42348"/>
                <a:gd name="connsiteX16" fmla="*/ 3609 w 28212"/>
                <a:gd name="connsiteY16" fmla="*/ 5441 h 42348"/>
                <a:gd name="connsiteX17" fmla="*/ 14106 w 28212"/>
                <a:gd name="connsiteY17" fmla="*/ 0 h 4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12" h="42348">
                  <a:moveTo>
                    <a:pt x="14106" y="4375"/>
                  </a:moveTo>
                  <a:cubicBezTo>
                    <a:pt x="11264" y="4375"/>
                    <a:pt x="9122" y="5778"/>
                    <a:pt x="7681" y="8585"/>
                  </a:cubicBezTo>
                  <a:cubicBezTo>
                    <a:pt x="6259" y="11374"/>
                    <a:pt x="5549" y="15574"/>
                    <a:pt x="5549" y="21188"/>
                  </a:cubicBezTo>
                  <a:cubicBezTo>
                    <a:pt x="5549" y="26782"/>
                    <a:pt x="6259" y="30984"/>
                    <a:pt x="7681" y="33791"/>
                  </a:cubicBezTo>
                  <a:cubicBezTo>
                    <a:pt x="9122" y="36580"/>
                    <a:pt x="11264" y="37974"/>
                    <a:pt x="14106" y="37974"/>
                  </a:cubicBezTo>
                  <a:cubicBezTo>
                    <a:pt x="16967" y="37974"/>
                    <a:pt x="19109" y="36580"/>
                    <a:pt x="20531" y="33791"/>
                  </a:cubicBezTo>
                  <a:cubicBezTo>
                    <a:pt x="21972" y="30984"/>
                    <a:pt x="22691" y="26782"/>
                    <a:pt x="22691" y="21188"/>
                  </a:cubicBezTo>
                  <a:cubicBezTo>
                    <a:pt x="22691" y="15574"/>
                    <a:pt x="21972" y="11374"/>
                    <a:pt x="20531" y="8585"/>
                  </a:cubicBezTo>
                  <a:cubicBezTo>
                    <a:pt x="19109" y="5778"/>
                    <a:pt x="16967" y="4375"/>
                    <a:pt x="14106" y="4375"/>
                  </a:cubicBezTo>
                  <a:moveTo>
                    <a:pt x="14106" y="0"/>
                  </a:moveTo>
                  <a:cubicBezTo>
                    <a:pt x="18681" y="0"/>
                    <a:pt x="22172" y="1814"/>
                    <a:pt x="24576" y="5441"/>
                  </a:cubicBezTo>
                  <a:cubicBezTo>
                    <a:pt x="27000" y="9050"/>
                    <a:pt x="28212" y="14298"/>
                    <a:pt x="28212" y="21188"/>
                  </a:cubicBezTo>
                  <a:cubicBezTo>
                    <a:pt x="28212" y="28058"/>
                    <a:pt x="27000" y="33308"/>
                    <a:pt x="24576" y="36934"/>
                  </a:cubicBezTo>
                  <a:cubicBezTo>
                    <a:pt x="22172" y="40544"/>
                    <a:pt x="18681" y="42348"/>
                    <a:pt x="14106" y="42348"/>
                  </a:cubicBezTo>
                  <a:cubicBezTo>
                    <a:pt x="9532" y="42348"/>
                    <a:pt x="6033" y="40544"/>
                    <a:pt x="3609" y="36934"/>
                  </a:cubicBezTo>
                  <a:cubicBezTo>
                    <a:pt x="1203" y="33308"/>
                    <a:pt x="0" y="28058"/>
                    <a:pt x="0" y="21188"/>
                  </a:cubicBezTo>
                  <a:cubicBezTo>
                    <a:pt x="0" y="14298"/>
                    <a:pt x="1203" y="9050"/>
                    <a:pt x="3609" y="5441"/>
                  </a:cubicBezTo>
                  <a:cubicBezTo>
                    <a:pt x="6033" y="1814"/>
                    <a:pt x="9532" y="0"/>
                    <a:pt x="14106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36E1D7B-B12D-C9C7-5E4F-EE039202C841}"/>
                </a:ext>
              </a:extLst>
            </p:cNvPr>
            <p:cNvSpPr/>
            <p:nvPr/>
          </p:nvSpPr>
          <p:spPr>
            <a:xfrm>
              <a:off x="2645009" y="2314760"/>
              <a:ext cx="5768" cy="6944"/>
            </a:xfrm>
            <a:custGeom>
              <a:avLst/>
              <a:gdLst>
                <a:gd name="connsiteX0" fmla="*/ 0 w 5768"/>
                <a:gd name="connsiteY0" fmla="*/ 0 h 6944"/>
                <a:gd name="connsiteX1" fmla="*/ 5768 w 5768"/>
                <a:gd name="connsiteY1" fmla="*/ 0 h 6944"/>
                <a:gd name="connsiteX2" fmla="*/ 5768 w 5768"/>
                <a:gd name="connsiteY2" fmla="*/ 6944 h 6944"/>
                <a:gd name="connsiteX3" fmla="*/ 0 w 5768"/>
                <a:gd name="connsiteY3" fmla="*/ 6944 h 6944"/>
                <a:gd name="connsiteX4" fmla="*/ 0 w 5768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" h="6944">
                  <a:moveTo>
                    <a:pt x="0" y="0"/>
                  </a:moveTo>
                  <a:lnTo>
                    <a:pt x="5768" y="0"/>
                  </a:lnTo>
                  <a:lnTo>
                    <a:pt x="5768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E7FF4B8-FBE9-0FC0-6260-49386FC60CE4}"/>
                </a:ext>
              </a:extLst>
            </p:cNvPr>
            <p:cNvSpPr/>
            <p:nvPr/>
          </p:nvSpPr>
          <p:spPr>
            <a:xfrm>
              <a:off x="2661411" y="2280888"/>
              <a:ext cx="26245" cy="40816"/>
            </a:xfrm>
            <a:custGeom>
              <a:avLst/>
              <a:gdLst>
                <a:gd name="connsiteX0" fmla="*/ 0 w 26245"/>
                <a:gd name="connsiteY0" fmla="*/ 0 h 40816"/>
                <a:gd name="connsiteX1" fmla="*/ 26245 w 26245"/>
                <a:gd name="connsiteY1" fmla="*/ 0 h 40816"/>
                <a:gd name="connsiteX2" fmla="*/ 26245 w 26245"/>
                <a:gd name="connsiteY2" fmla="*/ 2351 h 40816"/>
                <a:gd name="connsiteX3" fmla="*/ 11428 w 26245"/>
                <a:gd name="connsiteY3" fmla="*/ 40816 h 40816"/>
                <a:gd name="connsiteX4" fmla="*/ 5659 w 26245"/>
                <a:gd name="connsiteY4" fmla="*/ 40816 h 40816"/>
                <a:gd name="connsiteX5" fmla="*/ 19602 w 26245"/>
                <a:gd name="connsiteY5" fmla="*/ 4647 h 40816"/>
                <a:gd name="connsiteX6" fmla="*/ 0 w 26245"/>
                <a:gd name="connsiteY6" fmla="*/ 4647 h 40816"/>
                <a:gd name="connsiteX7" fmla="*/ 0 w 26245"/>
                <a:gd name="connsiteY7" fmla="*/ 0 h 4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45" h="40816">
                  <a:moveTo>
                    <a:pt x="0" y="0"/>
                  </a:moveTo>
                  <a:lnTo>
                    <a:pt x="26245" y="0"/>
                  </a:lnTo>
                  <a:lnTo>
                    <a:pt x="26245" y="2351"/>
                  </a:lnTo>
                  <a:lnTo>
                    <a:pt x="11428" y="40816"/>
                  </a:lnTo>
                  <a:lnTo>
                    <a:pt x="5659" y="40816"/>
                  </a:lnTo>
                  <a:lnTo>
                    <a:pt x="19602" y="4647"/>
                  </a:lnTo>
                  <a:lnTo>
                    <a:pt x="0" y="4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1A15DD4-86D4-D2EB-2094-42C159C1CF55}"/>
              </a:ext>
            </a:extLst>
          </p:cNvPr>
          <p:cNvGrpSpPr/>
          <p:nvPr/>
        </p:nvGrpSpPr>
        <p:grpSpPr>
          <a:xfrm>
            <a:off x="7693235" y="2659834"/>
            <a:ext cx="406900" cy="641406"/>
            <a:chOff x="2187982" y="1659889"/>
            <a:chExt cx="406900" cy="641406"/>
          </a:xfrm>
        </p:grpSpPr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C0F52465-41DB-23A9-3A6B-9AF20C2E62AB}"/>
                </a:ext>
              </a:extLst>
            </p:cNvPr>
            <p:cNvSpPr/>
            <p:nvPr/>
          </p:nvSpPr>
          <p:spPr>
            <a:xfrm>
              <a:off x="2187982" y="1659889"/>
              <a:ext cx="406900" cy="641406"/>
            </a:xfrm>
            <a:custGeom>
              <a:avLst/>
              <a:gdLst>
                <a:gd name="connsiteX0" fmla="*/ 0 w 406900"/>
                <a:gd name="connsiteY0" fmla="*/ 641407 h 641406"/>
                <a:gd name="connsiteX1" fmla="*/ 406901 w 406900"/>
                <a:gd name="connsiteY1" fmla="*/ 641407 h 641406"/>
                <a:gd name="connsiteX2" fmla="*/ 406901 w 406900"/>
                <a:gd name="connsiteY2" fmla="*/ 0 h 641406"/>
                <a:gd name="connsiteX3" fmla="*/ 0 w 406900"/>
                <a:gd name="connsiteY3" fmla="*/ 0 h 641406"/>
                <a:gd name="connsiteX4" fmla="*/ 0 w 406900"/>
                <a:gd name="connsiteY4" fmla="*/ 641407 h 641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900" h="641406">
                  <a:moveTo>
                    <a:pt x="0" y="641407"/>
                  </a:moveTo>
                  <a:lnTo>
                    <a:pt x="406901" y="641407"/>
                  </a:lnTo>
                  <a:lnTo>
                    <a:pt x="406901" y="0"/>
                  </a:lnTo>
                  <a:lnTo>
                    <a:pt x="0" y="0"/>
                  </a:lnTo>
                  <a:lnTo>
                    <a:pt x="0" y="641407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80D397D-F8A1-F48F-5B1A-5352FE85DC7A}"/>
                </a:ext>
              </a:extLst>
            </p:cNvPr>
            <p:cNvSpPr/>
            <p:nvPr/>
          </p:nvSpPr>
          <p:spPr>
            <a:xfrm>
              <a:off x="2357655" y="1932974"/>
              <a:ext cx="67552" cy="95237"/>
            </a:xfrm>
            <a:custGeom>
              <a:avLst/>
              <a:gdLst>
                <a:gd name="connsiteX0" fmla="*/ 12886 w 67552"/>
                <a:gd name="connsiteY0" fmla="*/ 49756 h 95237"/>
                <a:gd name="connsiteX1" fmla="*/ 12886 w 67552"/>
                <a:gd name="connsiteY1" fmla="*/ 84649 h 95237"/>
                <a:gd name="connsiteX2" fmla="*/ 33554 w 67552"/>
                <a:gd name="connsiteY2" fmla="*/ 84649 h 95237"/>
                <a:gd name="connsiteX3" fmla="*/ 48927 w 67552"/>
                <a:gd name="connsiteY3" fmla="*/ 80376 h 95237"/>
                <a:gd name="connsiteX4" fmla="*/ 53966 w 67552"/>
                <a:gd name="connsiteY4" fmla="*/ 67170 h 95237"/>
                <a:gd name="connsiteX5" fmla="*/ 48927 w 67552"/>
                <a:gd name="connsiteY5" fmla="*/ 54029 h 95237"/>
                <a:gd name="connsiteX6" fmla="*/ 33554 w 67552"/>
                <a:gd name="connsiteY6" fmla="*/ 49756 h 95237"/>
                <a:gd name="connsiteX7" fmla="*/ 12886 w 67552"/>
                <a:gd name="connsiteY7" fmla="*/ 49756 h 95237"/>
                <a:gd name="connsiteX8" fmla="*/ 12886 w 67552"/>
                <a:gd name="connsiteY8" fmla="*/ 10590 h 95237"/>
                <a:gd name="connsiteX9" fmla="*/ 12886 w 67552"/>
                <a:gd name="connsiteY9" fmla="*/ 39295 h 95237"/>
                <a:gd name="connsiteX10" fmla="*/ 31958 w 67552"/>
                <a:gd name="connsiteY10" fmla="*/ 39295 h 95237"/>
                <a:gd name="connsiteX11" fmla="*/ 45992 w 67552"/>
                <a:gd name="connsiteY11" fmla="*/ 35786 h 95237"/>
                <a:gd name="connsiteX12" fmla="*/ 50650 w 67552"/>
                <a:gd name="connsiteY12" fmla="*/ 24942 h 95237"/>
                <a:gd name="connsiteX13" fmla="*/ 45992 w 67552"/>
                <a:gd name="connsiteY13" fmla="*/ 14161 h 95237"/>
                <a:gd name="connsiteX14" fmla="*/ 31958 w 67552"/>
                <a:gd name="connsiteY14" fmla="*/ 10590 h 95237"/>
                <a:gd name="connsiteX15" fmla="*/ 12886 w 67552"/>
                <a:gd name="connsiteY15" fmla="*/ 10590 h 95237"/>
                <a:gd name="connsiteX16" fmla="*/ 0 w 67552"/>
                <a:gd name="connsiteY16" fmla="*/ 0 h 95237"/>
                <a:gd name="connsiteX17" fmla="*/ 32916 w 67552"/>
                <a:gd name="connsiteY17" fmla="*/ 0 h 95237"/>
                <a:gd name="connsiteX18" fmla="*/ 55625 w 67552"/>
                <a:gd name="connsiteY18" fmla="*/ 6124 h 95237"/>
                <a:gd name="connsiteX19" fmla="*/ 63599 w 67552"/>
                <a:gd name="connsiteY19" fmla="*/ 23539 h 95237"/>
                <a:gd name="connsiteX20" fmla="*/ 59516 w 67552"/>
                <a:gd name="connsiteY20" fmla="*/ 37445 h 95237"/>
                <a:gd name="connsiteX21" fmla="*/ 47524 w 67552"/>
                <a:gd name="connsiteY21" fmla="*/ 43887 h 95237"/>
                <a:gd name="connsiteX22" fmla="*/ 62259 w 67552"/>
                <a:gd name="connsiteY22" fmla="*/ 52436 h 95237"/>
                <a:gd name="connsiteX23" fmla="*/ 67553 w 67552"/>
                <a:gd name="connsiteY23" fmla="*/ 68573 h 95237"/>
                <a:gd name="connsiteX24" fmla="*/ 58878 w 67552"/>
                <a:gd name="connsiteY24" fmla="*/ 88285 h 95237"/>
                <a:gd name="connsiteX25" fmla="*/ 34191 w 67552"/>
                <a:gd name="connsiteY25" fmla="*/ 95237 h 95237"/>
                <a:gd name="connsiteX26" fmla="*/ 0 w 67552"/>
                <a:gd name="connsiteY26" fmla="*/ 95237 h 95237"/>
                <a:gd name="connsiteX27" fmla="*/ 0 w 67552"/>
                <a:gd name="connsiteY27" fmla="*/ 0 h 95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552" h="95237">
                  <a:moveTo>
                    <a:pt x="12886" y="49756"/>
                  </a:moveTo>
                  <a:lnTo>
                    <a:pt x="12886" y="84649"/>
                  </a:lnTo>
                  <a:lnTo>
                    <a:pt x="33554" y="84649"/>
                  </a:lnTo>
                  <a:cubicBezTo>
                    <a:pt x="40485" y="84649"/>
                    <a:pt x="45609" y="83224"/>
                    <a:pt x="48927" y="80376"/>
                  </a:cubicBezTo>
                  <a:cubicBezTo>
                    <a:pt x="52286" y="77483"/>
                    <a:pt x="53966" y="73082"/>
                    <a:pt x="53966" y="67170"/>
                  </a:cubicBezTo>
                  <a:cubicBezTo>
                    <a:pt x="53966" y="61216"/>
                    <a:pt x="52286" y="56837"/>
                    <a:pt x="48927" y="54029"/>
                  </a:cubicBezTo>
                  <a:cubicBezTo>
                    <a:pt x="45609" y="51181"/>
                    <a:pt x="40485" y="49756"/>
                    <a:pt x="33554" y="49756"/>
                  </a:cubicBezTo>
                  <a:lnTo>
                    <a:pt x="12886" y="49756"/>
                  </a:lnTo>
                  <a:moveTo>
                    <a:pt x="12886" y="10590"/>
                  </a:moveTo>
                  <a:lnTo>
                    <a:pt x="12886" y="39295"/>
                  </a:lnTo>
                  <a:lnTo>
                    <a:pt x="31958" y="39295"/>
                  </a:lnTo>
                  <a:cubicBezTo>
                    <a:pt x="38252" y="39295"/>
                    <a:pt x="42931" y="38125"/>
                    <a:pt x="45992" y="35786"/>
                  </a:cubicBezTo>
                  <a:cubicBezTo>
                    <a:pt x="49097" y="33404"/>
                    <a:pt x="50650" y="29790"/>
                    <a:pt x="50650" y="24942"/>
                  </a:cubicBezTo>
                  <a:cubicBezTo>
                    <a:pt x="50650" y="20137"/>
                    <a:pt x="49097" y="16544"/>
                    <a:pt x="45992" y="14161"/>
                  </a:cubicBezTo>
                  <a:cubicBezTo>
                    <a:pt x="42931" y="11780"/>
                    <a:pt x="38252" y="10590"/>
                    <a:pt x="31958" y="10590"/>
                  </a:cubicBezTo>
                  <a:lnTo>
                    <a:pt x="12886" y="10590"/>
                  </a:lnTo>
                  <a:moveTo>
                    <a:pt x="0" y="0"/>
                  </a:moveTo>
                  <a:lnTo>
                    <a:pt x="32916" y="0"/>
                  </a:lnTo>
                  <a:cubicBezTo>
                    <a:pt x="42740" y="0"/>
                    <a:pt x="50310" y="2041"/>
                    <a:pt x="55625" y="6124"/>
                  </a:cubicBezTo>
                  <a:cubicBezTo>
                    <a:pt x="60941" y="10207"/>
                    <a:pt x="63599" y="16011"/>
                    <a:pt x="63599" y="23539"/>
                  </a:cubicBezTo>
                  <a:cubicBezTo>
                    <a:pt x="63599" y="29365"/>
                    <a:pt x="62238" y="34001"/>
                    <a:pt x="59516" y="37445"/>
                  </a:cubicBezTo>
                  <a:cubicBezTo>
                    <a:pt x="56795" y="40889"/>
                    <a:pt x="52798" y="43036"/>
                    <a:pt x="47524" y="43887"/>
                  </a:cubicBezTo>
                  <a:cubicBezTo>
                    <a:pt x="53859" y="45249"/>
                    <a:pt x="58771" y="48097"/>
                    <a:pt x="62259" y="52436"/>
                  </a:cubicBezTo>
                  <a:cubicBezTo>
                    <a:pt x="65788" y="56730"/>
                    <a:pt x="67553" y="62109"/>
                    <a:pt x="67553" y="68573"/>
                  </a:cubicBezTo>
                  <a:cubicBezTo>
                    <a:pt x="67553" y="77078"/>
                    <a:pt x="64662" y="83649"/>
                    <a:pt x="58878" y="88285"/>
                  </a:cubicBezTo>
                  <a:cubicBezTo>
                    <a:pt x="53094" y="92920"/>
                    <a:pt x="44866" y="95237"/>
                    <a:pt x="34191" y="95237"/>
                  </a:cubicBezTo>
                  <a:lnTo>
                    <a:pt x="0" y="952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AD94D38-CE4F-F9E2-AC67-F8AF247E91D3}"/>
              </a:ext>
            </a:extLst>
          </p:cNvPr>
          <p:cNvGrpSpPr/>
          <p:nvPr/>
        </p:nvGrpSpPr>
        <p:grpSpPr>
          <a:xfrm>
            <a:off x="8131197" y="2638688"/>
            <a:ext cx="79171" cy="42347"/>
            <a:chOff x="2607090" y="1638743"/>
            <a:chExt cx="79171" cy="42347"/>
          </a:xfrm>
        </p:grpSpPr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E25FA5E-E411-AFCB-013D-8553DCE31B61}"/>
                </a:ext>
              </a:extLst>
            </p:cNvPr>
            <p:cNvSpPr/>
            <p:nvPr/>
          </p:nvSpPr>
          <p:spPr>
            <a:xfrm>
              <a:off x="2607090" y="1639481"/>
              <a:ext cx="24303" cy="40815"/>
            </a:xfrm>
            <a:custGeom>
              <a:avLst/>
              <a:gdLst>
                <a:gd name="connsiteX0" fmla="*/ 792 w 24303"/>
                <a:gd name="connsiteY0" fmla="*/ 36169 h 40815"/>
                <a:gd name="connsiteX1" fmla="*/ 9813 w 24303"/>
                <a:gd name="connsiteY1" fmla="*/ 36169 h 40815"/>
                <a:gd name="connsiteX2" fmla="*/ 9813 w 24303"/>
                <a:gd name="connsiteY2" fmla="*/ 5030 h 40815"/>
                <a:gd name="connsiteX3" fmla="*/ 0 w 24303"/>
                <a:gd name="connsiteY3" fmla="*/ 6999 h 40815"/>
                <a:gd name="connsiteX4" fmla="*/ 0 w 24303"/>
                <a:gd name="connsiteY4" fmla="*/ 1968 h 40815"/>
                <a:gd name="connsiteX5" fmla="*/ 9760 w 24303"/>
                <a:gd name="connsiteY5" fmla="*/ 0 h 40815"/>
                <a:gd name="connsiteX6" fmla="*/ 15282 w 24303"/>
                <a:gd name="connsiteY6" fmla="*/ 0 h 40815"/>
                <a:gd name="connsiteX7" fmla="*/ 15282 w 24303"/>
                <a:gd name="connsiteY7" fmla="*/ 36169 h 40815"/>
                <a:gd name="connsiteX8" fmla="*/ 24304 w 24303"/>
                <a:gd name="connsiteY8" fmla="*/ 36169 h 40815"/>
                <a:gd name="connsiteX9" fmla="*/ 24304 w 24303"/>
                <a:gd name="connsiteY9" fmla="*/ 40816 h 40815"/>
                <a:gd name="connsiteX10" fmla="*/ 792 w 24303"/>
                <a:gd name="connsiteY10" fmla="*/ 40816 h 40815"/>
                <a:gd name="connsiteX11" fmla="*/ 792 w 24303"/>
                <a:gd name="connsiteY11" fmla="*/ 36169 h 40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303" h="40815">
                  <a:moveTo>
                    <a:pt x="792" y="36169"/>
                  </a:moveTo>
                  <a:lnTo>
                    <a:pt x="9813" y="36169"/>
                  </a:lnTo>
                  <a:lnTo>
                    <a:pt x="9813" y="5030"/>
                  </a:lnTo>
                  <a:lnTo>
                    <a:pt x="0" y="6999"/>
                  </a:lnTo>
                  <a:lnTo>
                    <a:pt x="0" y="1968"/>
                  </a:lnTo>
                  <a:lnTo>
                    <a:pt x="9760" y="0"/>
                  </a:lnTo>
                  <a:lnTo>
                    <a:pt x="15282" y="0"/>
                  </a:lnTo>
                  <a:lnTo>
                    <a:pt x="15282" y="36169"/>
                  </a:lnTo>
                  <a:lnTo>
                    <a:pt x="24304" y="36169"/>
                  </a:lnTo>
                  <a:lnTo>
                    <a:pt x="24304" y="40816"/>
                  </a:lnTo>
                  <a:lnTo>
                    <a:pt x="792" y="40816"/>
                  </a:lnTo>
                  <a:lnTo>
                    <a:pt x="792" y="36169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8762A26-E471-CF81-EAE0-D65BDB3B70ED}"/>
                </a:ext>
              </a:extLst>
            </p:cNvPr>
            <p:cNvSpPr/>
            <p:nvPr/>
          </p:nvSpPr>
          <p:spPr>
            <a:xfrm>
              <a:off x="2642547" y="1673353"/>
              <a:ext cx="5768" cy="6943"/>
            </a:xfrm>
            <a:custGeom>
              <a:avLst/>
              <a:gdLst>
                <a:gd name="connsiteX0" fmla="*/ 0 w 5768"/>
                <a:gd name="connsiteY0" fmla="*/ 0 h 6943"/>
                <a:gd name="connsiteX1" fmla="*/ 5768 w 5768"/>
                <a:gd name="connsiteY1" fmla="*/ 0 h 6943"/>
                <a:gd name="connsiteX2" fmla="*/ 5768 w 5768"/>
                <a:gd name="connsiteY2" fmla="*/ 6943 h 6943"/>
                <a:gd name="connsiteX3" fmla="*/ 0 w 5768"/>
                <a:gd name="connsiteY3" fmla="*/ 6943 h 6943"/>
                <a:gd name="connsiteX4" fmla="*/ 0 w 5768"/>
                <a:gd name="connsiteY4" fmla="*/ 0 h 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" h="6943">
                  <a:moveTo>
                    <a:pt x="0" y="0"/>
                  </a:moveTo>
                  <a:lnTo>
                    <a:pt x="5768" y="0"/>
                  </a:lnTo>
                  <a:lnTo>
                    <a:pt x="5768" y="6943"/>
                  </a:lnTo>
                  <a:lnTo>
                    <a:pt x="0" y="6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7114020-9379-9467-1033-149AC62DC164}"/>
                </a:ext>
              </a:extLst>
            </p:cNvPr>
            <p:cNvSpPr/>
            <p:nvPr/>
          </p:nvSpPr>
          <p:spPr>
            <a:xfrm>
              <a:off x="2658049" y="1638743"/>
              <a:ext cx="28212" cy="42347"/>
            </a:xfrm>
            <a:custGeom>
              <a:avLst/>
              <a:gdLst>
                <a:gd name="connsiteX0" fmla="*/ 14106 w 28212"/>
                <a:gd name="connsiteY0" fmla="*/ 4374 h 42347"/>
                <a:gd name="connsiteX1" fmla="*/ 7681 w 28212"/>
                <a:gd name="connsiteY1" fmla="*/ 8584 h 42347"/>
                <a:gd name="connsiteX2" fmla="*/ 5549 w 28212"/>
                <a:gd name="connsiteY2" fmla="*/ 21187 h 42347"/>
                <a:gd name="connsiteX3" fmla="*/ 7681 w 28212"/>
                <a:gd name="connsiteY3" fmla="*/ 33790 h 42347"/>
                <a:gd name="connsiteX4" fmla="*/ 14106 w 28212"/>
                <a:gd name="connsiteY4" fmla="*/ 37973 h 42347"/>
                <a:gd name="connsiteX5" fmla="*/ 20531 w 28212"/>
                <a:gd name="connsiteY5" fmla="*/ 33790 h 42347"/>
                <a:gd name="connsiteX6" fmla="*/ 22690 w 28212"/>
                <a:gd name="connsiteY6" fmla="*/ 21187 h 42347"/>
                <a:gd name="connsiteX7" fmla="*/ 20531 w 28212"/>
                <a:gd name="connsiteY7" fmla="*/ 8584 h 42347"/>
                <a:gd name="connsiteX8" fmla="*/ 14106 w 28212"/>
                <a:gd name="connsiteY8" fmla="*/ 4374 h 42347"/>
                <a:gd name="connsiteX9" fmla="*/ 14106 w 28212"/>
                <a:gd name="connsiteY9" fmla="*/ 0 h 42347"/>
                <a:gd name="connsiteX10" fmla="*/ 24576 w 28212"/>
                <a:gd name="connsiteY10" fmla="*/ 5440 h 42347"/>
                <a:gd name="connsiteX11" fmla="*/ 28212 w 28212"/>
                <a:gd name="connsiteY11" fmla="*/ 21187 h 42347"/>
                <a:gd name="connsiteX12" fmla="*/ 24576 w 28212"/>
                <a:gd name="connsiteY12" fmla="*/ 36934 h 42347"/>
                <a:gd name="connsiteX13" fmla="*/ 14106 w 28212"/>
                <a:gd name="connsiteY13" fmla="*/ 42347 h 42347"/>
                <a:gd name="connsiteX14" fmla="*/ 3608 w 28212"/>
                <a:gd name="connsiteY14" fmla="*/ 36934 h 42347"/>
                <a:gd name="connsiteX15" fmla="*/ 0 w 28212"/>
                <a:gd name="connsiteY15" fmla="*/ 21187 h 42347"/>
                <a:gd name="connsiteX16" fmla="*/ 3608 w 28212"/>
                <a:gd name="connsiteY16" fmla="*/ 5440 h 42347"/>
                <a:gd name="connsiteX17" fmla="*/ 14106 w 28212"/>
                <a:gd name="connsiteY17" fmla="*/ 0 h 42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12" h="42347">
                  <a:moveTo>
                    <a:pt x="14106" y="4374"/>
                  </a:moveTo>
                  <a:cubicBezTo>
                    <a:pt x="11264" y="4374"/>
                    <a:pt x="9122" y="5778"/>
                    <a:pt x="7681" y="8584"/>
                  </a:cubicBezTo>
                  <a:cubicBezTo>
                    <a:pt x="6259" y="11373"/>
                    <a:pt x="5549" y="15574"/>
                    <a:pt x="5549" y="21187"/>
                  </a:cubicBezTo>
                  <a:cubicBezTo>
                    <a:pt x="5549" y="26783"/>
                    <a:pt x="6259" y="30984"/>
                    <a:pt x="7681" y="33790"/>
                  </a:cubicBezTo>
                  <a:cubicBezTo>
                    <a:pt x="9122" y="36579"/>
                    <a:pt x="11264" y="37973"/>
                    <a:pt x="14106" y="37973"/>
                  </a:cubicBezTo>
                  <a:cubicBezTo>
                    <a:pt x="16967" y="37973"/>
                    <a:pt x="19109" y="36579"/>
                    <a:pt x="20531" y="33790"/>
                  </a:cubicBezTo>
                  <a:cubicBezTo>
                    <a:pt x="21970" y="30984"/>
                    <a:pt x="22690" y="26783"/>
                    <a:pt x="22690" y="21187"/>
                  </a:cubicBezTo>
                  <a:cubicBezTo>
                    <a:pt x="22690" y="15574"/>
                    <a:pt x="21970" y="11373"/>
                    <a:pt x="20531" y="8584"/>
                  </a:cubicBezTo>
                  <a:cubicBezTo>
                    <a:pt x="19109" y="5778"/>
                    <a:pt x="16967" y="4374"/>
                    <a:pt x="14106" y="4374"/>
                  </a:cubicBezTo>
                  <a:moveTo>
                    <a:pt x="14106" y="0"/>
                  </a:moveTo>
                  <a:cubicBezTo>
                    <a:pt x="18681" y="0"/>
                    <a:pt x="22172" y="1813"/>
                    <a:pt x="24576" y="5440"/>
                  </a:cubicBezTo>
                  <a:cubicBezTo>
                    <a:pt x="27000" y="9049"/>
                    <a:pt x="28212" y="14298"/>
                    <a:pt x="28212" y="21187"/>
                  </a:cubicBezTo>
                  <a:cubicBezTo>
                    <a:pt x="28212" y="28058"/>
                    <a:pt x="27000" y="33307"/>
                    <a:pt x="24576" y="36934"/>
                  </a:cubicBezTo>
                  <a:cubicBezTo>
                    <a:pt x="22172" y="40543"/>
                    <a:pt x="18681" y="42347"/>
                    <a:pt x="14106" y="42347"/>
                  </a:cubicBezTo>
                  <a:cubicBezTo>
                    <a:pt x="9532" y="42347"/>
                    <a:pt x="6031" y="40543"/>
                    <a:pt x="3608" y="36934"/>
                  </a:cubicBezTo>
                  <a:cubicBezTo>
                    <a:pt x="1203" y="33307"/>
                    <a:pt x="0" y="28058"/>
                    <a:pt x="0" y="21187"/>
                  </a:cubicBezTo>
                  <a:cubicBezTo>
                    <a:pt x="0" y="14298"/>
                    <a:pt x="1203" y="9049"/>
                    <a:pt x="3608" y="5440"/>
                  </a:cubicBezTo>
                  <a:cubicBezTo>
                    <a:pt x="6031" y="1813"/>
                    <a:pt x="9532" y="0"/>
                    <a:pt x="14106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38CE62F-D20D-13E6-3A29-B7C209EDA105}"/>
              </a:ext>
            </a:extLst>
          </p:cNvPr>
          <p:cNvGrpSpPr/>
          <p:nvPr/>
        </p:nvGrpSpPr>
        <p:grpSpPr>
          <a:xfrm>
            <a:off x="8131197" y="4776717"/>
            <a:ext cx="81631" cy="42343"/>
            <a:chOff x="2607090" y="3776772"/>
            <a:chExt cx="81631" cy="42343"/>
          </a:xfrm>
        </p:grpSpPr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B9EF1312-2187-074E-8F29-1E6E3B4387BE}"/>
                </a:ext>
              </a:extLst>
            </p:cNvPr>
            <p:cNvSpPr/>
            <p:nvPr/>
          </p:nvSpPr>
          <p:spPr>
            <a:xfrm>
              <a:off x="2607090" y="3776772"/>
              <a:ext cx="28212" cy="42343"/>
            </a:xfrm>
            <a:custGeom>
              <a:avLst/>
              <a:gdLst>
                <a:gd name="connsiteX0" fmla="*/ 14106 w 28212"/>
                <a:gd name="connsiteY0" fmla="*/ 4362 h 42343"/>
                <a:gd name="connsiteX1" fmla="*/ 7681 w 28212"/>
                <a:gd name="connsiteY1" fmla="*/ 8582 h 42343"/>
                <a:gd name="connsiteX2" fmla="*/ 5549 w 28212"/>
                <a:gd name="connsiteY2" fmla="*/ 21180 h 42343"/>
                <a:gd name="connsiteX3" fmla="*/ 7681 w 28212"/>
                <a:gd name="connsiteY3" fmla="*/ 33793 h 42343"/>
                <a:gd name="connsiteX4" fmla="*/ 14106 w 28212"/>
                <a:gd name="connsiteY4" fmla="*/ 37966 h 42343"/>
                <a:gd name="connsiteX5" fmla="*/ 20531 w 28212"/>
                <a:gd name="connsiteY5" fmla="*/ 33793 h 42343"/>
                <a:gd name="connsiteX6" fmla="*/ 22691 w 28212"/>
                <a:gd name="connsiteY6" fmla="*/ 21180 h 42343"/>
                <a:gd name="connsiteX7" fmla="*/ 20531 w 28212"/>
                <a:gd name="connsiteY7" fmla="*/ 8582 h 42343"/>
                <a:gd name="connsiteX8" fmla="*/ 14106 w 28212"/>
                <a:gd name="connsiteY8" fmla="*/ 4362 h 42343"/>
                <a:gd name="connsiteX9" fmla="*/ 14106 w 28212"/>
                <a:gd name="connsiteY9" fmla="*/ 0 h 42343"/>
                <a:gd name="connsiteX10" fmla="*/ 24576 w 28212"/>
                <a:gd name="connsiteY10" fmla="*/ 5433 h 42343"/>
                <a:gd name="connsiteX11" fmla="*/ 28212 w 28212"/>
                <a:gd name="connsiteY11" fmla="*/ 21180 h 42343"/>
                <a:gd name="connsiteX12" fmla="*/ 24576 w 28212"/>
                <a:gd name="connsiteY12" fmla="*/ 36926 h 42343"/>
                <a:gd name="connsiteX13" fmla="*/ 14106 w 28212"/>
                <a:gd name="connsiteY13" fmla="*/ 42344 h 42343"/>
                <a:gd name="connsiteX14" fmla="*/ 3609 w 28212"/>
                <a:gd name="connsiteY14" fmla="*/ 36926 h 42343"/>
                <a:gd name="connsiteX15" fmla="*/ 0 w 28212"/>
                <a:gd name="connsiteY15" fmla="*/ 21180 h 42343"/>
                <a:gd name="connsiteX16" fmla="*/ 3609 w 28212"/>
                <a:gd name="connsiteY16" fmla="*/ 5433 h 42343"/>
                <a:gd name="connsiteX17" fmla="*/ 14106 w 28212"/>
                <a:gd name="connsiteY17" fmla="*/ 0 h 4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12" h="42343">
                  <a:moveTo>
                    <a:pt x="14106" y="4362"/>
                  </a:moveTo>
                  <a:cubicBezTo>
                    <a:pt x="11264" y="4362"/>
                    <a:pt x="9122" y="5763"/>
                    <a:pt x="7681" y="8582"/>
                  </a:cubicBezTo>
                  <a:cubicBezTo>
                    <a:pt x="6259" y="11369"/>
                    <a:pt x="5549" y="15558"/>
                    <a:pt x="5549" y="21180"/>
                  </a:cubicBezTo>
                  <a:cubicBezTo>
                    <a:pt x="5549" y="26770"/>
                    <a:pt x="6259" y="30974"/>
                    <a:pt x="7681" y="33793"/>
                  </a:cubicBezTo>
                  <a:cubicBezTo>
                    <a:pt x="9122" y="36580"/>
                    <a:pt x="11264" y="37966"/>
                    <a:pt x="14106" y="37966"/>
                  </a:cubicBezTo>
                  <a:cubicBezTo>
                    <a:pt x="16967" y="37966"/>
                    <a:pt x="19109" y="36580"/>
                    <a:pt x="20531" y="33793"/>
                  </a:cubicBezTo>
                  <a:cubicBezTo>
                    <a:pt x="21972" y="30974"/>
                    <a:pt x="22691" y="26770"/>
                    <a:pt x="22691" y="21180"/>
                  </a:cubicBezTo>
                  <a:cubicBezTo>
                    <a:pt x="22691" y="15558"/>
                    <a:pt x="21972" y="11369"/>
                    <a:pt x="20531" y="8582"/>
                  </a:cubicBezTo>
                  <a:cubicBezTo>
                    <a:pt x="19109" y="5763"/>
                    <a:pt x="16967" y="4362"/>
                    <a:pt x="14106" y="4362"/>
                  </a:cubicBezTo>
                  <a:moveTo>
                    <a:pt x="14106" y="0"/>
                  </a:moveTo>
                  <a:cubicBezTo>
                    <a:pt x="18681" y="0"/>
                    <a:pt x="22172" y="1811"/>
                    <a:pt x="24576" y="5433"/>
                  </a:cubicBezTo>
                  <a:cubicBezTo>
                    <a:pt x="27000" y="9039"/>
                    <a:pt x="28212" y="14298"/>
                    <a:pt x="28212" y="21180"/>
                  </a:cubicBezTo>
                  <a:cubicBezTo>
                    <a:pt x="28212" y="28061"/>
                    <a:pt x="27000" y="33305"/>
                    <a:pt x="24576" y="36926"/>
                  </a:cubicBezTo>
                  <a:cubicBezTo>
                    <a:pt x="22172" y="40533"/>
                    <a:pt x="18681" y="42344"/>
                    <a:pt x="14106" y="42344"/>
                  </a:cubicBezTo>
                  <a:cubicBezTo>
                    <a:pt x="9532" y="42344"/>
                    <a:pt x="6033" y="40533"/>
                    <a:pt x="3609" y="36926"/>
                  </a:cubicBezTo>
                  <a:cubicBezTo>
                    <a:pt x="1203" y="33305"/>
                    <a:pt x="0" y="28061"/>
                    <a:pt x="0" y="21180"/>
                  </a:cubicBezTo>
                  <a:cubicBezTo>
                    <a:pt x="0" y="14298"/>
                    <a:pt x="1203" y="9039"/>
                    <a:pt x="3609" y="5433"/>
                  </a:cubicBezTo>
                  <a:cubicBezTo>
                    <a:pt x="6033" y="1811"/>
                    <a:pt x="9532" y="0"/>
                    <a:pt x="14106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52B7D9E8-9B26-159D-F1A8-DC932FEF7AAD}"/>
                </a:ext>
              </a:extLst>
            </p:cNvPr>
            <p:cNvSpPr/>
            <p:nvPr/>
          </p:nvSpPr>
          <p:spPr>
            <a:xfrm>
              <a:off x="2645009" y="3811383"/>
              <a:ext cx="5768" cy="6944"/>
            </a:xfrm>
            <a:custGeom>
              <a:avLst/>
              <a:gdLst>
                <a:gd name="connsiteX0" fmla="*/ 0 w 5768"/>
                <a:gd name="connsiteY0" fmla="*/ 0 h 6944"/>
                <a:gd name="connsiteX1" fmla="*/ 5768 w 5768"/>
                <a:gd name="connsiteY1" fmla="*/ 0 h 6944"/>
                <a:gd name="connsiteX2" fmla="*/ 5768 w 5768"/>
                <a:gd name="connsiteY2" fmla="*/ 6944 h 6944"/>
                <a:gd name="connsiteX3" fmla="*/ 0 w 5768"/>
                <a:gd name="connsiteY3" fmla="*/ 6944 h 6944"/>
                <a:gd name="connsiteX4" fmla="*/ 0 w 5768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8" h="6944">
                  <a:moveTo>
                    <a:pt x="0" y="0"/>
                  </a:moveTo>
                  <a:lnTo>
                    <a:pt x="5768" y="0"/>
                  </a:lnTo>
                  <a:lnTo>
                    <a:pt x="5768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3C0F2E6C-45AA-6BB8-94BF-315CEF7F7A34}"/>
                </a:ext>
              </a:extLst>
            </p:cNvPr>
            <p:cNvSpPr/>
            <p:nvPr/>
          </p:nvSpPr>
          <p:spPr>
            <a:xfrm>
              <a:off x="2660508" y="3776772"/>
              <a:ext cx="28213" cy="42343"/>
            </a:xfrm>
            <a:custGeom>
              <a:avLst/>
              <a:gdLst>
                <a:gd name="connsiteX0" fmla="*/ 14108 w 28213"/>
                <a:gd name="connsiteY0" fmla="*/ 4362 h 42343"/>
                <a:gd name="connsiteX1" fmla="*/ 7683 w 28213"/>
                <a:gd name="connsiteY1" fmla="*/ 8582 h 42343"/>
                <a:gd name="connsiteX2" fmla="*/ 5551 w 28213"/>
                <a:gd name="connsiteY2" fmla="*/ 21180 h 42343"/>
                <a:gd name="connsiteX3" fmla="*/ 7683 w 28213"/>
                <a:gd name="connsiteY3" fmla="*/ 33793 h 42343"/>
                <a:gd name="connsiteX4" fmla="*/ 14108 w 28213"/>
                <a:gd name="connsiteY4" fmla="*/ 37966 h 42343"/>
                <a:gd name="connsiteX5" fmla="*/ 20531 w 28213"/>
                <a:gd name="connsiteY5" fmla="*/ 33793 h 42343"/>
                <a:gd name="connsiteX6" fmla="*/ 22691 w 28213"/>
                <a:gd name="connsiteY6" fmla="*/ 21180 h 42343"/>
                <a:gd name="connsiteX7" fmla="*/ 20531 w 28213"/>
                <a:gd name="connsiteY7" fmla="*/ 8582 h 42343"/>
                <a:gd name="connsiteX8" fmla="*/ 14108 w 28213"/>
                <a:gd name="connsiteY8" fmla="*/ 4362 h 42343"/>
                <a:gd name="connsiteX9" fmla="*/ 14108 w 28213"/>
                <a:gd name="connsiteY9" fmla="*/ 0 h 42343"/>
                <a:gd name="connsiteX10" fmla="*/ 24578 w 28213"/>
                <a:gd name="connsiteY10" fmla="*/ 5433 h 42343"/>
                <a:gd name="connsiteX11" fmla="*/ 28214 w 28213"/>
                <a:gd name="connsiteY11" fmla="*/ 21180 h 42343"/>
                <a:gd name="connsiteX12" fmla="*/ 24578 w 28213"/>
                <a:gd name="connsiteY12" fmla="*/ 36926 h 42343"/>
                <a:gd name="connsiteX13" fmla="*/ 14108 w 28213"/>
                <a:gd name="connsiteY13" fmla="*/ 42344 h 42343"/>
                <a:gd name="connsiteX14" fmla="*/ 3609 w 28213"/>
                <a:gd name="connsiteY14" fmla="*/ 36926 h 42343"/>
                <a:gd name="connsiteX15" fmla="*/ 0 w 28213"/>
                <a:gd name="connsiteY15" fmla="*/ 21180 h 42343"/>
                <a:gd name="connsiteX16" fmla="*/ 3609 w 28213"/>
                <a:gd name="connsiteY16" fmla="*/ 5433 h 42343"/>
                <a:gd name="connsiteX17" fmla="*/ 14108 w 28213"/>
                <a:gd name="connsiteY17" fmla="*/ 0 h 4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13" h="42343">
                  <a:moveTo>
                    <a:pt x="14108" y="4362"/>
                  </a:moveTo>
                  <a:cubicBezTo>
                    <a:pt x="11264" y="4362"/>
                    <a:pt x="9122" y="5763"/>
                    <a:pt x="7683" y="8582"/>
                  </a:cubicBezTo>
                  <a:cubicBezTo>
                    <a:pt x="6261" y="11369"/>
                    <a:pt x="5551" y="15558"/>
                    <a:pt x="5551" y="21180"/>
                  </a:cubicBezTo>
                  <a:cubicBezTo>
                    <a:pt x="5551" y="26770"/>
                    <a:pt x="6261" y="30974"/>
                    <a:pt x="7683" y="33793"/>
                  </a:cubicBezTo>
                  <a:cubicBezTo>
                    <a:pt x="9122" y="36580"/>
                    <a:pt x="11264" y="37966"/>
                    <a:pt x="14108" y="37966"/>
                  </a:cubicBezTo>
                  <a:cubicBezTo>
                    <a:pt x="16969" y="37966"/>
                    <a:pt x="19109" y="36580"/>
                    <a:pt x="20531" y="33793"/>
                  </a:cubicBezTo>
                  <a:cubicBezTo>
                    <a:pt x="21972" y="30974"/>
                    <a:pt x="22691" y="26770"/>
                    <a:pt x="22691" y="21180"/>
                  </a:cubicBezTo>
                  <a:cubicBezTo>
                    <a:pt x="22691" y="15558"/>
                    <a:pt x="21972" y="11369"/>
                    <a:pt x="20531" y="8582"/>
                  </a:cubicBezTo>
                  <a:cubicBezTo>
                    <a:pt x="19109" y="5763"/>
                    <a:pt x="16969" y="4362"/>
                    <a:pt x="14108" y="4362"/>
                  </a:cubicBezTo>
                  <a:moveTo>
                    <a:pt x="14108" y="0"/>
                  </a:moveTo>
                  <a:cubicBezTo>
                    <a:pt x="18682" y="0"/>
                    <a:pt x="22172" y="1811"/>
                    <a:pt x="24578" y="5433"/>
                  </a:cubicBezTo>
                  <a:cubicBezTo>
                    <a:pt x="27001" y="9039"/>
                    <a:pt x="28214" y="14298"/>
                    <a:pt x="28214" y="21180"/>
                  </a:cubicBezTo>
                  <a:cubicBezTo>
                    <a:pt x="28214" y="28061"/>
                    <a:pt x="27001" y="33305"/>
                    <a:pt x="24578" y="36926"/>
                  </a:cubicBezTo>
                  <a:cubicBezTo>
                    <a:pt x="22172" y="40533"/>
                    <a:pt x="18682" y="42344"/>
                    <a:pt x="14108" y="42344"/>
                  </a:cubicBezTo>
                  <a:cubicBezTo>
                    <a:pt x="9533" y="42344"/>
                    <a:pt x="6033" y="40533"/>
                    <a:pt x="3609" y="36926"/>
                  </a:cubicBezTo>
                  <a:cubicBezTo>
                    <a:pt x="1203" y="33305"/>
                    <a:pt x="0" y="28061"/>
                    <a:pt x="0" y="21180"/>
                  </a:cubicBezTo>
                  <a:cubicBezTo>
                    <a:pt x="0" y="14298"/>
                    <a:pt x="1203" y="9039"/>
                    <a:pt x="3609" y="5433"/>
                  </a:cubicBezTo>
                  <a:cubicBezTo>
                    <a:pt x="6033" y="1811"/>
                    <a:pt x="9533" y="0"/>
                    <a:pt x="14108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F50654D7-4F22-CAAA-0BB7-EC217400C113}"/>
              </a:ext>
            </a:extLst>
          </p:cNvPr>
          <p:cNvGrpSpPr/>
          <p:nvPr/>
        </p:nvGrpSpPr>
        <p:grpSpPr>
          <a:xfrm>
            <a:off x="8507037" y="4156445"/>
            <a:ext cx="406907" cy="213811"/>
            <a:chOff x="3001784" y="3156500"/>
            <a:chExt cx="406907" cy="213811"/>
          </a:xfrm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764DAC1A-D75D-F985-2C3F-A889352F14B5}"/>
                </a:ext>
              </a:extLst>
            </p:cNvPr>
            <p:cNvSpPr/>
            <p:nvPr/>
          </p:nvSpPr>
          <p:spPr>
            <a:xfrm>
              <a:off x="3001784" y="3156500"/>
              <a:ext cx="406907" cy="213811"/>
            </a:xfrm>
            <a:custGeom>
              <a:avLst/>
              <a:gdLst>
                <a:gd name="connsiteX0" fmla="*/ 0 w 406907"/>
                <a:gd name="connsiteY0" fmla="*/ 213812 h 213811"/>
                <a:gd name="connsiteX1" fmla="*/ 406907 w 406907"/>
                <a:gd name="connsiteY1" fmla="*/ 213812 h 213811"/>
                <a:gd name="connsiteX2" fmla="*/ 406907 w 406907"/>
                <a:gd name="connsiteY2" fmla="*/ 0 h 213811"/>
                <a:gd name="connsiteX3" fmla="*/ 0 w 406907"/>
                <a:gd name="connsiteY3" fmla="*/ 0 h 213811"/>
                <a:gd name="connsiteX4" fmla="*/ 0 w 406907"/>
                <a:gd name="connsiteY4" fmla="*/ 213812 h 213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907" h="213811">
                  <a:moveTo>
                    <a:pt x="0" y="213812"/>
                  </a:moveTo>
                  <a:lnTo>
                    <a:pt x="406907" y="213812"/>
                  </a:lnTo>
                  <a:lnTo>
                    <a:pt x="406907" y="0"/>
                  </a:lnTo>
                  <a:lnTo>
                    <a:pt x="0" y="0"/>
                  </a:lnTo>
                  <a:lnTo>
                    <a:pt x="0" y="213812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14D1C120-F3DE-EF95-5E6E-F0664E9A731C}"/>
                </a:ext>
              </a:extLst>
            </p:cNvPr>
            <p:cNvSpPr/>
            <p:nvPr/>
          </p:nvSpPr>
          <p:spPr>
            <a:xfrm>
              <a:off x="3166834" y="3214070"/>
              <a:ext cx="76797" cy="98812"/>
            </a:xfrm>
            <a:custGeom>
              <a:avLst/>
              <a:gdLst>
                <a:gd name="connsiteX0" fmla="*/ 76798 w 76797"/>
                <a:gd name="connsiteY0" fmla="*/ 9054 h 98812"/>
                <a:gd name="connsiteX1" fmla="*/ 76798 w 76797"/>
                <a:gd name="connsiteY1" fmla="*/ 22644 h 98812"/>
                <a:gd name="connsiteX2" fmla="*/ 62893 w 76797"/>
                <a:gd name="connsiteY2" fmla="*/ 13590 h 98812"/>
                <a:gd name="connsiteX3" fmla="*/ 47272 w 76797"/>
                <a:gd name="connsiteY3" fmla="*/ 10582 h 98812"/>
                <a:gd name="connsiteX4" fmla="*/ 22266 w 76797"/>
                <a:gd name="connsiteY4" fmla="*/ 20597 h 98812"/>
                <a:gd name="connsiteX5" fmla="*/ 13590 w 76797"/>
                <a:gd name="connsiteY5" fmla="*/ 49430 h 98812"/>
                <a:gd name="connsiteX6" fmla="*/ 22266 w 76797"/>
                <a:gd name="connsiteY6" fmla="*/ 78262 h 98812"/>
                <a:gd name="connsiteX7" fmla="*/ 47272 w 76797"/>
                <a:gd name="connsiteY7" fmla="*/ 88214 h 98812"/>
                <a:gd name="connsiteX8" fmla="*/ 62893 w 76797"/>
                <a:gd name="connsiteY8" fmla="*/ 85222 h 98812"/>
                <a:gd name="connsiteX9" fmla="*/ 76798 w 76797"/>
                <a:gd name="connsiteY9" fmla="*/ 76152 h 98812"/>
                <a:gd name="connsiteX10" fmla="*/ 76798 w 76797"/>
                <a:gd name="connsiteY10" fmla="*/ 89616 h 98812"/>
                <a:gd name="connsiteX11" fmla="*/ 62452 w 76797"/>
                <a:gd name="connsiteY11" fmla="*/ 96513 h 98812"/>
                <a:gd name="connsiteX12" fmla="*/ 46501 w 76797"/>
                <a:gd name="connsiteY12" fmla="*/ 98812 h 98812"/>
                <a:gd name="connsiteX13" fmla="*/ 12440 w 76797"/>
                <a:gd name="connsiteY13" fmla="*/ 85601 h 98812"/>
                <a:gd name="connsiteX14" fmla="*/ 0 w 76797"/>
                <a:gd name="connsiteY14" fmla="*/ 49430 h 98812"/>
                <a:gd name="connsiteX15" fmla="*/ 12440 w 76797"/>
                <a:gd name="connsiteY15" fmla="*/ 13259 h 98812"/>
                <a:gd name="connsiteX16" fmla="*/ 46501 w 76797"/>
                <a:gd name="connsiteY16" fmla="*/ 0 h 98812"/>
                <a:gd name="connsiteX17" fmla="*/ 62578 w 76797"/>
                <a:gd name="connsiteY17" fmla="*/ 2299 h 98812"/>
                <a:gd name="connsiteX18" fmla="*/ 76798 w 76797"/>
                <a:gd name="connsiteY18" fmla="*/ 9054 h 98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6797" h="98812">
                  <a:moveTo>
                    <a:pt x="76798" y="9054"/>
                  </a:moveTo>
                  <a:lnTo>
                    <a:pt x="76798" y="22644"/>
                  </a:lnTo>
                  <a:cubicBezTo>
                    <a:pt x="72467" y="18597"/>
                    <a:pt x="67822" y="15590"/>
                    <a:pt x="62893" y="13590"/>
                  </a:cubicBezTo>
                  <a:cubicBezTo>
                    <a:pt x="57996" y="11590"/>
                    <a:pt x="52800" y="10582"/>
                    <a:pt x="47272" y="10582"/>
                  </a:cubicBezTo>
                  <a:cubicBezTo>
                    <a:pt x="36391" y="10582"/>
                    <a:pt x="28045" y="13920"/>
                    <a:pt x="22266" y="20597"/>
                  </a:cubicBezTo>
                  <a:cubicBezTo>
                    <a:pt x="16487" y="27227"/>
                    <a:pt x="13590" y="36848"/>
                    <a:pt x="13590" y="49430"/>
                  </a:cubicBezTo>
                  <a:cubicBezTo>
                    <a:pt x="13590" y="61980"/>
                    <a:pt x="16487" y="71586"/>
                    <a:pt x="22266" y="78262"/>
                  </a:cubicBezTo>
                  <a:cubicBezTo>
                    <a:pt x="28045" y="84892"/>
                    <a:pt x="36391" y="88214"/>
                    <a:pt x="47272" y="88214"/>
                  </a:cubicBezTo>
                  <a:cubicBezTo>
                    <a:pt x="52800" y="88214"/>
                    <a:pt x="57996" y="87222"/>
                    <a:pt x="62893" y="85222"/>
                  </a:cubicBezTo>
                  <a:cubicBezTo>
                    <a:pt x="67822" y="83223"/>
                    <a:pt x="72467" y="80199"/>
                    <a:pt x="76798" y="76152"/>
                  </a:cubicBezTo>
                  <a:lnTo>
                    <a:pt x="76798" y="89616"/>
                  </a:lnTo>
                  <a:cubicBezTo>
                    <a:pt x="72294" y="92687"/>
                    <a:pt x="67507" y="94986"/>
                    <a:pt x="62452" y="96513"/>
                  </a:cubicBezTo>
                  <a:cubicBezTo>
                    <a:pt x="57429" y="98040"/>
                    <a:pt x="52122" y="98812"/>
                    <a:pt x="46501" y="98812"/>
                  </a:cubicBezTo>
                  <a:cubicBezTo>
                    <a:pt x="32092" y="98812"/>
                    <a:pt x="20739" y="94403"/>
                    <a:pt x="12440" y="85601"/>
                  </a:cubicBezTo>
                  <a:cubicBezTo>
                    <a:pt x="4141" y="76751"/>
                    <a:pt x="0" y="64689"/>
                    <a:pt x="0" y="49430"/>
                  </a:cubicBezTo>
                  <a:cubicBezTo>
                    <a:pt x="0" y="34124"/>
                    <a:pt x="4141" y="22061"/>
                    <a:pt x="12440" y="13259"/>
                  </a:cubicBezTo>
                  <a:cubicBezTo>
                    <a:pt x="20739" y="4425"/>
                    <a:pt x="32092" y="0"/>
                    <a:pt x="46501" y="0"/>
                  </a:cubicBezTo>
                  <a:cubicBezTo>
                    <a:pt x="52201" y="0"/>
                    <a:pt x="57555" y="772"/>
                    <a:pt x="62578" y="2299"/>
                  </a:cubicBezTo>
                  <a:cubicBezTo>
                    <a:pt x="67633" y="3779"/>
                    <a:pt x="72373" y="6031"/>
                    <a:pt x="76798" y="9054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60A408A-C245-C0EE-9908-C371F2A42453}"/>
              </a:ext>
            </a:extLst>
          </p:cNvPr>
          <p:cNvGrpSpPr/>
          <p:nvPr/>
        </p:nvGrpSpPr>
        <p:grpSpPr>
          <a:xfrm>
            <a:off x="8945002" y="4135312"/>
            <a:ext cx="80860" cy="42343"/>
            <a:chOff x="3420895" y="3135367"/>
            <a:chExt cx="80860" cy="42343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EFD5FE0B-577F-4308-01F6-CB6C3EB43FE2}"/>
                </a:ext>
              </a:extLst>
            </p:cNvPr>
            <p:cNvSpPr/>
            <p:nvPr/>
          </p:nvSpPr>
          <p:spPr>
            <a:xfrm>
              <a:off x="3420895" y="3135367"/>
              <a:ext cx="28202" cy="42343"/>
            </a:xfrm>
            <a:custGeom>
              <a:avLst/>
              <a:gdLst>
                <a:gd name="connsiteX0" fmla="*/ 14109 w 28202"/>
                <a:gd name="connsiteY0" fmla="*/ 4362 h 42343"/>
                <a:gd name="connsiteX1" fmla="*/ 7685 w 28202"/>
                <a:gd name="connsiteY1" fmla="*/ 8582 h 42343"/>
                <a:gd name="connsiteX2" fmla="*/ 5543 w 28202"/>
                <a:gd name="connsiteY2" fmla="*/ 21180 h 42343"/>
                <a:gd name="connsiteX3" fmla="*/ 7685 w 28202"/>
                <a:gd name="connsiteY3" fmla="*/ 33777 h 42343"/>
                <a:gd name="connsiteX4" fmla="*/ 14109 w 28202"/>
                <a:gd name="connsiteY4" fmla="*/ 37966 h 42343"/>
                <a:gd name="connsiteX5" fmla="*/ 20534 w 28202"/>
                <a:gd name="connsiteY5" fmla="*/ 33777 h 42343"/>
                <a:gd name="connsiteX6" fmla="*/ 22691 w 28202"/>
                <a:gd name="connsiteY6" fmla="*/ 21180 h 42343"/>
                <a:gd name="connsiteX7" fmla="*/ 20534 w 28202"/>
                <a:gd name="connsiteY7" fmla="*/ 8582 h 42343"/>
                <a:gd name="connsiteX8" fmla="*/ 14109 w 28202"/>
                <a:gd name="connsiteY8" fmla="*/ 4362 h 42343"/>
                <a:gd name="connsiteX9" fmla="*/ 14109 w 28202"/>
                <a:gd name="connsiteY9" fmla="*/ 0 h 42343"/>
                <a:gd name="connsiteX10" fmla="*/ 24581 w 28202"/>
                <a:gd name="connsiteY10" fmla="*/ 5433 h 42343"/>
                <a:gd name="connsiteX11" fmla="*/ 28203 w 28202"/>
                <a:gd name="connsiteY11" fmla="*/ 21180 h 42343"/>
                <a:gd name="connsiteX12" fmla="*/ 24581 w 28202"/>
                <a:gd name="connsiteY12" fmla="*/ 36927 h 42343"/>
                <a:gd name="connsiteX13" fmla="*/ 14109 w 28202"/>
                <a:gd name="connsiteY13" fmla="*/ 42344 h 42343"/>
                <a:gd name="connsiteX14" fmla="*/ 3606 w 28202"/>
                <a:gd name="connsiteY14" fmla="*/ 36927 h 42343"/>
                <a:gd name="connsiteX15" fmla="*/ 0 w 28202"/>
                <a:gd name="connsiteY15" fmla="*/ 21180 h 42343"/>
                <a:gd name="connsiteX16" fmla="*/ 3606 w 28202"/>
                <a:gd name="connsiteY16" fmla="*/ 5433 h 42343"/>
                <a:gd name="connsiteX17" fmla="*/ 14109 w 28202"/>
                <a:gd name="connsiteY17" fmla="*/ 0 h 4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02" h="42343">
                  <a:moveTo>
                    <a:pt x="14109" y="4362"/>
                  </a:moveTo>
                  <a:cubicBezTo>
                    <a:pt x="11259" y="4362"/>
                    <a:pt x="9118" y="5763"/>
                    <a:pt x="7685" y="8582"/>
                  </a:cubicBezTo>
                  <a:cubicBezTo>
                    <a:pt x="6252" y="11369"/>
                    <a:pt x="5543" y="15558"/>
                    <a:pt x="5543" y="21180"/>
                  </a:cubicBezTo>
                  <a:cubicBezTo>
                    <a:pt x="5543" y="26770"/>
                    <a:pt x="6252" y="30974"/>
                    <a:pt x="7685" y="33777"/>
                  </a:cubicBezTo>
                  <a:cubicBezTo>
                    <a:pt x="9118" y="36564"/>
                    <a:pt x="11259" y="37966"/>
                    <a:pt x="14109" y="37966"/>
                  </a:cubicBezTo>
                  <a:cubicBezTo>
                    <a:pt x="16959" y="37966"/>
                    <a:pt x="19101" y="36564"/>
                    <a:pt x="20534" y="33777"/>
                  </a:cubicBezTo>
                  <a:cubicBezTo>
                    <a:pt x="21967" y="30974"/>
                    <a:pt x="22691" y="26770"/>
                    <a:pt x="22691" y="21180"/>
                  </a:cubicBezTo>
                  <a:cubicBezTo>
                    <a:pt x="22691" y="15558"/>
                    <a:pt x="21967" y="11369"/>
                    <a:pt x="20534" y="8582"/>
                  </a:cubicBezTo>
                  <a:cubicBezTo>
                    <a:pt x="19101" y="5763"/>
                    <a:pt x="16959" y="4362"/>
                    <a:pt x="14109" y="4362"/>
                  </a:cubicBezTo>
                  <a:moveTo>
                    <a:pt x="14109" y="0"/>
                  </a:moveTo>
                  <a:cubicBezTo>
                    <a:pt x="18676" y="0"/>
                    <a:pt x="22172" y="1811"/>
                    <a:pt x="24581" y="5433"/>
                  </a:cubicBezTo>
                  <a:cubicBezTo>
                    <a:pt x="26990" y="9039"/>
                    <a:pt x="28203" y="14298"/>
                    <a:pt x="28203" y="21180"/>
                  </a:cubicBezTo>
                  <a:cubicBezTo>
                    <a:pt x="28203" y="28061"/>
                    <a:pt x="26990" y="33305"/>
                    <a:pt x="24581" y="36927"/>
                  </a:cubicBezTo>
                  <a:cubicBezTo>
                    <a:pt x="22172" y="40533"/>
                    <a:pt x="18676" y="42344"/>
                    <a:pt x="14109" y="42344"/>
                  </a:cubicBezTo>
                  <a:cubicBezTo>
                    <a:pt x="9527" y="42344"/>
                    <a:pt x="6031" y="40533"/>
                    <a:pt x="3606" y="36927"/>
                  </a:cubicBezTo>
                  <a:cubicBezTo>
                    <a:pt x="1197" y="33305"/>
                    <a:pt x="0" y="28061"/>
                    <a:pt x="0" y="21180"/>
                  </a:cubicBezTo>
                  <a:cubicBezTo>
                    <a:pt x="0" y="14298"/>
                    <a:pt x="1197" y="9039"/>
                    <a:pt x="3606" y="5433"/>
                  </a:cubicBezTo>
                  <a:cubicBezTo>
                    <a:pt x="6031" y="1811"/>
                    <a:pt x="9527" y="0"/>
                    <a:pt x="14109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707EFC51-AB0D-DEA6-6DFD-63CB3BA0F862}"/>
                </a:ext>
              </a:extLst>
            </p:cNvPr>
            <p:cNvSpPr/>
            <p:nvPr/>
          </p:nvSpPr>
          <p:spPr>
            <a:xfrm>
              <a:off x="3458814" y="3169963"/>
              <a:ext cx="5763" cy="6944"/>
            </a:xfrm>
            <a:custGeom>
              <a:avLst/>
              <a:gdLst>
                <a:gd name="connsiteX0" fmla="*/ 0 w 5763"/>
                <a:gd name="connsiteY0" fmla="*/ 0 h 6944"/>
                <a:gd name="connsiteX1" fmla="*/ 5763 w 5763"/>
                <a:gd name="connsiteY1" fmla="*/ 0 h 6944"/>
                <a:gd name="connsiteX2" fmla="*/ 5763 w 5763"/>
                <a:gd name="connsiteY2" fmla="*/ 6944 h 6944"/>
                <a:gd name="connsiteX3" fmla="*/ 0 w 5763"/>
                <a:gd name="connsiteY3" fmla="*/ 6944 h 6944"/>
                <a:gd name="connsiteX4" fmla="*/ 0 w 5763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3" h="6944">
                  <a:moveTo>
                    <a:pt x="0" y="0"/>
                  </a:moveTo>
                  <a:lnTo>
                    <a:pt x="5763" y="0"/>
                  </a:lnTo>
                  <a:lnTo>
                    <a:pt x="5763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78CD01A6-19A7-1882-ED94-CBCE412007B7}"/>
                </a:ext>
              </a:extLst>
            </p:cNvPr>
            <p:cNvSpPr/>
            <p:nvPr/>
          </p:nvSpPr>
          <p:spPr>
            <a:xfrm>
              <a:off x="3474891" y="3135367"/>
              <a:ext cx="26864" cy="42343"/>
            </a:xfrm>
            <a:custGeom>
              <a:avLst/>
              <a:gdLst>
                <a:gd name="connsiteX0" fmla="*/ 18440 w 26864"/>
                <a:gd name="connsiteY0" fmla="*/ 19542 h 42343"/>
                <a:gd name="connsiteX1" fmla="*/ 24628 w 26864"/>
                <a:gd name="connsiteY1" fmla="*/ 23069 h 42343"/>
                <a:gd name="connsiteX2" fmla="*/ 26864 w 26864"/>
                <a:gd name="connsiteY2" fmla="*/ 29683 h 42343"/>
                <a:gd name="connsiteX3" fmla="*/ 22707 w 26864"/>
                <a:gd name="connsiteY3" fmla="*/ 39037 h 42343"/>
                <a:gd name="connsiteX4" fmla="*/ 10897 w 26864"/>
                <a:gd name="connsiteY4" fmla="*/ 42344 h 42343"/>
                <a:gd name="connsiteX5" fmla="*/ 5590 w 26864"/>
                <a:gd name="connsiteY5" fmla="*/ 41824 h 42343"/>
                <a:gd name="connsiteX6" fmla="*/ 0 w 26864"/>
                <a:gd name="connsiteY6" fmla="*/ 40312 h 42343"/>
                <a:gd name="connsiteX7" fmla="*/ 0 w 26864"/>
                <a:gd name="connsiteY7" fmla="*/ 34990 h 42343"/>
                <a:gd name="connsiteX8" fmla="*/ 5023 w 26864"/>
                <a:gd name="connsiteY8" fmla="*/ 37005 h 42343"/>
                <a:gd name="connsiteX9" fmla="*/ 10739 w 26864"/>
                <a:gd name="connsiteY9" fmla="*/ 37698 h 42343"/>
                <a:gd name="connsiteX10" fmla="*/ 18644 w 26864"/>
                <a:gd name="connsiteY10" fmla="*/ 35635 h 42343"/>
                <a:gd name="connsiteX11" fmla="*/ 21369 w 26864"/>
                <a:gd name="connsiteY11" fmla="*/ 29683 h 42343"/>
                <a:gd name="connsiteX12" fmla="*/ 18833 w 26864"/>
                <a:gd name="connsiteY12" fmla="*/ 24046 h 42343"/>
                <a:gd name="connsiteX13" fmla="*/ 11810 w 26864"/>
                <a:gd name="connsiteY13" fmla="*/ 21998 h 42343"/>
                <a:gd name="connsiteX14" fmla="*/ 7055 w 26864"/>
                <a:gd name="connsiteY14" fmla="*/ 21998 h 42343"/>
                <a:gd name="connsiteX15" fmla="*/ 7055 w 26864"/>
                <a:gd name="connsiteY15" fmla="*/ 17463 h 42343"/>
                <a:gd name="connsiteX16" fmla="*/ 12015 w 26864"/>
                <a:gd name="connsiteY16" fmla="*/ 17463 h 42343"/>
                <a:gd name="connsiteX17" fmla="*/ 18251 w 26864"/>
                <a:gd name="connsiteY17" fmla="*/ 15842 h 42343"/>
                <a:gd name="connsiteX18" fmla="*/ 20408 w 26864"/>
                <a:gd name="connsiteY18" fmla="*/ 11149 h 42343"/>
                <a:gd name="connsiteX19" fmla="*/ 18172 w 26864"/>
                <a:gd name="connsiteY19" fmla="*/ 6330 h 42343"/>
                <a:gd name="connsiteX20" fmla="*/ 11810 w 26864"/>
                <a:gd name="connsiteY20" fmla="*/ 4645 h 42343"/>
                <a:gd name="connsiteX21" fmla="*/ 6944 w 26864"/>
                <a:gd name="connsiteY21" fmla="*/ 5134 h 42343"/>
                <a:gd name="connsiteX22" fmla="*/ 1228 w 26864"/>
                <a:gd name="connsiteY22" fmla="*/ 6661 h 42343"/>
                <a:gd name="connsiteX23" fmla="*/ 1228 w 26864"/>
                <a:gd name="connsiteY23" fmla="*/ 1748 h 42343"/>
                <a:gd name="connsiteX24" fmla="*/ 7102 w 26864"/>
                <a:gd name="connsiteY24" fmla="*/ 425 h 42343"/>
                <a:gd name="connsiteX25" fmla="*/ 12298 w 26864"/>
                <a:gd name="connsiteY25" fmla="*/ 0 h 42343"/>
                <a:gd name="connsiteX26" fmla="*/ 22250 w 26864"/>
                <a:gd name="connsiteY26" fmla="*/ 2866 h 42343"/>
                <a:gd name="connsiteX27" fmla="*/ 25904 w 26864"/>
                <a:gd name="connsiteY27" fmla="*/ 10566 h 42343"/>
                <a:gd name="connsiteX28" fmla="*/ 23967 w 26864"/>
                <a:gd name="connsiteY28" fmla="*/ 16314 h 42343"/>
                <a:gd name="connsiteX29" fmla="*/ 18440 w 26864"/>
                <a:gd name="connsiteY29" fmla="*/ 19542 h 4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6864" h="42343">
                  <a:moveTo>
                    <a:pt x="18440" y="19542"/>
                  </a:moveTo>
                  <a:cubicBezTo>
                    <a:pt x="21085" y="20109"/>
                    <a:pt x="23148" y="21290"/>
                    <a:pt x="24628" y="23069"/>
                  </a:cubicBezTo>
                  <a:cubicBezTo>
                    <a:pt x="26124" y="24849"/>
                    <a:pt x="26864" y="27053"/>
                    <a:pt x="26864" y="29683"/>
                  </a:cubicBezTo>
                  <a:cubicBezTo>
                    <a:pt x="26864" y="33714"/>
                    <a:pt x="25479" y="36832"/>
                    <a:pt x="22707" y="39037"/>
                  </a:cubicBezTo>
                  <a:cubicBezTo>
                    <a:pt x="19936" y="41241"/>
                    <a:pt x="15999" y="42344"/>
                    <a:pt x="10897" y="42344"/>
                  </a:cubicBezTo>
                  <a:cubicBezTo>
                    <a:pt x="9180" y="42344"/>
                    <a:pt x="7417" y="42170"/>
                    <a:pt x="5590" y="41824"/>
                  </a:cubicBezTo>
                  <a:cubicBezTo>
                    <a:pt x="3795" y="41493"/>
                    <a:pt x="1937" y="40989"/>
                    <a:pt x="0" y="40312"/>
                  </a:cubicBezTo>
                  <a:lnTo>
                    <a:pt x="0" y="34990"/>
                  </a:lnTo>
                  <a:cubicBezTo>
                    <a:pt x="1527" y="35887"/>
                    <a:pt x="3197" y="36549"/>
                    <a:pt x="5023" y="37005"/>
                  </a:cubicBezTo>
                  <a:cubicBezTo>
                    <a:pt x="6850" y="37462"/>
                    <a:pt x="8755" y="37698"/>
                    <a:pt x="10739" y="37698"/>
                  </a:cubicBezTo>
                  <a:cubicBezTo>
                    <a:pt x="14204" y="37698"/>
                    <a:pt x="16833" y="37005"/>
                    <a:pt x="18644" y="35635"/>
                  </a:cubicBezTo>
                  <a:cubicBezTo>
                    <a:pt x="20455" y="34265"/>
                    <a:pt x="21369" y="32281"/>
                    <a:pt x="21369" y="29683"/>
                  </a:cubicBezTo>
                  <a:cubicBezTo>
                    <a:pt x="21369" y="27274"/>
                    <a:pt x="20518" y="25400"/>
                    <a:pt x="18833" y="24046"/>
                  </a:cubicBezTo>
                  <a:cubicBezTo>
                    <a:pt x="17148" y="22676"/>
                    <a:pt x="14818" y="21998"/>
                    <a:pt x="11810" y="21998"/>
                  </a:cubicBezTo>
                  <a:lnTo>
                    <a:pt x="7055" y="21998"/>
                  </a:lnTo>
                  <a:lnTo>
                    <a:pt x="7055" y="17463"/>
                  </a:lnTo>
                  <a:lnTo>
                    <a:pt x="12015" y="17463"/>
                  </a:lnTo>
                  <a:cubicBezTo>
                    <a:pt x="14739" y="17463"/>
                    <a:pt x="16818" y="16928"/>
                    <a:pt x="18251" y="15842"/>
                  </a:cubicBezTo>
                  <a:cubicBezTo>
                    <a:pt x="19684" y="14755"/>
                    <a:pt x="20408" y="13180"/>
                    <a:pt x="20408" y="11149"/>
                  </a:cubicBezTo>
                  <a:cubicBezTo>
                    <a:pt x="20408" y="9054"/>
                    <a:pt x="19668" y="7448"/>
                    <a:pt x="18172" y="6330"/>
                  </a:cubicBezTo>
                  <a:cubicBezTo>
                    <a:pt x="16692" y="5212"/>
                    <a:pt x="14566" y="4645"/>
                    <a:pt x="11810" y="4645"/>
                  </a:cubicBezTo>
                  <a:cubicBezTo>
                    <a:pt x="10283" y="4645"/>
                    <a:pt x="8661" y="4803"/>
                    <a:pt x="6944" y="5134"/>
                  </a:cubicBezTo>
                  <a:cubicBezTo>
                    <a:pt x="5212" y="5464"/>
                    <a:pt x="3307" y="5968"/>
                    <a:pt x="1228" y="6661"/>
                  </a:cubicBezTo>
                  <a:lnTo>
                    <a:pt x="1228" y="1748"/>
                  </a:lnTo>
                  <a:cubicBezTo>
                    <a:pt x="3323" y="1165"/>
                    <a:pt x="5275" y="724"/>
                    <a:pt x="7102" y="425"/>
                  </a:cubicBezTo>
                  <a:cubicBezTo>
                    <a:pt x="8944" y="142"/>
                    <a:pt x="10676" y="0"/>
                    <a:pt x="12298" y="0"/>
                  </a:cubicBezTo>
                  <a:cubicBezTo>
                    <a:pt x="16487" y="0"/>
                    <a:pt x="19810" y="961"/>
                    <a:pt x="22250" y="2866"/>
                  </a:cubicBezTo>
                  <a:cubicBezTo>
                    <a:pt x="24691" y="4756"/>
                    <a:pt x="25904" y="7322"/>
                    <a:pt x="25904" y="10566"/>
                  </a:cubicBezTo>
                  <a:cubicBezTo>
                    <a:pt x="25904" y="12834"/>
                    <a:pt x="25258" y="14755"/>
                    <a:pt x="23967" y="16314"/>
                  </a:cubicBezTo>
                  <a:cubicBezTo>
                    <a:pt x="22676" y="17873"/>
                    <a:pt x="20833" y="18944"/>
                    <a:pt x="18440" y="19542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FD74D41-F7FA-C73A-DCF3-6805CC26A5FA}"/>
              </a:ext>
            </a:extLst>
          </p:cNvPr>
          <p:cNvGrpSpPr/>
          <p:nvPr/>
        </p:nvGrpSpPr>
        <p:grpSpPr>
          <a:xfrm>
            <a:off x="8507037" y="3621945"/>
            <a:ext cx="406907" cy="534499"/>
            <a:chOff x="3001784" y="2622000"/>
            <a:chExt cx="406907" cy="534499"/>
          </a:xfrm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0B5582A3-1588-D98F-AE61-FEB45D521091}"/>
                </a:ext>
              </a:extLst>
            </p:cNvPr>
            <p:cNvSpPr/>
            <p:nvPr/>
          </p:nvSpPr>
          <p:spPr>
            <a:xfrm>
              <a:off x="3001784" y="2622000"/>
              <a:ext cx="406907" cy="534499"/>
            </a:xfrm>
            <a:custGeom>
              <a:avLst/>
              <a:gdLst>
                <a:gd name="connsiteX0" fmla="*/ 0 w 406907"/>
                <a:gd name="connsiteY0" fmla="*/ 534500 h 534499"/>
                <a:gd name="connsiteX1" fmla="*/ 406907 w 406907"/>
                <a:gd name="connsiteY1" fmla="*/ 534500 h 534499"/>
                <a:gd name="connsiteX2" fmla="*/ 406907 w 406907"/>
                <a:gd name="connsiteY2" fmla="*/ 0 h 534499"/>
                <a:gd name="connsiteX3" fmla="*/ 0 w 406907"/>
                <a:gd name="connsiteY3" fmla="*/ 0 h 534499"/>
                <a:gd name="connsiteX4" fmla="*/ 0 w 406907"/>
                <a:gd name="connsiteY4" fmla="*/ 534500 h 534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907" h="534499">
                  <a:moveTo>
                    <a:pt x="0" y="534500"/>
                  </a:moveTo>
                  <a:lnTo>
                    <a:pt x="406907" y="534500"/>
                  </a:lnTo>
                  <a:lnTo>
                    <a:pt x="406907" y="0"/>
                  </a:lnTo>
                  <a:lnTo>
                    <a:pt x="0" y="0"/>
                  </a:lnTo>
                  <a:lnTo>
                    <a:pt x="0" y="534500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32D464EC-CA0F-1C3E-9CB3-1152A4F2591E}"/>
                </a:ext>
              </a:extLst>
            </p:cNvPr>
            <p:cNvSpPr/>
            <p:nvPr/>
          </p:nvSpPr>
          <p:spPr>
            <a:xfrm>
              <a:off x="3161606" y="2841633"/>
              <a:ext cx="87253" cy="95237"/>
            </a:xfrm>
            <a:custGeom>
              <a:avLst/>
              <a:gdLst>
                <a:gd name="connsiteX0" fmla="*/ 43635 w 87253"/>
                <a:gd name="connsiteY0" fmla="*/ 12695 h 95237"/>
                <a:gd name="connsiteX1" fmla="*/ 26156 w 87253"/>
                <a:gd name="connsiteY1" fmla="*/ 60090 h 95237"/>
                <a:gd name="connsiteX2" fmla="*/ 61177 w 87253"/>
                <a:gd name="connsiteY2" fmla="*/ 60090 h 95237"/>
                <a:gd name="connsiteX3" fmla="*/ 43635 w 87253"/>
                <a:gd name="connsiteY3" fmla="*/ 12695 h 95237"/>
                <a:gd name="connsiteX4" fmla="*/ 36360 w 87253"/>
                <a:gd name="connsiteY4" fmla="*/ 0 h 95237"/>
                <a:gd name="connsiteX5" fmla="*/ 50957 w 87253"/>
                <a:gd name="connsiteY5" fmla="*/ 0 h 95237"/>
                <a:gd name="connsiteX6" fmla="*/ 87254 w 87253"/>
                <a:gd name="connsiteY6" fmla="*/ 95238 h 95237"/>
                <a:gd name="connsiteX7" fmla="*/ 73869 w 87253"/>
                <a:gd name="connsiteY7" fmla="*/ 95238 h 95237"/>
                <a:gd name="connsiteX8" fmla="*/ 65192 w 87253"/>
                <a:gd name="connsiteY8" fmla="*/ 70806 h 95237"/>
                <a:gd name="connsiteX9" fmla="*/ 22266 w 87253"/>
                <a:gd name="connsiteY9" fmla="*/ 70806 h 95237"/>
                <a:gd name="connsiteX10" fmla="*/ 13590 w 87253"/>
                <a:gd name="connsiteY10" fmla="*/ 95238 h 95237"/>
                <a:gd name="connsiteX11" fmla="*/ 0 w 87253"/>
                <a:gd name="connsiteY11" fmla="*/ 95238 h 95237"/>
                <a:gd name="connsiteX12" fmla="*/ 36360 w 87253"/>
                <a:gd name="connsiteY12" fmla="*/ 0 h 95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253" h="95237">
                  <a:moveTo>
                    <a:pt x="43635" y="12695"/>
                  </a:moveTo>
                  <a:lnTo>
                    <a:pt x="26156" y="60090"/>
                  </a:lnTo>
                  <a:lnTo>
                    <a:pt x="61177" y="60090"/>
                  </a:lnTo>
                  <a:lnTo>
                    <a:pt x="43635" y="12695"/>
                  </a:lnTo>
                  <a:moveTo>
                    <a:pt x="36360" y="0"/>
                  </a:moveTo>
                  <a:lnTo>
                    <a:pt x="50957" y="0"/>
                  </a:lnTo>
                  <a:lnTo>
                    <a:pt x="87254" y="95238"/>
                  </a:lnTo>
                  <a:lnTo>
                    <a:pt x="73869" y="95238"/>
                  </a:lnTo>
                  <a:lnTo>
                    <a:pt x="65192" y="70806"/>
                  </a:lnTo>
                  <a:lnTo>
                    <a:pt x="22266" y="70806"/>
                  </a:lnTo>
                  <a:lnTo>
                    <a:pt x="13590" y="95238"/>
                  </a:lnTo>
                  <a:lnTo>
                    <a:pt x="0" y="95238"/>
                  </a:lnTo>
                  <a:lnTo>
                    <a:pt x="3636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C9F9728-F54F-7A13-F2C1-2C1486D72757}"/>
              </a:ext>
            </a:extLst>
          </p:cNvPr>
          <p:cNvGrpSpPr/>
          <p:nvPr/>
        </p:nvGrpSpPr>
        <p:grpSpPr>
          <a:xfrm>
            <a:off x="8945002" y="3600798"/>
            <a:ext cx="116070" cy="42347"/>
            <a:chOff x="3420895" y="2600853"/>
            <a:chExt cx="116070" cy="42347"/>
          </a:xfrm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7AC0DCEA-4130-081F-2ECF-3C8C111A782F}"/>
                </a:ext>
              </a:extLst>
            </p:cNvPr>
            <p:cNvSpPr/>
            <p:nvPr/>
          </p:nvSpPr>
          <p:spPr>
            <a:xfrm>
              <a:off x="3420895" y="2600853"/>
              <a:ext cx="28202" cy="42346"/>
            </a:xfrm>
            <a:custGeom>
              <a:avLst/>
              <a:gdLst>
                <a:gd name="connsiteX0" fmla="*/ 14109 w 28202"/>
                <a:gd name="connsiteY0" fmla="*/ 4374 h 42346"/>
                <a:gd name="connsiteX1" fmla="*/ 7685 w 28202"/>
                <a:gd name="connsiteY1" fmla="*/ 8585 h 42346"/>
                <a:gd name="connsiteX2" fmla="*/ 5543 w 28202"/>
                <a:gd name="connsiteY2" fmla="*/ 21187 h 42346"/>
                <a:gd name="connsiteX3" fmla="*/ 7685 w 28202"/>
                <a:gd name="connsiteY3" fmla="*/ 33790 h 42346"/>
                <a:gd name="connsiteX4" fmla="*/ 14109 w 28202"/>
                <a:gd name="connsiteY4" fmla="*/ 37974 h 42346"/>
                <a:gd name="connsiteX5" fmla="*/ 20534 w 28202"/>
                <a:gd name="connsiteY5" fmla="*/ 33790 h 42346"/>
                <a:gd name="connsiteX6" fmla="*/ 22691 w 28202"/>
                <a:gd name="connsiteY6" fmla="*/ 21187 h 42346"/>
                <a:gd name="connsiteX7" fmla="*/ 20534 w 28202"/>
                <a:gd name="connsiteY7" fmla="*/ 8585 h 42346"/>
                <a:gd name="connsiteX8" fmla="*/ 14109 w 28202"/>
                <a:gd name="connsiteY8" fmla="*/ 4374 h 42346"/>
                <a:gd name="connsiteX9" fmla="*/ 14109 w 28202"/>
                <a:gd name="connsiteY9" fmla="*/ 0 h 42346"/>
                <a:gd name="connsiteX10" fmla="*/ 24581 w 28202"/>
                <a:gd name="connsiteY10" fmla="*/ 5440 h 42346"/>
                <a:gd name="connsiteX11" fmla="*/ 28203 w 28202"/>
                <a:gd name="connsiteY11" fmla="*/ 21187 h 42346"/>
                <a:gd name="connsiteX12" fmla="*/ 24581 w 28202"/>
                <a:gd name="connsiteY12" fmla="*/ 36934 h 42346"/>
                <a:gd name="connsiteX13" fmla="*/ 14109 w 28202"/>
                <a:gd name="connsiteY13" fmla="*/ 42347 h 42346"/>
                <a:gd name="connsiteX14" fmla="*/ 3606 w 28202"/>
                <a:gd name="connsiteY14" fmla="*/ 36934 h 42346"/>
                <a:gd name="connsiteX15" fmla="*/ 0 w 28202"/>
                <a:gd name="connsiteY15" fmla="*/ 21187 h 42346"/>
                <a:gd name="connsiteX16" fmla="*/ 3606 w 28202"/>
                <a:gd name="connsiteY16" fmla="*/ 5440 h 42346"/>
                <a:gd name="connsiteX17" fmla="*/ 14109 w 28202"/>
                <a:gd name="connsiteY17" fmla="*/ 0 h 423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02" h="42346">
                  <a:moveTo>
                    <a:pt x="14109" y="4374"/>
                  </a:moveTo>
                  <a:cubicBezTo>
                    <a:pt x="11259" y="4374"/>
                    <a:pt x="9118" y="5777"/>
                    <a:pt x="7685" y="8585"/>
                  </a:cubicBezTo>
                  <a:cubicBezTo>
                    <a:pt x="6252" y="11374"/>
                    <a:pt x="5543" y="15574"/>
                    <a:pt x="5543" y="21187"/>
                  </a:cubicBezTo>
                  <a:cubicBezTo>
                    <a:pt x="5543" y="26782"/>
                    <a:pt x="6252" y="30984"/>
                    <a:pt x="7685" y="33790"/>
                  </a:cubicBezTo>
                  <a:cubicBezTo>
                    <a:pt x="9118" y="36578"/>
                    <a:pt x="11259" y="37974"/>
                    <a:pt x="14109" y="37974"/>
                  </a:cubicBezTo>
                  <a:cubicBezTo>
                    <a:pt x="16959" y="37974"/>
                    <a:pt x="19101" y="36578"/>
                    <a:pt x="20534" y="33790"/>
                  </a:cubicBezTo>
                  <a:cubicBezTo>
                    <a:pt x="21967" y="30984"/>
                    <a:pt x="22691" y="26782"/>
                    <a:pt x="22691" y="21187"/>
                  </a:cubicBezTo>
                  <a:cubicBezTo>
                    <a:pt x="22691" y="15574"/>
                    <a:pt x="21967" y="11374"/>
                    <a:pt x="20534" y="8585"/>
                  </a:cubicBezTo>
                  <a:cubicBezTo>
                    <a:pt x="19101" y="5777"/>
                    <a:pt x="16959" y="4374"/>
                    <a:pt x="14109" y="4374"/>
                  </a:cubicBezTo>
                  <a:moveTo>
                    <a:pt x="14109" y="0"/>
                  </a:moveTo>
                  <a:cubicBezTo>
                    <a:pt x="18676" y="0"/>
                    <a:pt x="22172" y="1814"/>
                    <a:pt x="24581" y="5440"/>
                  </a:cubicBezTo>
                  <a:cubicBezTo>
                    <a:pt x="26990" y="9050"/>
                    <a:pt x="28203" y="14298"/>
                    <a:pt x="28203" y="21187"/>
                  </a:cubicBezTo>
                  <a:cubicBezTo>
                    <a:pt x="28203" y="28058"/>
                    <a:pt x="26990" y="33308"/>
                    <a:pt x="24581" y="36934"/>
                  </a:cubicBezTo>
                  <a:cubicBezTo>
                    <a:pt x="22172" y="40542"/>
                    <a:pt x="18676" y="42347"/>
                    <a:pt x="14109" y="42347"/>
                  </a:cubicBezTo>
                  <a:cubicBezTo>
                    <a:pt x="9527" y="42347"/>
                    <a:pt x="6031" y="40542"/>
                    <a:pt x="3606" y="36934"/>
                  </a:cubicBezTo>
                  <a:cubicBezTo>
                    <a:pt x="1197" y="33308"/>
                    <a:pt x="0" y="28058"/>
                    <a:pt x="0" y="21187"/>
                  </a:cubicBezTo>
                  <a:cubicBezTo>
                    <a:pt x="0" y="14298"/>
                    <a:pt x="1197" y="9050"/>
                    <a:pt x="3606" y="5440"/>
                  </a:cubicBezTo>
                  <a:cubicBezTo>
                    <a:pt x="6031" y="1814"/>
                    <a:pt x="9527" y="0"/>
                    <a:pt x="14109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75AE47C9-304A-8FDA-3126-29B28DD51C57}"/>
                </a:ext>
              </a:extLst>
            </p:cNvPr>
            <p:cNvSpPr/>
            <p:nvPr/>
          </p:nvSpPr>
          <p:spPr>
            <a:xfrm>
              <a:off x="3458814" y="2635463"/>
              <a:ext cx="5763" cy="6944"/>
            </a:xfrm>
            <a:custGeom>
              <a:avLst/>
              <a:gdLst>
                <a:gd name="connsiteX0" fmla="*/ 0 w 5763"/>
                <a:gd name="connsiteY0" fmla="*/ 0 h 6944"/>
                <a:gd name="connsiteX1" fmla="*/ 5763 w 5763"/>
                <a:gd name="connsiteY1" fmla="*/ 0 h 6944"/>
                <a:gd name="connsiteX2" fmla="*/ 5763 w 5763"/>
                <a:gd name="connsiteY2" fmla="*/ 6944 h 6944"/>
                <a:gd name="connsiteX3" fmla="*/ 0 w 5763"/>
                <a:gd name="connsiteY3" fmla="*/ 6944 h 6944"/>
                <a:gd name="connsiteX4" fmla="*/ 0 w 5763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3" h="6944">
                  <a:moveTo>
                    <a:pt x="0" y="0"/>
                  </a:moveTo>
                  <a:lnTo>
                    <a:pt x="5763" y="0"/>
                  </a:lnTo>
                  <a:lnTo>
                    <a:pt x="5763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49D2891-AB79-D6BD-E0A1-3B54F105645D}"/>
                </a:ext>
              </a:extLst>
            </p:cNvPr>
            <p:cNvSpPr/>
            <p:nvPr/>
          </p:nvSpPr>
          <p:spPr>
            <a:xfrm>
              <a:off x="3474938" y="2601592"/>
              <a:ext cx="26407" cy="41608"/>
            </a:xfrm>
            <a:custGeom>
              <a:avLst/>
              <a:gdLst>
                <a:gd name="connsiteX0" fmla="*/ 1716 w 26407"/>
                <a:gd name="connsiteY0" fmla="*/ 0 h 41608"/>
                <a:gd name="connsiteX1" fmla="*/ 23400 w 26407"/>
                <a:gd name="connsiteY1" fmla="*/ 0 h 41608"/>
                <a:gd name="connsiteX2" fmla="*/ 23400 w 26407"/>
                <a:gd name="connsiteY2" fmla="*/ 4647 h 41608"/>
                <a:gd name="connsiteX3" fmla="*/ 6787 w 26407"/>
                <a:gd name="connsiteY3" fmla="*/ 4647 h 41608"/>
                <a:gd name="connsiteX4" fmla="*/ 6787 w 26407"/>
                <a:gd name="connsiteY4" fmla="*/ 14654 h 41608"/>
                <a:gd name="connsiteX5" fmla="*/ 9180 w 26407"/>
                <a:gd name="connsiteY5" fmla="*/ 14052 h 41608"/>
                <a:gd name="connsiteX6" fmla="*/ 11590 w 26407"/>
                <a:gd name="connsiteY6" fmla="*/ 13834 h 41608"/>
                <a:gd name="connsiteX7" fmla="*/ 22424 w 26407"/>
                <a:gd name="connsiteY7" fmla="*/ 17578 h 41608"/>
                <a:gd name="connsiteX8" fmla="*/ 26408 w 26407"/>
                <a:gd name="connsiteY8" fmla="*/ 27721 h 41608"/>
                <a:gd name="connsiteX9" fmla="*/ 22313 w 26407"/>
                <a:gd name="connsiteY9" fmla="*/ 37972 h 41608"/>
                <a:gd name="connsiteX10" fmla="*/ 10739 w 26407"/>
                <a:gd name="connsiteY10" fmla="*/ 41608 h 41608"/>
                <a:gd name="connsiteX11" fmla="*/ 5496 w 26407"/>
                <a:gd name="connsiteY11" fmla="*/ 41172 h 41608"/>
                <a:gd name="connsiteX12" fmla="*/ 0 w 26407"/>
                <a:gd name="connsiteY12" fmla="*/ 39859 h 41608"/>
                <a:gd name="connsiteX13" fmla="*/ 0 w 26407"/>
                <a:gd name="connsiteY13" fmla="*/ 34309 h 41608"/>
                <a:gd name="connsiteX14" fmla="*/ 5086 w 26407"/>
                <a:gd name="connsiteY14" fmla="*/ 36305 h 41608"/>
                <a:gd name="connsiteX15" fmla="*/ 10629 w 26407"/>
                <a:gd name="connsiteY15" fmla="*/ 36961 h 41608"/>
                <a:gd name="connsiteX16" fmla="*/ 18125 w 26407"/>
                <a:gd name="connsiteY16" fmla="*/ 34473 h 41608"/>
                <a:gd name="connsiteX17" fmla="*/ 20880 w 26407"/>
                <a:gd name="connsiteY17" fmla="*/ 27721 h 41608"/>
                <a:gd name="connsiteX18" fmla="*/ 18125 w 26407"/>
                <a:gd name="connsiteY18" fmla="*/ 20969 h 41608"/>
                <a:gd name="connsiteX19" fmla="*/ 10629 w 26407"/>
                <a:gd name="connsiteY19" fmla="*/ 18481 h 41608"/>
                <a:gd name="connsiteX20" fmla="*/ 6204 w 26407"/>
                <a:gd name="connsiteY20" fmla="*/ 18973 h 41608"/>
                <a:gd name="connsiteX21" fmla="*/ 1716 w 26407"/>
                <a:gd name="connsiteY21" fmla="*/ 20504 h 41608"/>
                <a:gd name="connsiteX22" fmla="*/ 1716 w 26407"/>
                <a:gd name="connsiteY22" fmla="*/ 0 h 41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07" h="41608">
                  <a:moveTo>
                    <a:pt x="1716" y="0"/>
                  </a:moveTo>
                  <a:lnTo>
                    <a:pt x="23400" y="0"/>
                  </a:lnTo>
                  <a:lnTo>
                    <a:pt x="23400" y="4647"/>
                  </a:lnTo>
                  <a:lnTo>
                    <a:pt x="6787" y="4647"/>
                  </a:lnTo>
                  <a:lnTo>
                    <a:pt x="6787" y="14654"/>
                  </a:lnTo>
                  <a:cubicBezTo>
                    <a:pt x="7590" y="14380"/>
                    <a:pt x="8377" y="14180"/>
                    <a:pt x="9180" y="14052"/>
                  </a:cubicBezTo>
                  <a:cubicBezTo>
                    <a:pt x="9984" y="13906"/>
                    <a:pt x="10787" y="13834"/>
                    <a:pt x="11590" y="13834"/>
                  </a:cubicBezTo>
                  <a:cubicBezTo>
                    <a:pt x="16141" y="13834"/>
                    <a:pt x="19762" y="15082"/>
                    <a:pt x="22424" y="17578"/>
                  </a:cubicBezTo>
                  <a:cubicBezTo>
                    <a:pt x="25085" y="20076"/>
                    <a:pt x="26408" y="23457"/>
                    <a:pt x="26408" y="27721"/>
                  </a:cubicBezTo>
                  <a:cubicBezTo>
                    <a:pt x="26408" y="32113"/>
                    <a:pt x="25038" y="35530"/>
                    <a:pt x="22313" y="37972"/>
                  </a:cubicBezTo>
                  <a:cubicBezTo>
                    <a:pt x="19573" y="40396"/>
                    <a:pt x="15715" y="41608"/>
                    <a:pt x="10739" y="41608"/>
                  </a:cubicBezTo>
                  <a:cubicBezTo>
                    <a:pt x="9023" y="41608"/>
                    <a:pt x="7275" y="41463"/>
                    <a:pt x="5496" y="41172"/>
                  </a:cubicBezTo>
                  <a:cubicBezTo>
                    <a:pt x="3732" y="40881"/>
                    <a:pt x="1905" y="40443"/>
                    <a:pt x="0" y="39859"/>
                  </a:cubicBezTo>
                  <a:lnTo>
                    <a:pt x="0" y="34309"/>
                  </a:lnTo>
                  <a:cubicBezTo>
                    <a:pt x="1638" y="35202"/>
                    <a:pt x="3338" y="35868"/>
                    <a:pt x="5086" y="36305"/>
                  </a:cubicBezTo>
                  <a:cubicBezTo>
                    <a:pt x="6834" y="36742"/>
                    <a:pt x="8692" y="36961"/>
                    <a:pt x="10629" y="36961"/>
                  </a:cubicBezTo>
                  <a:cubicBezTo>
                    <a:pt x="13794" y="36961"/>
                    <a:pt x="16282" y="36131"/>
                    <a:pt x="18125" y="34473"/>
                  </a:cubicBezTo>
                  <a:cubicBezTo>
                    <a:pt x="19967" y="32815"/>
                    <a:pt x="20880" y="30563"/>
                    <a:pt x="20880" y="27721"/>
                  </a:cubicBezTo>
                  <a:cubicBezTo>
                    <a:pt x="20880" y="24879"/>
                    <a:pt x="19967" y="22627"/>
                    <a:pt x="18125" y="20969"/>
                  </a:cubicBezTo>
                  <a:cubicBezTo>
                    <a:pt x="16282" y="19310"/>
                    <a:pt x="13794" y="18481"/>
                    <a:pt x="10629" y="18481"/>
                  </a:cubicBezTo>
                  <a:cubicBezTo>
                    <a:pt x="9165" y="18481"/>
                    <a:pt x="7685" y="18644"/>
                    <a:pt x="6204" y="18973"/>
                  </a:cubicBezTo>
                  <a:cubicBezTo>
                    <a:pt x="4740" y="19301"/>
                    <a:pt x="3244" y="19811"/>
                    <a:pt x="1716" y="20504"/>
                  </a:cubicBezTo>
                  <a:lnTo>
                    <a:pt x="1716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9599D173-B84C-2B29-C061-030E065B6BCD}"/>
                </a:ext>
              </a:extLst>
            </p:cNvPr>
            <p:cNvSpPr/>
            <p:nvPr/>
          </p:nvSpPr>
          <p:spPr>
            <a:xfrm>
              <a:off x="3510558" y="2601592"/>
              <a:ext cx="26407" cy="41608"/>
            </a:xfrm>
            <a:custGeom>
              <a:avLst/>
              <a:gdLst>
                <a:gd name="connsiteX0" fmla="*/ 1732 w 26407"/>
                <a:gd name="connsiteY0" fmla="*/ 0 h 41608"/>
                <a:gd name="connsiteX1" fmla="*/ 23400 w 26407"/>
                <a:gd name="connsiteY1" fmla="*/ 0 h 41608"/>
                <a:gd name="connsiteX2" fmla="*/ 23400 w 26407"/>
                <a:gd name="connsiteY2" fmla="*/ 4647 h 41608"/>
                <a:gd name="connsiteX3" fmla="*/ 6787 w 26407"/>
                <a:gd name="connsiteY3" fmla="*/ 4647 h 41608"/>
                <a:gd name="connsiteX4" fmla="*/ 6787 w 26407"/>
                <a:gd name="connsiteY4" fmla="*/ 14654 h 41608"/>
                <a:gd name="connsiteX5" fmla="*/ 9196 w 26407"/>
                <a:gd name="connsiteY5" fmla="*/ 14052 h 41608"/>
                <a:gd name="connsiteX6" fmla="*/ 11590 w 26407"/>
                <a:gd name="connsiteY6" fmla="*/ 13834 h 41608"/>
                <a:gd name="connsiteX7" fmla="*/ 22424 w 26407"/>
                <a:gd name="connsiteY7" fmla="*/ 17578 h 41608"/>
                <a:gd name="connsiteX8" fmla="*/ 26408 w 26407"/>
                <a:gd name="connsiteY8" fmla="*/ 27721 h 41608"/>
                <a:gd name="connsiteX9" fmla="*/ 22313 w 26407"/>
                <a:gd name="connsiteY9" fmla="*/ 37972 h 41608"/>
                <a:gd name="connsiteX10" fmla="*/ 10739 w 26407"/>
                <a:gd name="connsiteY10" fmla="*/ 41608 h 41608"/>
                <a:gd name="connsiteX11" fmla="*/ 5496 w 26407"/>
                <a:gd name="connsiteY11" fmla="*/ 41172 h 41608"/>
                <a:gd name="connsiteX12" fmla="*/ 0 w 26407"/>
                <a:gd name="connsiteY12" fmla="*/ 39859 h 41608"/>
                <a:gd name="connsiteX13" fmla="*/ 0 w 26407"/>
                <a:gd name="connsiteY13" fmla="*/ 34309 h 41608"/>
                <a:gd name="connsiteX14" fmla="*/ 5086 w 26407"/>
                <a:gd name="connsiteY14" fmla="*/ 36305 h 41608"/>
                <a:gd name="connsiteX15" fmla="*/ 10645 w 26407"/>
                <a:gd name="connsiteY15" fmla="*/ 36961 h 41608"/>
                <a:gd name="connsiteX16" fmla="*/ 18125 w 26407"/>
                <a:gd name="connsiteY16" fmla="*/ 34473 h 41608"/>
                <a:gd name="connsiteX17" fmla="*/ 20896 w 26407"/>
                <a:gd name="connsiteY17" fmla="*/ 27721 h 41608"/>
                <a:gd name="connsiteX18" fmla="*/ 18125 w 26407"/>
                <a:gd name="connsiteY18" fmla="*/ 20969 h 41608"/>
                <a:gd name="connsiteX19" fmla="*/ 10645 w 26407"/>
                <a:gd name="connsiteY19" fmla="*/ 18481 h 41608"/>
                <a:gd name="connsiteX20" fmla="*/ 6204 w 26407"/>
                <a:gd name="connsiteY20" fmla="*/ 18973 h 41608"/>
                <a:gd name="connsiteX21" fmla="*/ 1732 w 26407"/>
                <a:gd name="connsiteY21" fmla="*/ 20504 h 41608"/>
                <a:gd name="connsiteX22" fmla="*/ 1732 w 26407"/>
                <a:gd name="connsiteY22" fmla="*/ 0 h 41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6407" h="41608">
                  <a:moveTo>
                    <a:pt x="1732" y="0"/>
                  </a:moveTo>
                  <a:lnTo>
                    <a:pt x="23400" y="0"/>
                  </a:lnTo>
                  <a:lnTo>
                    <a:pt x="23400" y="4647"/>
                  </a:lnTo>
                  <a:lnTo>
                    <a:pt x="6787" y="4647"/>
                  </a:lnTo>
                  <a:lnTo>
                    <a:pt x="6787" y="14654"/>
                  </a:lnTo>
                  <a:cubicBezTo>
                    <a:pt x="7590" y="14380"/>
                    <a:pt x="8393" y="14180"/>
                    <a:pt x="9196" y="14052"/>
                  </a:cubicBezTo>
                  <a:cubicBezTo>
                    <a:pt x="9999" y="13906"/>
                    <a:pt x="10787" y="13834"/>
                    <a:pt x="11590" y="13834"/>
                  </a:cubicBezTo>
                  <a:cubicBezTo>
                    <a:pt x="16141" y="13834"/>
                    <a:pt x="19762" y="15082"/>
                    <a:pt x="22424" y="17578"/>
                  </a:cubicBezTo>
                  <a:cubicBezTo>
                    <a:pt x="25085" y="20076"/>
                    <a:pt x="26408" y="23457"/>
                    <a:pt x="26408" y="27721"/>
                  </a:cubicBezTo>
                  <a:cubicBezTo>
                    <a:pt x="26408" y="32113"/>
                    <a:pt x="25038" y="35530"/>
                    <a:pt x="22313" y="37972"/>
                  </a:cubicBezTo>
                  <a:cubicBezTo>
                    <a:pt x="19573" y="40396"/>
                    <a:pt x="15715" y="41608"/>
                    <a:pt x="10739" y="41608"/>
                  </a:cubicBezTo>
                  <a:cubicBezTo>
                    <a:pt x="9023" y="41608"/>
                    <a:pt x="7275" y="41463"/>
                    <a:pt x="5496" y="41172"/>
                  </a:cubicBezTo>
                  <a:cubicBezTo>
                    <a:pt x="3732" y="40881"/>
                    <a:pt x="1905" y="40443"/>
                    <a:pt x="0" y="39859"/>
                  </a:cubicBezTo>
                  <a:lnTo>
                    <a:pt x="0" y="34309"/>
                  </a:lnTo>
                  <a:cubicBezTo>
                    <a:pt x="1638" y="35202"/>
                    <a:pt x="3338" y="35868"/>
                    <a:pt x="5086" y="36305"/>
                  </a:cubicBezTo>
                  <a:cubicBezTo>
                    <a:pt x="6834" y="36742"/>
                    <a:pt x="8692" y="36961"/>
                    <a:pt x="10645" y="36961"/>
                  </a:cubicBezTo>
                  <a:cubicBezTo>
                    <a:pt x="13794" y="36961"/>
                    <a:pt x="16282" y="36131"/>
                    <a:pt x="18125" y="34473"/>
                  </a:cubicBezTo>
                  <a:cubicBezTo>
                    <a:pt x="19967" y="32815"/>
                    <a:pt x="20896" y="30563"/>
                    <a:pt x="20896" y="27721"/>
                  </a:cubicBezTo>
                  <a:cubicBezTo>
                    <a:pt x="20896" y="24879"/>
                    <a:pt x="19967" y="22627"/>
                    <a:pt x="18125" y="20969"/>
                  </a:cubicBezTo>
                  <a:cubicBezTo>
                    <a:pt x="16282" y="19310"/>
                    <a:pt x="13794" y="18481"/>
                    <a:pt x="10645" y="18481"/>
                  </a:cubicBezTo>
                  <a:cubicBezTo>
                    <a:pt x="9165" y="18481"/>
                    <a:pt x="7685" y="18644"/>
                    <a:pt x="6204" y="18973"/>
                  </a:cubicBezTo>
                  <a:cubicBezTo>
                    <a:pt x="4740" y="19301"/>
                    <a:pt x="3260" y="19811"/>
                    <a:pt x="1732" y="20504"/>
                  </a:cubicBezTo>
                  <a:lnTo>
                    <a:pt x="1732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2482114-0F5D-57A0-96BE-4648397CEC35}"/>
              </a:ext>
            </a:extLst>
          </p:cNvPr>
          <p:cNvGrpSpPr/>
          <p:nvPr/>
        </p:nvGrpSpPr>
        <p:grpSpPr>
          <a:xfrm>
            <a:off x="8507037" y="3301241"/>
            <a:ext cx="406907" cy="320703"/>
            <a:chOff x="3001784" y="2301296"/>
            <a:chExt cx="406907" cy="320703"/>
          </a:xfrm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3711625-ECAF-F6A2-7EC9-333DDC6F7310}"/>
                </a:ext>
              </a:extLst>
            </p:cNvPr>
            <p:cNvSpPr/>
            <p:nvPr/>
          </p:nvSpPr>
          <p:spPr>
            <a:xfrm>
              <a:off x="3001784" y="2301296"/>
              <a:ext cx="406907" cy="320703"/>
            </a:xfrm>
            <a:custGeom>
              <a:avLst/>
              <a:gdLst>
                <a:gd name="connsiteX0" fmla="*/ 0 w 406907"/>
                <a:gd name="connsiteY0" fmla="*/ 320704 h 320703"/>
                <a:gd name="connsiteX1" fmla="*/ 406907 w 406907"/>
                <a:gd name="connsiteY1" fmla="*/ 320704 h 320703"/>
                <a:gd name="connsiteX2" fmla="*/ 406907 w 406907"/>
                <a:gd name="connsiteY2" fmla="*/ 0 h 320703"/>
                <a:gd name="connsiteX3" fmla="*/ 0 w 406907"/>
                <a:gd name="connsiteY3" fmla="*/ 0 h 320703"/>
                <a:gd name="connsiteX4" fmla="*/ 0 w 406907"/>
                <a:gd name="connsiteY4" fmla="*/ 320704 h 3207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907" h="320703">
                  <a:moveTo>
                    <a:pt x="0" y="320704"/>
                  </a:moveTo>
                  <a:lnTo>
                    <a:pt x="406907" y="320704"/>
                  </a:lnTo>
                  <a:lnTo>
                    <a:pt x="406907" y="0"/>
                  </a:lnTo>
                  <a:lnTo>
                    <a:pt x="0" y="0"/>
                  </a:lnTo>
                  <a:lnTo>
                    <a:pt x="0" y="320704"/>
                  </a:ln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C6C0CB14-8BA1-CB91-9E00-BA76F1C352B9}"/>
                </a:ext>
              </a:extLst>
            </p:cNvPr>
            <p:cNvSpPr/>
            <p:nvPr/>
          </p:nvSpPr>
          <p:spPr>
            <a:xfrm>
              <a:off x="3171464" y="2414030"/>
              <a:ext cx="67554" cy="95237"/>
            </a:xfrm>
            <a:custGeom>
              <a:avLst/>
              <a:gdLst>
                <a:gd name="connsiteX0" fmla="*/ 12881 w 67554"/>
                <a:gd name="connsiteY0" fmla="*/ 49756 h 95237"/>
                <a:gd name="connsiteX1" fmla="*/ 12881 w 67554"/>
                <a:gd name="connsiteY1" fmla="*/ 84648 h 95237"/>
                <a:gd name="connsiteX2" fmla="*/ 33541 w 67554"/>
                <a:gd name="connsiteY2" fmla="*/ 84648 h 95237"/>
                <a:gd name="connsiteX3" fmla="*/ 48926 w 67554"/>
                <a:gd name="connsiteY3" fmla="*/ 80374 h 95237"/>
                <a:gd name="connsiteX4" fmla="*/ 53965 w 67554"/>
                <a:gd name="connsiteY4" fmla="*/ 67170 h 95237"/>
                <a:gd name="connsiteX5" fmla="*/ 48926 w 67554"/>
                <a:gd name="connsiteY5" fmla="*/ 54029 h 95237"/>
                <a:gd name="connsiteX6" fmla="*/ 33541 w 67554"/>
                <a:gd name="connsiteY6" fmla="*/ 49756 h 95237"/>
                <a:gd name="connsiteX7" fmla="*/ 12881 w 67554"/>
                <a:gd name="connsiteY7" fmla="*/ 49756 h 95237"/>
                <a:gd name="connsiteX8" fmla="*/ 12881 w 67554"/>
                <a:gd name="connsiteY8" fmla="*/ 10588 h 95237"/>
                <a:gd name="connsiteX9" fmla="*/ 12881 w 67554"/>
                <a:gd name="connsiteY9" fmla="*/ 39293 h 95237"/>
                <a:gd name="connsiteX10" fmla="*/ 31950 w 67554"/>
                <a:gd name="connsiteY10" fmla="*/ 39293 h 95237"/>
                <a:gd name="connsiteX11" fmla="*/ 45981 w 67554"/>
                <a:gd name="connsiteY11" fmla="*/ 35785 h 95237"/>
                <a:gd name="connsiteX12" fmla="*/ 50642 w 67554"/>
                <a:gd name="connsiteY12" fmla="*/ 24942 h 95237"/>
                <a:gd name="connsiteX13" fmla="*/ 45981 w 67554"/>
                <a:gd name="connsiteY13" fmla="*/ 14161 h 95237"/>
                <a:gd name="connsiteX14" fmla="*/ 31950 w 67554"/>
                <a:gd name="connsiteY14" fmla="*/ 10588 h 95237"/>
                <a:gd name="connsiteX15" fmla="*/ 12881 w 67554"/>
                <a:gd name="connsiteY15" fmla="*/ 10588 h 95237"/>
                <a:gd name="connsiteX16" fmla="*/ 0 w 67554"/>
                <a:gd name="connsiteY16" fmla="*/ 0 h 95237"/>
                <a:gd name="connsiteX17" fmla="*/ 32911 w 67554"/>
                <a:gd name="connsiteY17" fmla="*/ 0 h 95237"/>
                <a:gd name="connsiteX18" fmla="*/ 55618 w 67554"/>
                <a:gd name="connsiteY18" fmla="*/ 6122 h 95237"/>
                <a:gd name="connsiteX19" fmla="*/ 63586 w 67554"/>
                <a:gd name="connsiteY19" fmla="*/ 23537 h 95237"/>
                <a:gd name="connsiteX20" fmla="*/ 59508 w 67554"/>
                <a:gd name="connsiteY20" fmla="*/ 37443 h 95237"/>
                <a:gd name="connsiteX21" fmla="*/ 47524 w 67554"/>
                <a:gd name="connsiteY21" fmla="*/ 43887 h 95237"/>
                <a:gd name="connsiteX22" fmla="*/ 62247 w 67554"/>
                <a:gd name="connsiteY22" fmla="*/ 52434 h 95237"/>
                <a:gd name="connsiteX23" fmla="*/ 67554 w 67554"/>
                <a:gd name="connsiteY23" fmla="*/ 68573 h 95237"/>
                <a:gd name="connsiteX24" fmla="*/ 58878 w 67554"/>
                <a:gd name="connsiteY24" fmla="*/ 88284 h 95237"/>
                <a:gd name="connsiteX25" fmla="*/ 34187 w 67554"/>
                <a:gd name="connsiteY25" fmla="*/ 95238 h 95237"/>
                <a:gd name="connsiteX26" fmla="*/ 0 w 67554"/>
                <a:gd name="connsiteY26" fmla="*/ 95238 h 95237"/>
                <a:gd name="connsiteX27" fmla="*/ 0 w 67554"/>
                <a:gd name="connsiteY27" fmla="*/ 0 h 95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67554" h="95237">
                  <a:moveTo>
                    <a:pt x="12881" y="49756"/>
                  </a:moveTo>
                  <a:lnTo>
                    <a:pt x="12881" y="84648"/>
                  </a:lnTo>
                  <a:lnTo>
                    <a:pt x="33541" y="84648"/>
                  </a:lnTo>
                  <a:cubicBezTo>
                    <a:pt x="40485" y="84648"/>
                    <a:pt x="45603" y="83223"/>
                    <a:pt x="48926" y="80374"/>
                  </a:cubicBezTo>
                  <a:cubicBezTo>
                    <a:pt x="52280" y="77481"/>
                    <a:pt x="53965" y="73080"/>
                    <a:pt x="53965" y="67170"/>
                  </a:cubicBezTo>
                  <a:cubicBezTo>
                    <a:pt x="53965" y="61216"/>
                    <a:pt x="52280" y="56835"/>
                    <a:pt x="48926" y="54029"/>
                  </a:cubicBezTo>
                  <a:cubicBezTo>
                    <a:pt x="45603" y="51181"/>
                    <a:pt x="40485" y="49756"/>
                    <a:pt x="33541" y="49756"/>
                  </a:cubicBezTo>
                  <a:lnTo>
                    <a:pt x="12881" y="49756"/>
                  </a:lnTo>
                  <a:moveTo>
                    <a:pt x="12881" y="10588"/>
                  </a:moveTo>
                  <a:lnTo>
                    <a:pt x="12881" y="39293"/>
                  </a:lnTo>
                  <a:lnTo>
                    <a:pt x="31950" y="39293"/>
                  </a:lnTo>
                  <a:cubicBezTo>
                    <a:pt x="38249" y="39293"/>
                    <a:pt x="42926" y="38123"/>
                    <a:pt x="45981" y="35785"/>
                  </a:cubicBezTo>
                  <a:cubicBezTo>
                    <a:pt x="49083" y="33404"/>
                    <a:pt x="50642" y="29790"/>
                    <a:pt x="50642" y="24942"/>
                  </a:cubicBezTo>
                  <a:cubicBezTo>
                    <a:pt x="50642" y="20136"/>
                    <a:pt x="49083" y="16542"/>
                    <a:pt x="45981" y="14161"/>
                  </a:cubicBezTo>
                  <a:cubicBezTo>
                    <a:pt x="42926" y="11779"/>
                    <a:pt x="38249" y="10588"/>
                    <a:pt x="31950" y="10588"/>
                  </a:cubicBezTo>
                  <a:lnTo>
                    <a:pt x="12881" y="10588"/>
                  </a:lnTo>
                  <a:moveTo>
                    <a:pt x="0" y="0"/>
                  </a:moveTo>
                  <a:lnTo>
                    <a:pt x="32911" y="0"/>
                  </a:lnTo>
                  <a:cubicBezTo>
                    <a:pt x="42737" y="0"/>
                    <a:pt x="50311" y="2041"/>
                    <a:pt x="55618" y="6122"/>
                  </a:cubicBezTo>
                  <a:cubicBezTo>
                    <a:pt x="60925" y="10206"/>
                    <a:pt x="63586" y="16010"/>
                    <a:pt x="63586" y="23537"/>
                  </a:cubicBezTo>
                  <a:cubicBezTo>
                    <a:pt x="63586" y="29363"/>
                    <a:pt x="62232" y="33999"/>
                    <a:pt x="59508" y="37443"/>
                  </a:cubicBezTo>
                  <a:cubicBezTo>
                    <a:pt x="56783" y="40889"/>
                    <a:pt x="52799" y="43036"/>
                    <a:pt x="47524" y="43887"/>
                  </a:cubicBezTo>
                  <a:cubicBezTo>
                    <a:pt x="53854" y="45247"/>
                    <a:pt x="58767" y="48096"/>
                    <a:pt x="62247" y="52434"/>
                  </a:cubicBezTo>
                  <a:cubicBezTo>
                    <a:pt x="65791" y="56728"/>
                    <a:pt x="67554" y="62109"/>
                    <a:pt x="67554" y="68573"/>
                  </a:cubicBezTo>
                  <a:cubicBezTo>
                    <a:pt x="67554" y="77078"/>
                    <a:pt x="64657" y="83649"/>
                    <a:pt x="58878" y="88284"/>
                  </a:cubicBezTo>
                  <a:cubicBezTo>
                    <a:pt x="53099" y="92920"/>
                    <a:pt x="44863" y="95238"/>
                    <a:pt x="34187" y="95238"/>
                  </a:cubicBezTo>
                  <a:lnTo>
                    <a:pt x="0" y="9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8BEF5457-754C-B309-54B8-B80815C75346}"/>
              </a:ext>
            </a:extLst>
          </p:cNvPr>
          <p:cNvGrpSpPr/>
          <p:nvPr/>
        </p:nvGrpSpPr>
        <p:grpSpPr>
          <a:xfrm>
            <a:off x="8945002" y="3280095"/>
            <a:ext cx="80561" cy="42348"/>
            <a:chOff x="3420895" y="2280150"/>
            <a:chExt cx="80561" cy="42348"/>
          </a:xfrm>
        </p:grpSpPr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8C8261AD-E249-E7C6-78FA-2FF0CB9D487C}"/>
                </a:ext>
              </a:extLst>
            </p:cNvPr>
            <p:cNvSpPr/>
            <p:nvPr/>
          </p:nvSpPr>
          <p:spPr>
            <a:xfrm>
              <a:off x="3420895" y="2280150"/>
              <a:ext cx="28202" cy="42348"/>
            </a:xfrm>
            <a:custGeom>
              <a:avLst/>
              <a:gdLst>
                <a:gd name="connsiteX0" fmla="*/ 14109 w 28202"/>
                <a:gd name="connsiteY0" fmla="*/ 4375 h 42348"/>
                <a:gd name="connsiteX1" fmla="*/ 7685 w 28202"/>
                <a:gd name="connsiteY1" fmla="*/ 8585 h 42348"/>
                <a:gd name="connsiteX2" fmla="*/ 5543 w 28202"/>
                <a:gd name="connsiteY2" fmla="*/ 21188 h 42348"/>
                <a:gd name="connsiteX3" fmla="*/ 7685 w 28202"/>
                <a:gd name="connsiteY3" fmla="*/ 33791 h 42348"/>
                <a:gd name="connsiteX4" fmla="*/ 14109 w 28202"/>
                <a:gd name="connsiteY4" fmla="*/ 37974 h 42348"/>
                <a:gd name="connsiteX5" fmla="*/ 20534 w 28202"/>
                <a:gd name="connsiteY5" fmla="*/ 33791 h 42348"/>
                <a:gd name="connsiteX6" fmla="*/ 22691 w 28202"/>
                <a:gd name="connsiteY6" fmla="*/ 21188 h 42348"/>
                <a:gd name="connsiteX7" fmla="*/ 20534 w 28202"/>
                <a:gd name="connsiteY7" fmla="*/ 8585 h 42348"/>
                <a:gd name="connsiteX8" fmla="*/ 14109 w 28202"/>
                <a:gd name="connsiteY8" fmla="*/ 4375 h 42348"/>
                <a:gd name="connsiteX9" fmla="*/ 14109 w 28202"/>
                <a:gd name="connsiteY9" fmla="*/ 0 h 42348"/>
                <a:gd name="connsiteX10" fmla="*/ 24581 w 28202"/>
                <a:gd name="connsiteY10" fmla="*/ 5441 h 42348"/>
                <a:gd name="connsiteX11" fmla="*/ 28203 w 28202"/>
                <a:gd name="connsiteY11" fmla="*/ 21188 h 42348"/>
                <a:gd name="connsiteX12" fmla="*/ 24581 w 28202"/>
                <a:gd name="connsiteY12" fmla="*/ 36934 h 42348"/>
                <a:gd name="connsiteX13" fmla="*/ 14109 w 28202"/>
                <a:gd name="connsiteY13" fmla="*/ 42348 h 42348"/>
                <a:gd name="connsiteX14" fmla="*/ 3606 w 28202"/>
                <a:gd name="connsiteY14" fmla="*/ 36934 h 42348"/>
                <a:gd name="connsiteX15" fmla="*/ 0 w 28202"/>
                <a:gd name="connsiteY15" fmla="*/ 21188 h 42348"/>
                <a:gd name="connsiteX16" fmla="*/ 3606 w 28202"/>
                <a:gd name="connsiteY16" fmla="*/ 5441 h 42348"/>
                <a:gd name="connsiteX17" fmla="*/ 14109 w 28202"/>
                <a:gd name="connsiteY17" fmla="*/ 0 h 42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02" h="42348">
                  <a:moveTo>
                    <a:pt x="14109" y="4375"/>
                  </a:moveTo>
                  <a:cubicBezTo>
                    <a:pt x="11259" y="4375"/>
                    <a:pt x="9118" y="5778"/>
                    <a:pt x="7685" y="8585"/>
                  </a:cubicBezTo>
                  <a:cubicBezTo>
                    <a:pt x="6252" y="11374"/>
                    <a:pt x="5543" y="15574"/>
                    <a:pt x="5543" y="21188"/>
                  </a:cubicBezTo>
                  <a:cubicBezTo>
                    <a:pt x="5543" y="26782"/>
                    <a:pt x="6252" y="30984"/>
                    <a:pt x="7685" y="33791"/>
                  </a:cubicBezTo>
                  <a:cubicBezTo>
                    <a:pt x="9118" y="36580"/>
                    <a:pt x="11259" y="37974"/>
                    <a:pt x="14109" y="37974"/>
                  </a:cubicBezTo>
                  <a:cubicBezTo>
                    <a:pt x="16959" y="37974"/>
                    <a:pt x="19101" y="36580"/>
                    <a:pt x="20534" y="33791"/>
                  </a:cubicBezTo>
                  <a:cubicBezTo>
                    <a:pt x="21967" y="30984"/>
                    <a:pt x="22691" y="26782"/>
                    <a:pt x="22691" y="21188"/>
                  </a:cubicBezTo>
                  <a:cubicBezTo>
                    <a:pt x="22691" y="15574"/>
                    <a:pt x="21967" y="11374"/>
                    <a:pt x="20534" y="8585"/>
                  </a:cubicBezTo>
                  <a:cubicBezTo>
                    <a:pt x="19101" y="5778"/>
                    <a:pt x="16959" y="4375"/>
                    <a:pt x="14109" y="4375"/>
                  </a:cubicBezTo>
                  <a:moveTo>
                    <a:pt x="14109" y="0"/>
                  </a:moveTo>
                  <a:cubicBezTo>
                    <a:pt x="18676" y="0"/>
                    <a:pt x="22172" y="1814"/>
                    <a:pt x="24581" y="5441"/>
                  </a:cubicBezTo>
                  <a:cubicBezTo>
                    <a:pt x="26990" y="9050"/>
                    <a:pt x="28203" y="14298"/>
                    <a:pt x="28203" y="21188"/>
                  </a:cubicBezTo>
                  <a:cubicBezTo>
                    <a:pt x="28203" y="28058"/>
                    <a:pt x="26990" y="33308"/>
                    <a:pt x="24581" y="36934"/>
                  </a:cubicBezTo>
                  <a:cubicBezTo>
                    <a:pt x="22172" y="40544"/>
                    <a:pt x="18676" y="42348"/>
                    <a:pt x="14109" y="42348"/>
                  </a:cubicBezTo>
                  <a:cubicBezTo>
                    <a:pt x="9527" y="42348"/>
                    <a:pt x="6031" y="40544"/>
                    <a:pt x="3606" y="36934"/>
                  </a:cubicBezTo>
                  <a:cubicBezTo>
                    <a:pt x="1197" y="33308"/>
                    <a:pt x="0" y="28058"/>
                    <a:pt x="0" y="21188"/>
                  </a:cubicBezTo>
                  <a:cubicBezTo>
                    <a:pt x="0" y="14298"/>
                    <a:pt x="1197" y="9050"/>
                    <a:pt x="3606" y="5441"/>
                  </a:cubicBezTo>
                  <a:cubicBezTo>
                    <a:pt x="6031" y="1814"/>
                    <a:pt x="9527" y="0"/>
                    <a:pt x="14109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7BF3849C-5F3B-7BD0-1104-527203FF5E44}"/>
                </a:ext>
              </a:extLst>
            </p:cNvPr>
            <p:cNvSpPr/>
            <p:nvPr/>
          </p:nvSpPr>
          <p:spPr>
            <a:xfrm>
              <a:off x="3458814" y="2314760"/>
              <a:ext cx="5763" cy="6944"/>
            </a:xfrm>
            <a:custGeom>
              <a:avLst/>
              <a:gdLst>
                <a:gd name="connsiteX0" fmla="*/ 0 w 5763"/>
                <a:gd name="connsiteY0" fmla="*/ 0 h 6944"/>
                <a:gd name="connsiteX1" fmla="*/ 5763 w 5763"/>
                <a:gd name="connsiteY1" fmla="*/ 0 h 6944"/>
                <a:gd name="connsiteX2" fmla="*/ 5763 w 5763"/>
                <a:gd name="connsiteY2" fmla="*/ 6944 h 6944"/>
                <a:gd name="connsiteX3" fmla="*/ 0 w 5763"/>
                <a:gd name="connsiteY3" fmla="*/ 6944 h 6944"/>
                <a:gd name="connsiteX4" fmla="*/ 0 w 5763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3" h="6944">
                  <a:moveTo>
                    <a:pt x="0" y="0"/>
                  </a:moveTo>
                  <a:lnTo>
                    <a:pt x="5763" y="0"/>
                  </a:lnTo>
                  <a:lnTo>
                    <a:pt x="5763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5B01FE56-1967-6AA9-4F19-AD6A9420F976}"/>
                </a:ext>
              </a:extLst>
            </p:cNvPr>
            <p:cNvSpPr/>
            <p:nvPr/>
          </p:nvSpPr>
          <p:spPr>
            <a:xfrm>
              <a:off x="3475206" y="2280888"/>
              <a:ext cx="26250" cy="40816"/>
            </a:xfrm>
            <a:custGeom>
              <a:avLst/>
              <a:gdLst>
                <a:gd name="connsiteX0" fmla="*/ 0 w 26250"/>
                <a:gd name="connsiteY0" fmla="*/ 0 h 40816"/>
                <a:gd name="connsiteX1" fmla="*/ 26250 w 26250"/>
                <a:gd name="connsiteY1" fmla="*/ 0 h 40816"/>
                <a:gd name="connsiteX2" fmla="*/ 26250 w 26250"/>
                <a:gd name="connsiteY2" fmla="*/ 2351 h 40816"/>
                <a:gd name="connsiteX3" fmla="*/ 11432 w 26250"/>
                <a:gd name="connsiteY3" fmla="*/ 40816 h 40816"/>
                <a:gd name="connsiteX4" fmla="*/ 5669 w 26250"/>
                <a:gd name="connsiteY4" fmla="*/ 40816 h 40816"/>
                <a:gd name="connsiteX5" fmla="*/ 19605 w 26250"/>
                <a:gd name="connsiteY5" fmla="*/ 4647 h 40816"/>
                <a:gd name="connsiteX6" fmla="*/ 0 w 26250"/>
                <a:gd name="connsiteY6" fmla="*/ 4647 h 40816"/>
                <a:gd name="connsiteX7" fmla="*/ 0 w 26250"/>
                <a:gd name="connsiteY7" fmla="*/ 0 h 40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250" h="40816">
                  <a:moveTo>
                    <a:pt x="0" y="0"/>
                  </a:moveTo>
                  <a:lnTo>
                    <a:pt x="26250" y="0"/>
                  </a:lnTo>
                  <a:lnTo>
                    <a:pt x="26250" y="2351"/>
                  </a:lnTo>
                  <a:lnTo>
                    <a:pt x="11432" y="40816"/>
                  </a:lnTo>
                  <a:lnTo>
                    <a:pt x="5669" y="40816"/>
                  </a:lnTo>
                  <a:lnTo>
                    <a:pt x="19605" y="4647"/>
                  </a:lnTo>
                  <a:lnTo>
                    <a:pt x="0" y="46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44E1581A-04A7-F355-B02A-4F5A290AF094}"/>
              </a:ext>
            </a:extLst>
          </p:cNvPr>
          <p:cNvGrpSpPr/>
          <p:nvPr/>
        </p:nvGrpSpPr>
        <p:grpSpPr>
          <a:xfrm>
            <a:off x="8945002" y="4349109"/>
            <a:ext cx="79742" cy="42343"/>
            <a:chOff x="3420895" y="3349164"/>
            <a:chExt cx="79742" cy="42343"/>
          </a:xfrm>
        </p:grpSpPr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CD443314-6238-1816-BDE2-CC6394F1E231}"/>
                </a:ext>
              </a:extLst>
            </p:cNvPr>
            <p:cNvSpPr/>
            <p:nvPr/>
          </p:nvSpPr>
          <p:spPr>
            <a:xfrm>
              <a:off x="3420895" y="3349164"/>
              <a:ext cx="28202" cy="42343"/>
            </a:xfrm>
            <a:custGeom>
              <a:avLst/>
              <a:gdLst>
                <a:gd name="connsiteX0" fmla="*/ 14109 w 28202"/>
                <a:gd name="connsiteY0" fmla="*/ 4378 h 42343"/>
                <a:gd name="connsiteX1" fmla="*/ 7685 w 28202"/>
                <a:gd name="connsiteY1" fmla="*/ 8582 h 42343"/>
                <a:gd name="connsiteX2" fmla="*/ 5543 w 28202"/>
                <a:gd name="connsiteY2" fmla="*/ 21180 h 42343"/>
                <a:gd name="connsiteX3" fmla="*/ 7685 w 28202"/>
                <a:gd name="connsiteY3" fmla="*/ 33793 h 42343"/>
                <a:gd name="connsiteX4" fmla="*/ 14109 w 28202"/>
                <a:gd name="connsiteY4" fmla="*/ 37966 h 42343"/>
                <a:gd name="connsiteX5" fmla="*/ 20534 w 28202"/>
                <a:gd name="connsiteY5" fmla="*/ 33793 h 42343"/>
                <a:gd name="connsiteX6" fmla="*/ 22691 w 28202"/>
                <a:gd name="connsiteY6" fmla="*/ 21180 h 42343"/>
                <a:gd name="connsiteX7" fmla="*/ 20534 w 28202"/>
                <a:gd name="connsiteY7" fmla="*/ 8582 h 42343"/>
                <a:gd name="connsiteX8" fmla="*/ 14109 w 28202"/>
                <a:gd name="connsiteY8" fmla="*/ 4378 h 42343"/>
                <a:gd name="connsiteX9" fmla="*/ 14109 w 28202"/>
                <a:gd name="connsiteY9" fmla="*/ 0 h 42343"/>
                <a:gd name="connsiteX10" fmla="*/ 24581 w 28202"/>
                <a:gd name="connsiteY10" fmla="*/ 5433 h 42343"/>
                <a:gd name="connsiteX11" fmla="*/ 28203 w 28202"/>
                <a:gd name="connsiteY11" fmla="*/ 21180 h 42343"/>
                <a:gd name="connsiteX12" fmla="*/ 24581 w 28202"/>
                <a:gd name="connsiteY12" fmla="*/ 36926 h 42343"/>
                <a:gd name="connsiteX13" fmla="*/ 14109 w 28202"/>
                <a:gd name="connsiteY13" fmla="*/ 42344 h 42343"/>
                <a:gd name="connsiteX14" fmla="*/ 3606 w 28202"/>
                <a:gd name="connsiteY14" fmla="*/ 36926 h 42343"/>
                <a:gd name="connsiteX15" fmla="*/ 0 w 28202"/>
                <a:gd name="connsiteY15" fmla="*/ 21180 h 42343"/>
                <a:gd name="connsiteX16" fmla="*/ 3606 w 28202"/>
                <a:gd name="connsiteY16" fmla="*/ 5433 h 42343"/>
                <a:gd name="connsiteX17" fmla="*/ 14109 w 28202"/>
                <a:gd name="connsiteY17" fmla="*/ 0 h 42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8202" h="42343">
                  <a:moveTo>
                    <a:pt x="14109" y="4378"/>
                  </a:moveTo>
                  <a:cubicBezTo>
                    <a:pt x="11259" y="4378"/>
                    <a:pt x="9118" y="5779"/>
                    <a:pt x="7685" y="8582"/>
                  </a:cubicBezTo>
                  <a:cubicBezTo>
                    <a:pt x="6252" y="11369"/>
                    <a:pt x="5543" y="15574"/>
                    <a:pt x="5543" y="21180"/>
                  </a:cubicBezTo>
                  <a:cubicBezTo>
                    <a:pt x="5543" y="26770"/>
                    <a:pt x="6252" y="30974"/>
                    <a:pt x="7685" y="33793"/>
                  </a:cubicBezTo>
                  <a:cubicBezTo>
                    <a:pt x="9118" y="36580"/>
                    <a:pt x="11259" y="37966"/>
                    <a:pt x="14109" y="37966"/>
                  </a:cubicBezTo>
                  <a:cubicBezTo>
                    <a:pt x="16959" y="37966"/>
                    <a:pt x="19101" y="36580"/>
                    <a:pt x="20534" y="33793"/>
                  </a:cubicBezTo>
                  <a:cubicBezTo>
                    <a:pt x="21967" y="30974"/>
                    <a:pt x="22691" y="26770"/>
                    <a:pt x="22691" y="21180"/>
                  </a:cubicBezTo>
                  <a:cubicBezTo>
                    <a:pt x="22691" y="15574"/>
                    <a:pt x="21967" y="11369"/>
                    <a:pt x="20534" y="8582"/>
                  </a:cubicBezTo>
                  <a:cubicBezTo>
                    <a:pt x="19101" y="5779"/>
                    <a:pt x="16959" y="4378"/>
                    <a:pt x="14109" y="4378"/>
                  </a:cubicBezTo>
                  <a:moveTo>
                    <a:pt x="14109" y="0"/>
                  </a:moveTo>
                  <a:cubicBezTo>
                    <a:pt x="18676" y="0"/>
                    <a:pt x="22172" y="1811"/>
                    <a:pt x="24581" y="5433"/>
                  </a:cubicBezTo>
                  <a:cubicBezTo>
                    <a:pt x="26990" y="9039"/>
                    <a:pt x="28203" y="14298"/>
                    <a:pt x="28203" y="21180"/>
                  </a:cubicBezTo>
                  <a:cubicBezTo>
                    <a:pt x="28203" y="28061"/>
                    <a:pt x="26990" y="33305"/>
                    <a:pt x="24581" y="36926"/>
                  </a:cubicBezTo>
                  <a:cubicBezTo>
                    <a:pt x="22172" y="40533"/>
                    <a:pt x="18676" y="42344"/>
                    <a:pt x="14109" y="42344"/>
                  </a:cubicBezTo>
                  <a:cubicBezTo>
                    <a:pt x="9527" y="42344"/>
                    <a:pt x="6031" y="40533"/>
                    <a:pt x="3606" y="36926"/>
                  </a:cubicBezTo>
                  <a:cubicBezTo>
                    <a:pt x="1197" y="33305"/>
                    <a:pt x="0" y="28061"/>
                    <a:pt x="0" y="21180"/>
                  </a:cubicBezTo>
                  <a:cubicBezTo>
                    <a:pt x="0" y="14298"/>
                    <a:pt x="1197" y="9039"/>
                    <a:pt x="3606" y="5433"/>
                  </a:cubicBezTo>
                  <a:cubicBezTo>
                    <a:pt x="6031" y="1811"/>
                    <a:pt x="9527" y="0"/>
                    <a:pt x="14109" y="0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F129A80-9296-48A8-64AF-FB3DEDEF905C}"/>
                </a:ext>
              </a:extLst>
            </p:cNvPr>
            <p:cNvSpPr/>
            <p:nvPr/>
          </p:nvSpPr>
          <p:spPr>
            <a:xfrm>
              <a:off x="3458814" y="3383775"/>
              <a:ext cx="5763" cy="6944"/>
            </a:xfrm>
            <a:custGeom>
              <a:avLst/>
              <a:gdLst>
                <a:gd name="connsiteX0" fmla="*/ 0 w 5763"/>
                <a:gd name="connsiteY0" fmla="*/ 0 h 6944"/>
                <a:gd name="connsiteX1" fmla="*/ 5763 w 5763"/>
                <a:gd name="connsiteY1" fmla="*/ 0 h 6944"/>
                <a:gd name="connsiteX2" fmla="*/ 5763 w 5763"/>
                <a:gd name="connsiteY2" fmla="*/ 6944 h 6944"/>
                <a:gd name="connsiteX3" fmla="*/ 0 w 5763"/>
                <a:gd name="connsiteY3" fmla="*/ 6944 h 6944"/>
                <a:gd name="connsiteX4" fmla="*/ 0 w 5763"/>
                <a:gd name="connsiteY4" fmla="*/ 0 h 6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3" h="6944">
                  <a:moveTo>
                    <a:pt x="0" y="0"/>
                  </a:moveTo>
                  <a:lnTo>
                    <a:pt x="5763" y="0"/>
                  </a:lnTo>
                  <a:lnTo>
                    <a:pt x="5763" y="6944"/>
                  </a:lnTo>
                  <a:lnTo>
                    <a:pt x="0" y="6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77541570-26E8-15EC-5674-E07A063AAADC}"/>
                </a:ext>
              </a:extLst>
            </p:cNvPr>
            <p:cNvSpPr/>
            <p:nvPr/>
          </p:nvSpPr>
          <p:spPr>
            <a:xfrm>
              <a:off x="3474718" y="3349164"/>
              <a:ext cx="25919" cy="41556"/>
            </a:xfrm>
            <a:custGeom>
              <a:avLst/>
              <a:gdLst>
                <a:gd name="connsiteX0" fmla="*/ 6645 w 25919"/>
                <a:gd name="connsiteY0" fmla="*/ 36911 h 41556"/>
                <a:gd name="connsiteX1" fmla="*/ 25919 w 25919"/>
                <a:gd name="connsiteY1" fmla="*/ 36911 h 41556"/>
                <a:gd name="connsiteX2" fmla="*/ 25919 w 25919"/>
                <a:gd name="connsiteY2" fmla="*/ 41556 h 41556"/>
                <a:gd name="connsiteX3" fmla="*/ 0 w 25919"/>
                <a:gd name="connsiteY3" fmla="*/ 41556 h 41556"/>
                <a:gd name="connsiteX4" fmla="*/ 0 w 25919"/>
                <a:gd name="connsiteY4" fmla="*/ 36911 h 41556"/>
                <a:gd name="connsiteX5" fmla="*/ 8566 w 25919"/>
                <a:gd name="connsiteY5" fmla="*/ 28187 h 41556"/>
                <a:gd name="connsiteX6" fmla="*/ 15401 w 25919"/>
                <a:gd name="connsiteY6" fmla="*/ 21101 h 41556"/>
                <a:gd name="connsiteX7" fmla="*/ 19085 w 25919"/>
                <a:gd name="connsiteY7" fmla="*/ 16078 h 41556"/>
                <a:gd name="connsiteX8" fmla="*/ 20156 w 25919"/>
                <a:gd name="connsiteY8" fmla="*/ 11999 h 41556"/>
                <a:gd name="connsiteX9" fmla="*/ 17857 w 25919"/>
                <a:gd name="connsiteY9" fmla="*/ 6692 h 41556"/>
                <a:gd name="connsiteX10" fmla="*/ 11920 w 25919"/>
                <a:gd name="connsiteY10" fmla="*/ 4645 h 41556"/>
                <a:gd name="connsiteX11" fmla="*/ 6425 w 25919"/>
                <a:gd name="connsiteY11" fmla="*/ 5543 h 41556"/>
                <a:gd name="connsiteX12" fmla="*/ 283 w 25919"/>
                <a:gd name="connsiteY12" fmla="*/ 8283 h 41556"/>
                <a:gd name="connsiteX13" fmla="*/ 283 w 25919"/>
                <a:gd name="connsiteY13" fmla="*/ 2708 h 41556"/>
                <a:gd name="connsiteX14" fmla="*/ 6503 w 25919"/>
                <a:gd name="connsiteY14" fmla="*/ 677 h 41556"/>
                <a:gd name="connsiteX15" fmla="*/ 11810 w 25919"/>
                <a:gd name="connsiteY15" fmla="*/ 0 h 41556"/>
                <a:gd name="connsiteX16" fmla="*/ 21935 w 25919"/>
                <a:gd name="connsiteY16" fmla="*/ 3165 h 41556"/>
                <a:gd name="connsiteX17" fmla="*/ 25699 w 25919"/>
                <a:gd name="connsiteY17" fmla="*/ 11637 h 41556"/>
                <a:gd name="connsiteX18" fmla="*/ 24738 w 25919"/>
                <a:gd name="connsiteY18" fmla="*/ 16424 h 41556"/>
                <a:gd name="connsiteX19" fmla="*/ 21321 w 25919"/>
                <a:gd name="connsiteY19" fmla="*/ 21731 h 41556"/>
                <a:gd name="connsiteX20" fmla="*/ 16975 w 25919"/>
                <a:gd name="connsiteY20" fmla="*/ 26329 h 41556"/>
                <a:gd name="connsiteX21" fmla="*/ 6645 w 25919"/>
                <a:gd name="connsiteY21" fmla="*/ 36911 h 41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5919" h="41556">
                  <a:moveTo>
                    <a:pt x="6645" y="36911"/>
                  </a:moveTo>
                  <a:lnTo>
                    <a:pt x="25919" y="36911"/>
                  </a:lnTo>
                  <a:lnTo>
                    <a:pt x="25919" y="41556"/>
                  </a:lnTo>
                  <a:lnTo>
                    <a:pt x="0" y="41556"/>
                  </a:lnTo>
                  <a:lnTo>
                    <a:pt x="0" y="36911"/>
                  </a:lnTo>
                  <a:cubicBezTo>
                    <a:pt x="2094" y="34738"/>
                    <a:pt x="4960" y="31825"/>
                    <a:pt x="8566" y="28187"/>
                  </a:cubicBezTo>
                  <a:cubicBezTo>
                    <a:pt x="12188" y="24518"/>
                    <a:pt x="14471" y="22156"/>
                    <a:pt x="15401" y="21101"/>
                  </a:cubicBezTo>
                  <a:cubicBezTo>
                    <a:pt x="17164" y="19117"/>
                    <a:pt x="18392" y="17448"/>
                    <a:pt x="19085" y="16078"/>
                  </a:cubicBezTo>
                  <a:cubicBezTo>
                    <a:pt x="19794" y="14692"/>
                    <a:pt x="20156" y="13338"/>
                    <a:pt x="20156" y="11999"/>
                  </a:cubicBezTo>
                  <a:cubicBezTo>
                    <a:pt x="20156" y="9826"/>
                    <a:pt x="19384" y="8062"/>
                    <a:pt x="17857" y="6692"/>
                  </a:cubicBezTo>
                  <a:cubicBezTo>
                    <a:pt x="16345" y="5322"/>
                    <a:pt x="14361" y="4645"/>
                    <a:pt x="11920" y="4645"/>
                  </a:cubicBezTo>
                  <a:cubicBezTo>
                    <a:pt x="10188" y="4645"/>
                    <a:pt x="8362" y="4945"/>
                    <a:pt x="6425" y="5543"/>
                  </a:cubicBezTo>
                  <a:cubicBezTo>
                    <a:pt x="4519" y="6157"/>
                    <a:pt x="2472" y="7070"/>
                    <a:pt x="283" y="8283"/>
                  </a:cubicBezTo>
                  <a:lnTo>
                    <a:pt x="283" y="2708"/>
                  </a:lnTo>
                  <a:cubicBezTo>
                    <a:pt x="2504" y="1811"/>
                    <a:pt x="4567" y="1134"/>
                    <a:pt x="6503" y="677"/>
                  </a:cubicBezTo>
                  <a:cubicBezTo>
                    <a:pt x="8440" y="220"/>
                    <a:pt x="10204" y="0"/>
                    <a:pt x="11810" y="0"/>
                  </a:cubicBezTo>
                  <a:cubicBezTo>
                    <a:pt x="16046" y="0"/>
                    <a:pt x="19416" y="1055"/>
                    <a:pt x="21935" y="3165"/>
                  </a:cubicBezTo>
                  <a:cubicBezTo>
                    <a:pt x="24439" y="5291"/>
                    <a:pt x="25699" y="8110"/>
                    <a:pt x="25699" y="11637"/>
                  </a:cubicBezTo>
                  <a:cubicBezTo>
                    <a:pt x="25699" y="13322"/>
                    <a:pt x="25384" y="14912"/>
                    <a:pt x="24738" y="16424"/>
                  </a:cubicBezTo>
                  <a:cubicBezTo>
                    <a:pt x="24124" y="17920"/>
                    <a:pt x="22975" y="19699"/>
                    <a:pt x="21321" y="21731"/>
                  </a:cubicBezTo>
                  <a:cubicBezTo>
                    <a:pt x="20865" y="22250"/>
                    <a:pt x="19416" y="23794"/>
                    <a:pt x="16975" y="26329"/>
                  </a:cubicBezTo>
                  <a:cubicBezTo>
                    <a:pt x="14534" y="28833"/>
                    <a:pt x="11101" y="32360"/>
                    <a:pt x="6645" y="36911"/>
                  </a:cubicBezTo>
                  <a:close/>
                </a:path>
              </a:pathLst>
            </a:custGeom>
            <a:solidFill>
              <a:srgbClr val="000000"/>
            </a:solidFill>
            <a:ln w="1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DADED51B-352F-2556-5067-992FE3E0A731}"/>
              </a:ext>
            </a:extLst>
          </p:cNvPr>
          <p:cNvCxnSpPr>
            <a:cxnSpLocks/>
            <a:stCxn id="52" idx="2"/>
            <a:endCxn id="85" idx="3"/>
          </p:cNvCxnSpPr>
          <p:nvPr/>
        </p:nvCxnSpPr>
        <p:spPr bwMode="gray">
          <a:xfrm>
            <a:off x="8100136" y="3301241"/>
            <a:ext cx="406901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87CC317-A7A4-6BC4-D643-5D86202B6FF6}"/>
              </a:ext>
            </a:extLst>
          </p:cNvPr>
          <p:cNvCxnSpPr>
            <a:cxnSpLocks/>
            <a:stCxn id="45" idx="2"/>
            <a:endCxn id="70" idx="0"/>
          </p:cNvCxnSpPr>
          <p:nvPr/>
        </p:nvCxnSpPr>
        <p:spPr bwMode="gray">
          <a:xfrm>
            <a:off x="8100136" y="4370257"/>
            <a:ext cx="406901" cy="0"/>
          </a:xfrm>
          <a:prstGeom prst="line">
            <a:avLst/>
          </a:prstGeom>
          <a:ln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006E0C-CD59-9AC4-C71F-FC456CE8EE5E}"/>
                  </a:ext>
                </a:extLst>
              </p:cNvPr>
              <p:cNvSpPr txBox="1"/>
              <p:nvPr/>
            </p:nvSpPr>
            <p:spPr bwMode="gray">
              <a:xfrm>
                <a:off x="6964949" y="2178672"/>
                <a:ext cx="2332495" cy="28110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DE" sz="1200" b="1" dirty="0">
                    <a:solidFill>
                      <a:srgbClr val="C00000"/>
                    </a:solidFill>
                  </a:rPr>
                  <a:t>Fixed-Model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subSup"/>
                        <m:supHide m:val="on"/>
                        <m:ctrlPr>
                          <a:rPr lang="en-DE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20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sz="1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20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006E0C-CD59-9AC4-C71F-FC456CE8E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64949" y="2178672"/>
                <a:ext cx="2332495" cy="281103"/>
              </a:xfrm>
              <a:prstGeom prst="rect">
                <a:avLst/>
              </a:prstGeom>
              <a:blipFill>
                <a:blip r:embed="rId5"/>
                <a:stretch>
                  <a:fillRect t="-91304" b="-1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 Placeholder 1">
                <a:extLst>
                  <a:ext uri="{FF2B5EF4-FFF2-40B4-BE49-F238E27FC236}">
                    <a16:creationId xmlns:a16="http://schemas.microsoft.com/office/drawing/2014/main" id="{2C59CE76-C8A3-CCBD-D8F5-370DAB6A2BDB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1342542" y="4544565"/>
                <a:ext cx="5081794" cy="395809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lIns="0" tIns="0" rIns="0" bIns="0" anchor="ctr"/>
              <a:lstStyle>
                <a:lvl1pPr marL="268288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■"/>
                  <a:defRPr sz="1400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536575" indent="-268288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□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806450" indent="-269875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80000"/>
                  <a:buFont typeface="Arial" panose="020B0604020202020204" pitchFamily="34" charset="0"/>
                  <a:buChar char="–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27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rabicPeriod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540000" indent="-270000" algn="l" defTabSz="914400" rtl="0" eaLnBrk="1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300"/>
                  </a:spcAft>
                  <a:buClr>
                    <a:schemeClr val="accent1"/>
                  </a:buClr>
                  <a:buSzPct val="100000"/>
                  <a:buFont typeface="+mj-lt"/>
                  <a:buAutoNum type="alphaLcParenR"/>
                  <a:defRPr sz="1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100000"/>
                  <a:buFont typeface="+mj-lt"/>
                  <a:buNone/>
                  <a:defRPr sz="1600" kern="1200" cap="all" baseline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Clr>
                    <a:schemeClr val="accent1"/>
                  </a:buClr>
                  <a:buSzPct val="90000"/>
                  <a:buFont typeface="Arial" panose="020B0604020202020204" pitchFamily="34" charset="0"/>
                  <a:buNone/>
                  <a:defRPr sz="160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0" indent="0" algn="l" defTabSz="914400" rtl="0" eaLnBrk="1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400"/>
                  </a:spcAft>
                  <a:buFont typeface="Arial" panose="020B0604020202020204" pitchFamily="34" charset="0"/>
                  <a:buNone/>
                  <a:defRPr sz="1600" b="0" kern="1200" cap="all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dirty="0"/>
                  <a:t>The length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equals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99" name="Text Placeholder 1">
                <a:extLst>
                  <a:ext uri="{FF2B5EF4-FFF2-40B4-BE49-F238E27FC236}">
                    <a16:creationId xmlns:a16="http://schemas.microsoft.com/office/drawing/2014/main" id="{2C59CE76-C8A3-CCBD-D8F5-370DAB6A2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342542" y="4544565"/>
                <a:ext cx="5081794" cy="3958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89445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00"/>
                            </p:stCondLst>
                            <p:childTnLst>
                              <p:par>
                                <p:cTn id="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5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animBg="1"/>
      <p:bldP spid="7" grpId="0"/>
      <p:bldP spid="97" grpId="0"/>
      <p:bldP spid="9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5F630E96-CF40-9F6D-CD6E-71B4E65DFB73}"/>
              </a:ext>
            </a:extLst>
          </p:cNvPr>
          <p:cNvCxnSpPr>
            <a:cxnSpLocks/>
          </p:cNvCxnSpPr>
          <p:nvPr/>
        </p:nvCxnSpPr>
        <p:spPr bwMode="gray">
          <a:xfrm flipH="1" flipV="1">
            <a:off x="5462887" y="2136222"/>
            <a:ext cx="1487789" cy="971502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DC8AF2FC-6CA9-FFFC-3399-38834EA9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Arithmetic Coding: Fixed Probability Model</a:t>
            </a:r>
          </a:p>
        </p:txBody>
      </p: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A31A6DE6-B79B-97D7-5ADF-36CB26D8CF5B}"/>
              </a:ext>
            </a:extLst>
          </p:cNvPr>
          <p:cNvGrpSpPr/>
          <p:nvPr/>
        </p:nvGrpSpPr>
        <p:grpSpPr>
          <a:xfrm>
            <a:off x="639044" y="4539897"/>
            <a:ext cx="429910" cy="323326"/>
            <a:chOff x="1272640" y="4154883"/>
            <a:chExt cx="429910" cy="323326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844E0DF-620C-19E2-949B-52AC05045248}"/>
                </a:ext>
              </a:extLst>
            </p:cNvPr>
            <p:cNvSpPr/>
            <p:nvPr/>
          </p:nvSpPr>
          <p:spPr>
            <a:xfrm>
              <a:off x="1272640" y="4154883"/>
              <a:ext cx="429910" cy="323326"/>
            </a:xfrm>
            <a:custGeom>
              <a:avLst/>
              <a:gdLst>
                <a:gd name="connsiteX0" fmla="*/ 0 w 429910"/>
                <a:gd name="connsiteY0" fmla="*/ 323326 h 323326"/>
                <a:gd name="connsiteX1" fmla="*/ 429911 w 429910"/>
                <a:gd name="connsiteY1" fmla="*/ 323326 h 323326"/>
                <a:gd name="connsiteX2" fmla="*/ 429911 w 429910"/>
                <a:gd name="connsiteY2" fmla="*/ 0 h 323326"/>
                <a:gd name="connsiteX3" fmla="*/ 0 w 429910"/>
                <a:gd name="connsiteY3" fmla="*/ 0 h 323326"/>
                <a:gd name="connsiteX4" fmla="*/ 0 w 429910"/>
                <a:gd name="connsiteY4" fmla="*/ 323326 h 32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323326">
                  <a:moveTo>
                    <a:pt x="0" y="323326"/>
                  </a:moveTo>
                  <a:lnTo>
                    <a:pt x="429911" y="323326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32332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2472B4DD-DE92-4052-3EFE-F5E9A5BD1D00}"/>
                </a:ext>
              </a:extLst>
            </p:cNvPr>
            <p:cNvSpPr/>
            <p:nvPr/>
          </p:nvSpPr>
          <p:spPr>
            <a:xfrm>
              <a:off x="1477804" y="4244537"/>
              <a:ext cx="19583" cy="144017"/>
            </a:xfrm>
            <a:custGeom>
              <a:avLst/>
              <a:gdLst>
                <a:gd name="connsiteX0" fmla="*/ 0 w 19583"/>
                <a:gd name="connsiteY0" fmla="*/ 119515 h 144017"/>
                <a:gd name="connsiteX1" fmla="*/ 19583 w 19583"/>
                <a:gd name="connsiteY1" fmla="*/ 119515 h 144017"/>
                <a:gd name="connsiteX2" fmla="*/ 19583 w 19583"/>
                <a:gd name="connsiteY2" fmla="*/ 144018 h 144017"/>
                <a:gd name="connsiteX3" fmla="*/ 0 w 19583"/>
                <a:gd name="connsiteY3" fmla="*/ 144018 h 144017"/>
                <a:gd name="connsiteX4" fmla="*/ 0 w 19583"/>
                <a:gd name="connsiteY4" fmla="*/ 119515 h 144017"/>
                <a:gd name="connsiteX5" fmla="*/ 0 w 19583"/>
                <a:gd name="connsiteY5" fmla="*/ 0 h 144017"/>
                <a:gd name="connsiteX6" fmla="*/ 19583 w 19583"/>
                <a:gd name="connsiteY6" fmla="*/ 0 h 144017"/>
                <a:gd name="connsiteX7" fmla="*/ 19583 w 19583"/>
                <a:gd name="connsiteY7" fmla="*/ 63175 h 144017"/>
                <a:gd name="connsiteX8" fmla="*/ 17655 w 19583"/>
                <a:gd name="connsiteY8" fmla="*/ 97607 h 144017"/>
                <a:gd name="connsiteX9" fmla="*/ 2026 w 19583"/>
                <a:gd name="connsiteY9" fmla="*/ 97607 h 144017"/>
                <a:gd name="connsiteX10" fmla="*/ 0 w 19583"/>
                <a:gd name="connsiteY10" fmla="*/ 63175 h 144017"/>
                <a:gd name="connsiteX11" fmla="*/ 0 w 19583"/>
                <a:gd name="connsiteY11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583" h="144017">
                  <a:moveTo>
                    <a:pt x="0" y="119515"/>
                  </a:moveTo>
                  <a:lnTo>
                    <a:pt x="19583" y="119515"/>
                  </a:lnTo>
                  <a:lnTo>
                    <a:pt x="19583" y="144018"/>
                  </a:lnTo>
                  <a:lnTo>
                    <a:pt x="0" y="144018"/>
                  </a:lnTo>
                  <a:lnTo>
                    <a:pt x="0" y="119515"/>
                  </a:lnTo>
                  <a:moveTo>
                    <a:pt x="0" y="0"/>
                  </a:moveTo>
                  <a:lnTo>
                    <a:pt x="19583" y="0"/>
                  </a:lnTo>
                  <a:lnTo>
                    <a:pt x="19583" y="63175"/>
                  </a:lnTo>
                  <a:lnTo>
                    <a:pt x="17655" y="97607"/>
                  </a:lnTo>
                  <a:lnTo>
                    <a:pt x="2026" y="97607"/>
                  </a:lnTo>
                  <a:lnTo>
                    <a:pt x="0" y="63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E8BAC3A5-6C8D-6917-CB56-80837FE1CF3F}"/>
              </a:ext>
            </a:extLst>
          </p:cNvPr>
          <p:cNvGrpSpPr/>
          <p:nvPr/>
        </p:nvGrpSpPr>
        <p:grpSpPr>
          <a:xfrm>
            <a:off x="1105099" y="4507917"/>
            <a:ext cx="121253" cy="64055"/>
            <a:chOff x="1715448" y="4122903"/>
            <a:chExt cx="121253" cy="64055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4A0F9E79-7860-FD6E-DD6D-1F5D58E96DB3}"/>
                </a:ext>
              </a:extLst>
            </p:cNvPr>
            <p:cNvSpPr/>
            <p:nvPr/>
          </p:nvSpPr>
          <p:spPr>
            <a:xfrm>
              <a:off x="1715448" y="4122903"/>
              <a:ext cx="42664" cy="64055"/>
            </a:xfrm>
            <a:custGeom>
              <a:avLst/>
              <a:gdLst>
                <a:gd name="connsiteX0" fmla="*/ 21334 w 42664"/>
                <a:gd name="connsiteY0" fmla="*/ 6620 h 64055"/>
                <a:gd name="connsiteX1" fmla="*/ 11618 w 42664"/>
                <a:gd name="connsiteY1" fmla="*/ 12978 h 64055"/>
                <a:gd name="connsiteX2" fmla="*/ 8394 w 42664"/>
                <a:gd name="connsiteY2" fmla="*/ 32052 h 64055"/>
                <a:gd name="connsiteX3" fmla="*/ 11618 w 42664"/>
                <a:gd name="connsiteY3" fmla="*/ 51102 h 64055"/>
                <a:gd name="connsiteX4" fmla="*/ 21334 w 42664"/>
                <a:gd name="connsiteY4" fmla="*/ 57436 h 64055"/>
                <a:gd name="connsiteX5" fmla="*/ 31049 w 42664"/>
                <a:gd name="connsiteY5" fmla="*/ 51102 h 64055"/>
                <a:gd name="connsiteX6" fmla="*/ 34314 w 42664"/>
                <a:gd name="connsiteY6" fmla="*/ 32052 h 64055"/>
                <a:gd name="connsiteX7" fmla="*/ 31049 w 42664"/>
                <a:gd name="connsiteY7" fmla="*/ 12978 h 64055"/>
                <a:gd name="connsiteX8" fmla="*/ 21334 w 42664"/>
                <a:gd name="connsiteY8" fmla="*/ 6620 h 64055"/>
                <a:gd name="connsiteX9" fmla="*/ 21334 w 42664"/>
                <a:gd name="connsiteY9" fmla="*/ 0 h 64055"/>
                <a:gd name="connsiteX10" fmla="*/ 37167 w 42664"/>
                <a:gd name="connsiteY10" fmla="*/ 8239 h 64055"/>
                <a:gd name="connsiteX11" fmla="*/ 42665 w 42664"/>
                <a:gd name="connsiteY11" fmla="*/ 32052 h 64055"/>
                <a:gd name="connsiteX12" fmla="*/ 37167 w 42664"/>
                <a:gd name="connsiteY12" fmla="*/ 55864 h 64055"/>
                <a:gd name="connsiteX13" fmla="*/ 21334 w 42664"/>
                <a:gd name="connsiteY13" fmla="*/ 64056 h 64055"/>
                <a:gd name="connsiteX14" fmla="*/ 5458 w 42664"/>
                <a:gd name="connsiteY14" fmla="*/ 55864 h 64055"/>
                <a:gd name="connsiteX15" fmla="*/ 0 w 42664"/>
                <a:gd name="connsiteY15" fmla="*/ 32052 h 64055"/>
                <a:gd name="connsiteX16" fmla="*/ 5458 w 42664"/>
                <a:gd name="connsiteY16" fmla="*/ 8239 h 64055"/>
                <a:gd name="connsiteX17" fmla="*/ 21334 w 42664"/>
                <a:gd name="connsiteY17" fmla="*/ 0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4" h="64055">
                  <a:moveTo>
                    <a:pt x="21334" y="6620"/>
                  </a:moveTo>
                  <a:cubicBezTo>
                    <a:pt x="17033" y="6620"/>
                    <a:pt x="13795" y="8739"/>
                    <a:pt x="11618" y="12978"/>
                  </a:cubicBezTo>
                  <a:cubicBezTo>
                    <a:pt x="9468" y="17193"/>
                    <a:pt x="8394" y="23551"/>
                    <a:pt x="8394" y="32052"/>
                  </a:cubicBezTo>
                  <a:cubicBezTo>
                    <a:pt x="8394" y="40505"/>
                    <a:pt x="9468" y="46863"/>
                    <a:pt x="11618" y="51102"/>
                  </a:cubicBezTo>
                  <a:cubicBezTo>
                    <a:pt x="13795" y="55316"/>
                    <a:pt x="17033" y="57436"/>
                    <a:pt x="21334" y="57436"/>
                  </a:cubicBezTo>
                  <a:cubicBezTo>
                    <a:pt x="25660" y="57436"/>
                    <a:pt x="28899" y="55316"/>
                    <a:pt x="31049" y="51102"/>
                  </a:cubicBezTo>
                  <a:cubicBezTo>
                    <a:pt x="33226" y="46863"/>
                    <a:pt x="34314" y="40505"/>
                    <a:pt x="34314" y="32052"/>
                  </a:cubicBezTo>
                  <a:cubicBezTo>
                    <a:pt x="34314" y="23551"/>
                    <a:pt x="33226" y="17193"/>
                    <a:pt x="31049" y="12978"/>
                  </a:cubicBezTo>
                  <a:cubicBezTo>
                    <a:pt x="28899" y="8739"/>
                    <a:pt x="25660" y="6620"/>
                    <a:pt x="21334" y="6620"/>
                  </a:cubicBezTo>
                  <a:moveTo>
                    <a:pt x="21334" y="0"/>
                  </a:moveTo>
                  <a:cubicBezTo>
                    <a:pt x="28251" y="0"/>
                    <a:pt x="33528" y="2738"/>
                    <a:pt x="37167" y="8239"/>
                  </a:cubicBezTo>
                  <a:cubicBezTo>
                    <a:pt x="40831" y="13692"/>
                    <a:pt x="42665" y="21645"/>
                    <a:pt x="42665" y="32052"/>
                  </a:cubicBezTo>
                  <a:cubicBezTo>
                    <a:pt x="42665" y="42434"/>
                    <a:pt x="40831" y="50363"/>
                    <a:pt x="37167" y="55864"/>
                  </a:cubicBezTo>
                  <a:cubicBezTo>
                    <a:pt x="33528" y="61317"/>
                    <a:pt x="28251" y="64056"/>
                    <a:pt x="21334" y="64056"/>
                  </a:cubicBezTo>
                  <a:cubicBezTo>
                    <a:pt x="14416" y="64056"/>
                    <a:pt x="9123" y="61317"/>
                    <a:pt x="5458" y="55864"/>
                  </a:cubicBezTo>
                  <a:cubicBezTo>
                    <a:pt x="1819" y="50363"/>
                    <a:pt x="0" y="42434"/>
                    <a:pt x="0" y="32052"/>
                  </a:cubicBezTo>
                  <a:cubicBezTo>
                    <a:pt x="0" y="21645"/>
                    <a:pt x="1819" y="13692"/>
                    <a:pt x="5458" y="8239"/>
                  </a:cubicBezTo>
                  <a:cubicBezTo>
                    <a:pt x="9123" y="2738"/>
                    <a:pt x="14416" y="0"/>
                    <a:pt x="2133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4BC9E5B4-E1B9-2A80-C444-B248CA923CE9}"/>
                </a:ext>
              </a:extLst>
            </p:cNvPr>
            <p:cNvSpPr/>
            <p:nvPr/>
          </p:nvSpPr>
          <p:spPr>
            <a:xfrm>
              <a:off x="1772788" y="4175243"/>
              <a:ext cx="8722" cy="10501"/>
            </a:xfrm>
            <a:custGeom>
              <a:avLst/>
              <a:gdLst>
                <a:gd name="connsiteX0" fmla="*/ 0 w 8722"/>
                <a:gd name="connsiteY0" fmla="*/ 0 h 10501"/>
                <a:gd name="connsiteX1" fmla="*/ 8723 w 8722"/>
                <a:gd name="connsiteY1" fmla="*/ 0 h 10501"/>
                <a:gd name="connsiteX2" fmla="*/ 8723 w 8722"/>
                <a:gd name="connsiteY2" fmla="*/ 10501 h 10501"/>
                <a:gd name="connsiteX3" fmla="*/ 0 w 8722"/>
                <a:gd name="connsiteY3" fmla="*/ 10501 h 10501"/>
                <a:gd name="connsiteX4" fmla="*/ 0 w 8722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" h="10501">
                  <a:moveTo>
                    <a:pt x="0" y="0"/>
                  </a:moveTo>
                  <a:lnTo>
                    <a:pt x="8723" y="0"/>
                  </a:lnTo>
                  <a:lnTo>
                    <a:pt x="8723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7FDFEC83-10E8-3653-6389-7B72D6794F36}"/>
                </a:ext>
              </a:extLst>
            </p:cNvPr>
            <p:cNvSpPr/>
            <p:nvPr/>
          </p:nvSpPr>
          <p:spPr>
            <a:xfrm>
              <a:off x="1799949" y="4124022"/>
              <a:ext cx="36752" cy="61722"/>
            </a:xfrm>
            <a:custGeom>
              <a:avLst/>
              <a:gdLst>
                <a:gd name="connsiteX0" fmla="*/ 1200 w 36752"/>
                <a:gd name="connsiteY0" fmla="*/ 54697 h 61722"/>
                <a:gd name="connsiteX1" fmla="*/ 14842 w 36752"/>
                <a:gd name="connsiteY1" fmla="*/ 54697 h 61722"/>
                <a:gd name="connsiteX2" fmla="*/ 14842 w 36752"/>
                <a:gd name="connsiteY2" fmla="*/ 7620 h 61722"/>
                <a:gd name="connsiteX3" fmla="*/ 0 w 36752"/>
                <a:gd name="connsiteY3" fmla="*/ 10597 h 61722"/>
                <a:gd name="connsiteX4" fmla="*/ 0 w 36752"/>
                <a:gd name="connsiteY4" fmla="*/ 2977 h 61722"/>
                <a:gd name="connsiteX5" fmla="*/ 14759 w 36752"/>
                <a:gd name="connsiteY5" fmla="*/ 0 h 61722"/>
                <a:gd name="connsiteX6" fmla="*/ 23110 w 36752"/>
                <a:gd name="connsiteY6" fmla="*/ 0 h 61722"/>
                <a:gd name="connsiteX7" fmla="*/ 23110 w 36752"/>
                <a:gd name="connsiteY7" fmla="*/ 54697 h 61722"/>
                <a:gd name="connsiteX8" fmla="*/ 36752 w 36752"/>
                <a:gd name="connsiteY8" fmla="*/ 54697 h 61722"/>
                <a:gd name="connsiteX9" fmla="*/ 36752 w 36752"/>
                <a:gd name="connsiteY9" fmla="*/ 61722 h 61722"/>
                <a:gd name="connsiteX10" fmla="*/ 1200 w 36752"/>
                <a:gd name="connsiteY10" fmla="*/ 61722 h 61722"/>
                <a:gd name="connsiteX11" fmla="*/ 1200 w 36752"/>
                <a:gd name="connsiteY11" fmla="*/ 54697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52" h="61722">
                  <a:moveTo>
                    <a:pt x="1200" y="54697"/>
                  </a:moveTo>
                  <a:lnTo>
                    <a:pt x="14842" y="54697"/>
                  </a:lnTo>
                  <a:lnTo>
                    <a:pt x="14842" y="7620"/>
                  </a:lnTo>
                  <a:lnTo>
                    <a:pt x="0" y="10597"/>
                  </a:lnTo>
                  <a:lnTo>
                    <a:pt x="0" y="2977"/>
                  </a:lnTo>
                  <a:lnTo>
                    <a:pt x="14759" y="0"/>
                  </a:lnTo>
                  <a:lnTo>
                    <a:pt x="23110" y="0"/>
                  </a:lnTo>
                  <a:lnTo>
                    <a:pt x="23110" y="54697"/>
                  </a:lnTo>
                  <a:lnTo>
                    <a:pt x="36752" y="54697"/>
                  </a:lnTo>
                  <a:lnTo>
                    <a:pt x="36752" y="61722"/>
                  </a:lnTo>
                  <a:lnTo>
                    <a:pt x="1200" y="61722"/>
                  </a:lnTo>
                  <a:lnTo>
                    <a:pt x="1200" y="54697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1583A695-2E24-855F-B2D2-A5F13F04569C}"/>
              </a:ext>
            </a:extLst>
          </p:cNvPr>
          <p:cNvGrpSpPr/>
          <p:nvPr/>
        </p:nvGrpSpPr>
        <p:grpSpPr>
          <a:xfrm>
            <a:off x="639044" y="3893269"/>
            <a:ext cx="429910" cy="646628"/>
            <a:chOff x="1272640" y="3508255"/>
            <a:chExt cx="429910" cy="646628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43C812C-9DD2-1B79-E02A-389B7B3DA311}"/>
                </a:ext>
              </a:extLst>
            </p:cNvPr>
            <p:cNvSpPr/>
            <p:nvPr/>
          </p:nvSpPr>
          <p:spPr>
            <a:xfrm>
              <a:off x="1272640" y="3508255"/>
              <a:ext cx="429910" cy="646628"/>
            </a:xfrm>
            <a:custGeom>
              <a:avLst/>
              <a:gdLst>
                <a:gd name="connsiteX0" fmla="*/ 0 w 429910"/>
                <a:gd name="connsiteY0" fmla="*/ 646628 h 646628"/>
                <a:gd name="connsiteX1" fmla="*/ 429911 w 429910"/>
                <a:gd name="connsiteY1" fmla="*/ 646628 h 646628"/>
                <a:gd name="connsiteX2" fmla="*/ 429911 w 429910"/>
                <a:gd name="connsiteY2" fmla="*/ 0 h 646628"/>
                <a:gd name="connsiteX3" fmla="*/ 0 w 429910"/>
                <a:gd name="connsiteY3" fmla="*/ 0 h 646628"/>
                <a:gd name="connsiteX4" fmla="*/ 0 w 429910"/>
                <a:gd name="connsiteY4" fmla="*/ 646628 h 646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646628">
                  <a:moveTo>
                    <a:pt x="0" y="646628"/>
                  </a:moveTo>
                  <a:lnTo>
                    <a:pt x="429911" y="646628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646628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27C5F935-64D1-86E8-1FF6-CA55FC7A9624}"/>
                </a:ext>
              </a:extLst>
            </p:cNvPr>
            <p:cNvSpPr/>
            <p:nvPr/>
          </p:nvSpPr>
          <p:spPr>
            <a:xfrm>
              <a:off x="1442790" y="3759572"/>
              <a:ext cx="89613" cy="144017"/>
            </a:xfrm>
            <a:custGeom>
              <a:avLst/>
              <a:gdLst>
                <a:gd name="connsiteX0" fmla="*/ 0 w 89613"/>
                <a:gd name="connsiteY0" fmla="*/ 0 h 144017"/>
                <a:gd name="connsiteX1" fmla="*/ 19486 w 89613"/>
                <a:gd name="connsiteY1" fmla="*/ 0 h 144017"/>
                <a:gd name="connsiteX2" fmla="*/ 19486 w 89613"/>
                <a:gd name="connsiteY2" fmla="*/ 127611 h 144017"/>
                <a:gd name="connsiteX3" fmla="*/ 89614 w 89613"/>
                <a:gd name="connsiteY3" fmla="*/ 127611 h 144017"/>
                <a:gd name="connsiteX4" fmla="*/ 89614 w 89613"/>
                <a:gd name="connsiteY4" fmla="*/ 144018 h 144017"/>
                <a:gd name="connsiteX5" fmla="*/ 0 w 89613"/>
                <a:gd name="connsiteY5" fmla="*/ 144018 h 144017"/>
                <a:gd name="connsiteX6" fmla="*/ 0 w 89613"/>
                <a:gd name="connsiteY6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13" h="144017">
                  <a:moveTo>
                    <a:pt x="0" y="0"/>
                  </a:moveTo>
                  <a:lnTo>
                    <a:pt x="19486" y="0"/>
                  </a:lnTo>
                  <a:lnTo>
                    <a:pt x="19486" y="127611"/>
                  </a:lnTo>
                  <a:lnTo>
                    <a:pt x="89614" y="127611"/>
                  </a:lnTo>
                  <a:lnTo>
                    <a:pt x="89614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7CDFBFDC-2AD9-9D25-B19B-2D0560607F27}"/>
              </a:ext>
            </a:extLst>
          </p:cNvPr>
          <p:cNvGrpSpPr/>
          <p:nvPr/>
        </p:nvGrpSpPr>
        <p:grpSpPr>
          <a:xfrm>
            <a:off x="1105099" y="3861312"/>
            <a:ext cx="122286" cy="64031"/>
            <a:chOff x="1715448" y="3476298"/>
            <a:chExt cx="122286" cy="64031"/>
          </a:xfrm>
        </p:grpSpPr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15CF93DD-6165-A748-29E6-2E3A3BE7BF45}"/>
                </a:ext>
              </a:extLst>
            </p:cNvPr>
            <p:cNvSpPr/>
            <p:nvPr/>
          </p:nvSpPr>
          <p:spPr>
            <a:xfrm>
              <a:off x="1715448" y="3476298"/>
              <a:ext cx="42664" cy="64031"/>
            </a:xfrm>
            <a:custGeom>
              <a:avLst/>
              <a:gdLst>
                <a:gd name="connsiteX0" fmla="*/ 21334 w 42664"/>
                <a:gd name="connsiteY0" fmla="*/ 6596 h 64031"/>
                <a:gd name="connsiteX1" fmla="*/ 11618 w 42664"/>
                <a:gd name="connsiteY1" fmla="*/ 12978 h 64031"/>
                <a:gd name="connsiteX2" fmla="*/ 8394 w 42664"/>
                <a:gd name="connsiteY2" fmla="*/ 32028 h 64031"/>
                <a:gd name="connsiteX3" fmla="*/ 11618 w 42664"/>
                <a:gd name="connsiteY3" fmla="*/ 51078 h 64031"/>
                <a:gd name="connsiteX4" fmla="*/ 21334 w 42664"/>
                <a:gd name="connsiteY4" fmla="*/ 57412 h 64031"/>
                <a:gd name="connsiteX5" fmla="*/ 31049 w 42664"/>
                <a:gd name="connsiteY5" fmla="*/ 51078 h 64031"/>
                <a:gd name="connsiteX6" fmla="*/ 34314 w 42664"/>
                <a:gd name="connsiteY6" fmla="*/ 32028 h 64031"/>
                <a:gd name="connsiteX7" fmla="*/ 31049 w 42664"/>
                <a:gd name="connsiteY7" fmla="*/ 12978 h 64031"/>
                <a:gd name="connsiteX8" fmla="*/ 21334 w 42664"/>
                <a:gd name="connsiteY8" fmla="*/ 6596 h 64031"/>
                <a:gd name="connsiteX9" fmla="*/ 21334 w 42664"/>
                <a:gd name="connsiteY9" fmla="*/ 0 h 64031"/>
                <a:gd name="connsiteX10" fmla="*/ 37167 w 42664"/>
                <a:gd name="connsiteY10" fmla="*/ 8215 h 64031"/>
                <a:gd name="connsiteX11" fmla="*/ 42665 w 42664"/>
                <a:gd name="connsiteY11" fmla="*/ 32028 h 64031"/>
                <a:gd name="connsiteX12" fmla="*/ 37167 w 42664"/>
                <a:gd name="connsiteY12" fmla="*/ 55840 h 64031"/>
                <a:gd name="connsiteX13" fmla="*/ 21334 w 42664"/>
                <a:gd name="connsiteY13" fmla="*/ 64032 h 64031"/>
                <a:gd name="connsiteX14" fmla="*/ 5458 w 42664"/>
                <a:gd name="connsiteY14" fmla="*/ 55840 h 64031"/>
                <a:gd name="connsiteX15" fmla="*/ 0 w 42664"/>
                <a:gd name="connsiteY15" fmla="*/ 32028 h 64031"/>
                <a:gd name="connsiteX16" fmla="*/ 5458 w 42664"/>
                <a:gd name="connsiteY16" fmla="*/ 8215 h 64031"/>
                <a:gd name="connsiteX17" fmla="*/ 21334 w 42664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4" h="64031">
                  <a:moveTo>
                    <a:pt x="21334" y="6596"/>
                  </a:moveTo>
                  <a:cubicBezTo>
                    <a:pt x="17033" y="6596"/>
                    <a:pt x="13795" y="8715"/>
                    <a:pt x="11618" y="12978"/>
                  </a:cubicBezTo>
                  <a:cubicBezTo>
                    <a:pt x="9468" y="17193"/>
                    <a:pt x="8394" y="23527"/>
                    <a:pt x="8394" y="32028"/>
                  </a:cubicBezTo>
                  <a:cubicBezTo>
                    <a:pt x="8394" y="40481"/>
                    <a:pt x="9468" y="46839"/>
                    <a:pt x="11618" y="51078"/>
                  </a:cubicBezTo>
                  <a:cubicBezTo>
                    <a:pt x="13795" y="55293"/>
                    <a:pt x="17033" y="57412"/>
                    <a:pt x="21334" y="57412"/>
                  </a:cubicBezTo>
                  <a:cubicBezTo>
                    <a:pt x="25660" y="57412"/>
                    <a:pt x="28899" y="55293"/>
                    <a:pt x="31049" y="51078"/>
                  </a:cubicBezTo>
                  <a:cubicBezTo>
                    <a:pt x="33226" y="46839"/>
                    <a:pt x="34314" y="40481"/>
                    <a:pt x="34314" y="32028"/>
                  </a:cubicBezTo>
                  <a:cubicBezTo>
                    <a:pt x="34314" y="23527"/>
                    <a:pt x="33226" y="17193"/>
                    <a:pt x="31049" y="12978"/>
                  </a:cubicBezTo>
                  <a:cubicBezTo>
                    <a:pt x="28899" y="8715"/>
                    <a:pt x="25660" y="6596"/>
                    <a:pt x="21334" y="6596"/>
                  </a:cubicBezTo>
                  <a:moveTo>
                    <a:pt x="21334" y="0"/>
                  </a:moveTo>
                  <a:cubicBezTo>
                    <a:pt x="28251" y="0"/>
                    <a:pt x="33528" y="2738"/>
                    <a:pt x="37167" y="8215"/>
                  </a:cubicBezTo>
                  <a:cubicBezTo>
                    <a:pt x="40831" y="13668"/>
                    <a:pt x="42665" y="21622"/>
                    <a:pt x="42665" y="32028"/>
                  </a:cubicBezTo>
                  <a:cubicBezTo>
                    <a:pt x="42665" y="42434"/>
                    <a:pt x="40831" y="50363"/>
                    <a:pt x="37167" y="55840"/>
                  </a:cubicBezTo>
                  <a:cubicBezTo>
                    <a:pt x="33528" y="61293"/>
                    <a:pt x="28251" y="64032"/>
                    <a:pt x="21334" y="64032"/>
                  </a:cubicBezTo>
                  <a:cubicBezTo>
                    <a:pt x="14416" y="64032"/>
                    <a:pt x="9123" y="61293"/>
                    <a:pt x="5458" y="55840"/>
                  </a:cubicBezTo>
                  <a:cubicBezTo>
                    <a:pt x="1819" y="50363"/>
                    <a:pt x="0" y="42434"/>
                    <a:pt x="0" y="32028"/>
                  </a:cubicBezTo>
                  <a:cubicBezTo>
                    <a:pt x="0" y="21622"/>
                    <a:pt x="1819" y="13668"/>
                    <a:pt x="5458" y="8215"/>
                  </a:cubicBezTo>
                  <a:cubicBezTo>
                    <a:pt x="9123" y="2738"/>
                    <a:pt x="14416" y="0"/>
                    <a:pt x="2133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1CCD83C3-663C-378A-7478-11FBF95B01DB}"/>
                </a:ext>
              </a:extLst>
            </p:cNvPr>
            <p:cNvSpPr/>
            <p:nvPr/>
          </p:nvSpPr>
          <p:spPr>
            <a:xfrm>
              <a:off x="1772788" y="3528614"/>
              <a:ext cx="8722" cy="10501"/>
            </a:xfrm>
            <a:custGeom>
              <a:avLst/>
              <a:gdLst>
                <a:gd name="connsiteX0" fmla="*/ 0 w 8722"/>
                <a:gd name="connsiteY0" fmla="*/ 0 h 10501"/>
                <a:gd name="connsiteX1" fmla="*/ 8723 w 8722"/>
                <a:gd name="connsiteY1" fmla="*/ 0 h 10501"/>
                <a:gd name="connsiteX2" fmla="*/ 8723 w 8722"/>
                <a:gd name="connsiteY2" fmla="*/ 10501 h 10501"/>
                <a:gd name="connsiteX3" fmla="*/ 0 w 8722"/>
                <a:gd name="connsiteY3" fmla="*/ 10501 h 10501"/>
                <a:gd name="connsiteX4" fmla="*/ 0 w 8722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" h="10501">
                  <a:moveTo>
                    <a:pt x="0" y="0"/>
                  </a:moveTo>
                  <a:lnTo>
                    <a:pt x="8723" y="0"/>
                  </a:lnTo>
                  <a:lnTo>
                    <a:pt x="8723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B0AA0365-5E44-2FDF-A39A-7963B6D00905}"/>
                </a:ext>
              </a:extLst>
            </p:cNvPr>
            <p:cNvSpPr/>
            <p:nvPr/>
          </p:nvSpPr>
          <p:spPr>
            <a:xfrm>
              <a:off x="1797096" y="3476298"/>
              <a:ext cx="40638" cy="64031"/>
            </a:xfrm>
            <a:custGeom>
              <a:avLst/>
              <a:gdLst>
                <a:gd name="connsiteX0" fmla="*/ 27906 w 40638"/>
                <a:gd name="connsiteY0" fmla="*/ 29551 h 64031"/>
                <a:gd name="connsiteX1" fmla="*/ 37250 w 40638"/>
                <a:gd name="connsiteY1" fmla="*/ 34885 h 64031"/>
                <a:gd name="connsiteX2" fmla="*/ 40638 w 40638"/>
                <a:gd name="connsiteY2" fmla="*/ 44887 h 64031"/>
                <a:gd name="connsiteX3" fmla="*/ 34354 w 40638"/>
                <a:gd name="connsiteY3" fmla="*/ 59031 h 64031"/>
                <a:gd name="connsiteX4" fmla="*/ 16497 w 40638"/>
                <a:gd name="connsiteY4" fmla="*/ 64032 h 64031"/>
                <a:gd name="connsiteX5" fmla="*/ 8475 w 40638"/>
                <a:gd name="connsiteY5" fmla="*/ 63246 h 64031"/>
                <a:gd name="connsiteX6" fmla="*/ 0 w 40638"/>
                <a:gd name="connsiteY6" fmla="*/ 60960 h 64031"/>
                <a:gd name="connsiteX7" fmla="*/ 0 w 40638"/>
                <a:gd name="connsiteY7" fmla="*/ 52911 h 64031"/>
                <a:gd name="connsiteX8" fmla="*/ 7608 w 40638"/>
                <a:gd name="connsiteY8" fmla="*/ 55959 h 64031"/>
                <a:gd name="connsiteX9" fmla="*/ 16247 w 40638"/>
                <a:gd name="connsiteY9" fmla="*/ 57007 h 64031"/>
                <a:gd name="connsiteX10" fmla="*/ 28196 w 40638"/>
                <a:gd name="connsiteY10" fmla="*/ 53888 h 64031"/>
                <a:gd name="connsiteX11" fmla="*/ 32330 w 40638"/>
                <a:gd name="connsiteY11" fmla="*/ 44887 h 64031"/>
                <a:gd name="connsiteX12" fmla="*/ 28485 w 40638"/>
                <a:gd name="connsiteY12" fmla="*/ 36362 h 64031"/>
                <a:gd name="connsiteX13" fmla="*/ 17859 w 40638"/>
                <a:gd name="connsiteY13" fmla="*/ 33266 h 64031"/>
                <a:gd name="connsiteX14" fmla="*/ 10668 w 40638"/>
                <a:gd name="connsiteY14" fmla="*/ 33266 h 64031"/>
                <a:gd name="connsiteX15" fmla="*/ 10668 w 40638"/>
                <a:gd name="connsiteY15" fmla="*/ 26408 h 64031"/>
                <a:gd name="connsiteX16" fmla="*/ 18190 w 40638"/>
                <a:gd name="connsiteY16" fmla="*/ 26408 h 64031"/>
                <a:gd name="connsiteX17" fmla="*/ 27618 w 40638"/>
                <a:gd name="connsiteY17" fmla="*/ 23956 h 64031"/>
                <a:gd name="connsiteX18" fmla="*/ 30882 w 40638"/>
                <a:gd name="connsiteY18" fmla="*/ 16859 h 64031"/>
                <a:gd name="connsiteX19" fmla="*/ 27494 w 40638"/>
                <a:gd name="connsiteY19" fmla="*/ 9573 h 64031"/>
                <a:gd name="connsiteX20" fmla="*/ 17859 w 40638"/>
                <a:gd name="connsiteY20" fmla="*/ 7025 h 64031"/>
                <a:gd name="connsiteX21" fmla="*/ 10501 w 40638"/>
                <a:gd name="connsiteY21" fmla="*/ 7763 h 64031"/>
                <a:gd name="connsiteX22" fmla="*/ 1862 w 40638"/>
                <a:gd name="connsiteY22" fmla="*/ 10073 h 64031"/>
                <a:gd name="connsiteX23" fmla="*/ 1862 w 40638"/>
                <a:gd name="connsiteY23" fmla="*/ 2643 h 64031"/>
                <a:gd name="connsiteX24" fmla="*/ 10749 w 40638"/>
                <a:gd name="connsiteY24" fmla="*/ 643 h 64031"/>
                <a:gd name="connsiteX25" fmla="*/ 18605 w 40638"/>
                <a:gd name="connsiteY25" fmla="*/ 0 h 64031"/>
                <a:gd name="connsiteX26" fmla="*/ 33652 w 40638"/>
                <a:gd name="connsiteY26" fmla="*/ 4334 h 64031"/>
                <a:gd name="connsiteX27" fmla="*/ 39193 w 40638"/>
                <a:gd name="connsiteY27" fmla="*/ 15978 h 64031"/>
                <a:gd name="connsiteX28" fmla="*/ 36257 w 40638"/>
                <a:gd name="connsiteY28" fmla="*/ 24670 h 64031"/>
                <a:gd name="connsiteX29" fmla="*/ 27906 w 4063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31">
                  <a:moveTo>
                    <a:pt x="27906" y="29551"/>
                  </a:moveTo>
                  <a:cubicBezTo>
                    <a:pt x="31902" y="30409"/>
                    <a:pt x="35016" y="32195"/>
                    <a:pt x="37250" y="34885"/>
                  </a:cubicBezTo>
                  <a:cubicBezTo>
                    <a:pt x="39510" y="37576"/>
                    <a:pt x="40638" y="40910"/>
                    <a:pt x="40638" y="44887"/>
                  </a:cubicBezTo>
                  <a:cubicBezTo>
                    <a:pt x="40638" y="50983"/>
                    <a:pt x="38543" y="55697"/>
                    <a:pt x="34354" y="59031"/>
                  </a:cubicBezTo>
                  <a:cubicBezTo>
                    <a:pt x="30166" y="62365"/>
                    <a:pt x="24215" y="64032"/>
                    <a:pt x="16497" y="64032"/>
                  </a:cubicBezTo>
                  <a:cubicBezTo>
                    <a:pt x="13906" y="64032"/>
                    <a:pt x="11232" y="63770"/>
                    <a:pt x="8475" y="63246"/>
                  </a:cubicBezTo>
                  <a:cubicBezTo>
                    <a:pt x="5748" y="62746"/>
                    <a:pt x="2922" y="61984"/>
                    <a:pt x="0" y="60960"/>
                  </a:cubicBezTo>
                  <a:lnTo>
                    <a:pt x="0" y="52911"/>
                  </a:lnTo>
                  <a:cubicBezTo>
                    <a:pt x="2317" y="54269"/>
                    <a:pt x="4853" y="55269"/>
                    <a:pt x="7608" y="55959"/>
                  </a:cubicBezTo>
                  <a:cubicBezTo>
                    <a:pt x="10363" y="56650"/>
                    <a:pt x="13245" y="57007"/>
                    <a:pt x="16247" y="57007"/>
                  </a:cubicBezTo>
                  <a:cubicBezTo>
                    <a:pt x="21484" y="57007"/>
                    <a:pt x="25467" y="55959"/>
                    <a:pt x="28196" y="53888"/>
                  </a:cubicBezTo>
                  <a:cubicBezTo>
                    <a:pt x="30952" y="51816"/>
                    <a:pt x="32330" y="48816"/>
                    <a:pt x="32330" y="44887"/>
                  </a:cubicBezTo>
                  <a:cubicBezTo>
                    <a:pt x="32330" y="41243"/>
                    <a:pt x="31049" y="38410"/>
                    <a:pt x="28485" y="36362"/>
                  </a:cubicBezTo>
                  <a:cubicBezTo>
                    <a:pt x="25948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0" y="26408"/>
                  </a:lnTo>
                  <a:cubicBezTo>
                    <a:pt x="22298" y="26408"/>
                    <a:pt x="25439" y="25598"/>
                    <a:pt x="27618" y="23956"/>
                  </a:cubicBezTo>
                  <a:cubicBezTo>
                    <a:pt x="29794" y="22312"/>
                    <a:pt x="30882" y="19931"/>
                    <a:pt x="30882" y="16859"/>
                  </a:cubicBezTo>
                  <a:cubicBezTo>
                    <a:pt x="30882" y="13692"/>
                    <a:pt x="29754" y="11263"/>
                    <a:pt x="27494" y="9573"/>
                  </a:cubicBezTo>
                  <a:cubicBezTo>
                    <a:pt x="25260" y="7882"/>
                    <a:pt x="22048" y="7025"/>
                    <a:pt x="17859" y="7025"/>
                  </a:cubicBezTo>
                  <a:cubicBezTo>
                    <a:pt x="15571" y="7025"/>
                    <a:pt x="13118" y="7263"/>
                    <a:pt x="10501" y="7763"/>
                  </a:cubicBezTo>
                  <a:cubicBezTo>
                    <a:pt x="7884" y="8263"/>
                    <a:pt x="5003" y="9025"/>
                    <a:pt x="1862" y="10073"/>
                  </a:cubicBezTo>
                  <a:lnTo>
                    <a:pt x="1862" y="2643"/>
                  </a:lnTo>
                  <a:cubicBezTo>
                    <a:pt x="5032" y="1762"/>
                    <a:pt x="7994" y="1096"/>
                    <a:pt x="10749" y="643"/>
                  </a:cubicBezTo>
                  <a:cubicBezTo>
                    <a:pt x="13533" y="215"/>
                    <a:pt x="16152" y="0"/>
                    <a:pt x="18605" y="0"/>
                  </a:cubicBezTo>
                  <a:cubicBezTo>
                    <a:pt x="24944" y="0"/>
                    <a:pt x="29958" y="1453"/>
                    <a:pt x="33652" y="4334"/>
                  </a:cubicBezTo>
                  <a:cubicBezTo>
                    <a:pt x="37345" y="7191"/>
                    <a:pt x="39193" y="11073"/>
                    <a:pt x="39193" y="15978"/>
                  </a:cubicBezTo>
                  <a:cubicBezTo>
                    <a:pt x="39193" y="19407"/>
                    <a:pt x="38214" y="22312"/>
                    <a:pt x="36257" y="24670"/>
                  </a:cubicBezTo>
                  <a:cubicBezTo>
                    <a:pt x="34300" y="27027"/>
                    <a:pt x="31516" y="28647"/>
                    <a:pt x="27906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1" name="Freeform 10">
            <a:extLst>
              <a:ext uri="{FF2B5EF4-FFF2-40B4-BE49-F238E27FC236}">
                <a16:creationId xmlns:a16="http://schemas.microsoft.com/office/drawing/2014/main" id="{D465B7C1-37B6-3E4E-71CC-206B33B570C6}"/>
              </a:ext>
            </a:extLst>
          </p:cNvPr>
          <p:cNvSpPr/>
          <p:nvPr/>
        </p:nvSpPr>
        <p:spPr>
          <a:xfrm>
            <a:off x="639044" y="3569966"/>
            <a:ext cx="429910" cy="323302"/>
          </a:xfrm>
          <a:custGeom>
            <a:avLst/>
            <a:gdLst>
              <a:gd name="connsiteX0" fmla="*/ 0 w 429910"/>
              <a:gd name="connsiteY0" fmla="*/ 323302 h 323302"/>
              <a:gd name="connsiteX1" fmla="*/ 429911 w 429910"/>
              <a:gd name="connsiteY1" fmla="*/ 323302 h 323302"/>
              <a:gd name="connsiteX2" fmla="*/ 429911 w 429910"/>
              <a:gd name="connsiteY2" fmla="*/ 0 h 323302"/>
              <a:gd name="connsiteX3" fmla="*/ 0 w 429910"/>
              <a:gd name="connsiteY3" fmla="*/ 0 h 323302"/>
              <a:gd name="connsiteX4" fmla="*/ 0 w 429910"/>
              <a:gd name="connsiteY4" fmla="*/ 323302 h 323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910" h="323302">
                <a:moveTo>
                  <a:pt x="0" y="323302"/>
                </a:moveTo>
                <a:lnTo>
                  <a:pt x="429911" y="323302"/>
                </a:lnTo>
                <a:lnTo>
                  <a:pt x="429911" y="0"/>
                </a:lnTo>
                <a:lnTo>
                  <a:pt x="0" y="0"/>
                </a:lnTo>
                <a:lnTo>
                  <a:pt x="0" y="323302"/>
                </a:lnTo>
              </a:path>
            </a:pathLst>
          </a:custGeom>
          <a:solidFill>
            <a:schemeClr val="bg1"/>
          </a:solidFill>
          <a:ln w="1905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13CD4CE2-25AD-020F-B2CE-D9C36337C43B}"/>
              </a:ext>
            </a:extLst>
          </p:cNvPr>
          <p:cNvSpPr/>
          <p:nvPr/>
        </p:nvSpPr>
        <p:spPr>
          <a:xfrm>
            <a:off x="799114" y="3659613"/>
            <a:ext cx="109773" cy="144025"/>
          </a:xfrm>
          <a:custGeom>
            <a:avLst/>
            <a:gdLst>
              <a:gd name="connsiteX0" fmla="*/ 0 w 109773"/>
              <a:gd name="connsiteY0" fmla="*/ 0 h 144025"/>
              <a:gd name="connsiteX1" fmla="*/ 19483 w 109773"/>
              <a:gd name="connsiteY1" fmla="*/ 0 h 144025"/>
              <a:gd name="connsiteX2" fmla="*/ 19483 w 109773"/>
              <a:gd name="connsiteY2" fmla="*/ 59033 h 144025"/>
              <a:gd name="connsiteX3" fmla="*/ 90287 w 109773"/>
              <a:gd name="connsiteY3" fmla="*/ 59033 h 144025"/>
              <a:gd name="connsiteX4" fmla="*/ 90287 w 109773"/>
              <a:gd name="connsiteY4" fmla="*/ 0 h 144025"/>
              <a:gd name="connsiteX5" fmla="*/ 109773 w 109773"/>
              <a:gd name="connsiteY5" fmla="*/ 0 h 144025"/>
              <a:gd name="connsiteX6" fmla="*/ 109773 w 109773"/>
              <a:gd name="connsiteY6" fmla="*/ 144025 h 144025"/>
              <a:gd name="connsiteX7" fmla="*/ 90287 w 109773"/>
              <a:gd name="connsiteY7" fmla="*/ 144025 h 144025"/>
              <a:gd name="connsiteX8" fmla="*/ 90287 w 109773"/>
              <a:gd name="connsiteY8" fmla="*/ 75433 h 144025"/>
              <a:gd name="connsiteX9" fmla="*/ 19483 w 109773"/>
              <a:gd name="connsiteY9" fmla="*/ 75433 h 144025"/>
              <a:gd name="connsiteX10" fmla="*/ 19483 w 109773"/>
              <a:gd name="connsiteY10" fmla="*/ 144025 h 144025"/>
              <a:gd name="connsiteX11" fmla="*/ 0 w 109773"/>
              <a:gd name="connsiteY11" fmla="*/ 144025 h 144025"/>
              <a:gd name="connsiteX12" fmla="*/ 0 w 109773"/>
              <a:gd name="connsiteY12" fmla="*/ 0 h 144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09773" h="144025">
                <a:moveTo>
                  <a:pt x="0" y="0"/>
                </a:moveTo>
                <a:lnTo>
                  <a:pt x="19483" y="0"/>
                </a:lnTo>
                <a:lnTo>
                  <a:pt x="19483" y="59033"/>
                </a:lnTo>
                <a:lnTo>
                  <a:pt x="90287" y="59033"/>
                </a:lnTo>
                <a:lnTo>
                  <a:pt x="90287" y="0"/>
                </a:lnTo>
                <a:lnTo>
                  <a:pt x="109773" y="0"/>
                </a:lnTo>
                <a:lnTo>
                  <a:pt x="109773" y="144025"/>
                </a:lnTo>
                <a:lnTo>
                  <a:pt x="90287" y="144025"/>
                </a:lnTo>
                <a:lnTo>
                  <a:pt x="90287" y="75433"/>
                </a:lnTo>
                <a:lnTo>
                  <a:pt x="19483" y="75433"/>
                </a:lnTo>
                <a:lnTo>
                  <a:pt x="19483" y="144025"/>
                </a:lnTo>
                <a:lnTo>
                  <a:pt x="0" y="1440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32160E42-31FA-BFC2-5278-881FB8438CA1}"/>
              </a:ext>
            </a:extLst>
          </p:cNvPr>
          <p:cNvGrpSpPr/>
          <p:nvPr/>
        </p:nvGrpSpPr>
        <p:grpSpPr>
          <a:xfrm>
            <a:off x="1105099" y="3537989"/>
            <a:ext cx="124312" cy="64036"/>
            <a:chOff x="1715448" y="3152975"/>
            <a:chExt cx="124312" cy="64036"/>
          </a:xfrm>
        </p:grpSpPr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21A22A91-8418-BA21-AAE3-94255C971EB5}"/>
                </a:ext>
              </a:extLst>
            </p:cNvPr>
            <p:cNvSpPr/>
            <p:nvPr/>
          </p:nvSpPr>
          <p:spPr>
            <a:xfrm>
              <a:off x="1715448" y="3152975"/>
              <a:ext cx="42664" cy="64036"/>
            </a:xfrm>
            <a:custGeom>
              <a:avLst/>
              <a:gdLst>
                <a:gd name="connsiteX0" fmla="*/ 21334 w 42664"/>
                <a:gd name="connsiteY0" fmla="*/ 6615 h 64036"/>
                <a:gd name="connsiteX1" fmla="*/ 11618 w 42664"/>
                <a:gd name="connsiteY1" fmla="*/ 12983 h 64036"/>
                <a:gd name="connsiteX2" fmla="*/ 8394 w 42664"/>
                <a:gd name="connsiteY2" fmla="*/ 32040 h 64036"/>
                <a:gd name="connsiteX3" fmla="*/ 11618 w 42664"/>
                <a:gd name="connsiteY3" fmla="*/ 51097 h 64036"/>
                <a:gd name="connsiteX4" fmla="*/ 21334 w 42664"/>
                <a:gd name="connsiteY4" fmla="*/ 57424 h 64036"/>
                <a:gd name="connsiteX5" fmla="*/ 31049 w 42664"/>
                <a:gd name="connsiteY5" fmla="*/ 51097 h 64036"/>
                <a:gd name="connsiteX6" fmla="*/ 34314 w 42664"/>
                <a:gd name="connsiteY6" fmla="*/ 32040 h 64036"/>
                <a:gd name="connsiteX7" fmla="*/ 31049 w 42664"/>
                <a:gd name="connsiteY7" fmla="*/ 12983 h 64036"/>
                <a:gd name="connsiteX8" fmla="*/ 21334 w 42664"/>
                <a:gd name="connsiteY8" fmla="*/ 6615 h 64036"/>
                <a:gd name="connsiteX9" fmla="*/ 21334 w 42664"/>
                <a:gd name="connsiteY9" fmla="*/ 0 h 64036"/>
                <a:gd name="connsiteX10" fmla="*/ 37167 w 42664"/>
                <a:gd name="connsiteY10" fmla="*/ 8227 h 64036"/>
                <a:gd name="connsiteX11" fmla="*/ 42665 w 42664"/>
                <a:gd name="connsiteY11" fmla="*/ 32040 h 64036"/>
                <a:gd name="connsiteX12" fmla="*/ 37167 w 42664"/>
                <a:gd name="connsiteY12" fmla="*/ 55852 h 64036"/>
                <a:gd name="connsiteX13" fmla="*/ 21334 w 42664"/>
                <a:gd name="connsiteY13" fmla="*/ 64037 h 64036"/>
                <a:gd name="connsiteX14" fmla="*/ 5458 w 42664"/>
                <a:gd name="connsiteY14" fmla="*/ 55852 h 64036"/>
                <a:gd name="connsiteX15" fmla="*/ 0 w 42664"/>
                <a:gd name="connsiteY15" fmla="*/ 32040 h 64036"/>
                <a:gd name="connsiteX16" fmla="*/ 5458 w 42664"/>
                <a:gd name="connsiteY16" fmla="*/ 8227 h 64036"/>
                <a:gd name="connsiteX17" fmla="*/ 21334 w 42664"/>
                <a:gd name="connsiteY17" fmla="*/ 0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4" h="64036">
                  <a:moveTo>
                    <a:pt x="21334" y="6615"/>
                  </a:moveTo>
                  <a:cubicBezTo>
                    <a:pt x="17033" y="6615"/>
                    <a:pt x="13795" y="8737"/>
                    <a:pt x="11618" y="12983"/>
                  </a:cubicBezTo>
                  <a:cubicBezTo>
                    <a:pt x="9468" y="17200"/>
                    <a:pt x="8394" y="23551"/>
                    <a:pt x="8394" y="32040"/>
                  </a:cubicBezTo>
                  <a:cubicBezTo>
                    <a:pt x="8394" y="40500"/>
                    <a:pt x="9468" y="46854"/>
                    <a:pt x="11618" y="51097"/>
                  </a:cubicBezTo>
                  <a:cubicBezTo>
                    <a:pt x="13795" y="55314"/>
                    <a:pt x="17033" y="57424"/>
                    <a:pt x="21334" y="57424"/>
                  </a:cubicBezTo>
                  <a:cubicBezTo>
                    <a:pt x="25660" y="57424"/>
                    <a:pt x="28899" y="55314"/>
                    <a:pt x="31049" y="51097"/>
                  </a:cubicBezTo>
                  <a:cubicBezTo>
                    <a:pt x="33226" y="46854"/>
                    <a:pt x="34314" y="40500"/>
                    <a:pt x="34314" y="32040"/>
                  </a:cubicBezTo>
                  <a:cubicBezTo>
                    <a:pt x="34314" y="23551"/>
                    <a:pt x="33226" y="17200"/>
                    <a:pt x="31049" y="12983"/>
                  </a:cubicBezTo>
                  <a:cubicBezTo>
                    <a:pt x="28899" y="8737"/>
                    <a:pt x="25660" y="6615"/>
                    <a:pt x="21334" y="6615"/>
                  </a:cubicBezTo>
                  <a:moveTo>
                    <a:pt x="21334" y="0"/>
                  </a:moveTo>
                  <a:cubicBezTo>
                    <a:pt x="28251" y="0"/>
                    <a:pt x="33528" y="2743"/>
                    <a:pt x="37167" y="8227"/>
                  </a:cubicBezTo>
                  <a:cubicBezTo>
                    <a:pt x="40831" y="13685"/>
                    <a:pt x="42665" y="21622"/>
                    <a:pt x="42665" y="32040"/>
                  </a:cubicBezTo>
                  <a:cubicBezTo>
                    <a:pt x="42665" y="42429"/>
                    <a:pt x="40831" y="50368"/>
                    <a:pt x="37167" y="55852"/>
                  </a:cubicBezTo>
                  <a:cubicBezTo>
                    <a:pt x="33528" y="61308"/>
                    <a:pt x="28251" y="64037"/>
                    <a:pt x="21334" y="64037"/>
                  </a:cubicBezTo>
                  <a:cubicBezTo>
                    <a:pt x="14416" y="64037"/>
                    <a:pt x="9123" y="61308"/>
                    <a:pt x="5458" y="55852"/>
                  </a:cubicBezTo>
                  <a:cubicBezTo>
                    <a:pt x="1819" y="50368"/>
                    <a:pt x="0" y="42429"/>
                    <a:pt x="0" y="32040"/>
                  </a:cubicBezTo>
                  <a:cubicBezTo>
                    <a:pt x="0" y="21622"/>
                    <a:pt x="1819" y="13685"/>
                    <a:pt x="5458" y="8227"/>
                  </a:cubicBezTo>
                  <a:cubicBezTo>
                    <a:pt x="9123" y="2743"/>
                    <a:pt x="14416" y="0"/>
                    <a:pt x="2133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5EDEF359-B88C-6C61-3A98-66AE0E717636}"/>
                </a:ext>
              </a:extLst>
            </p:cNvPr>
            <p:cNvSpPr/>
            <p:nvPr/>
          </p:nvSpPr>
          <p:spPr>
            <a:xfrm>
              <a:off x="1772788" y="3205312"/>
              <a:ext cx="8722" cy="10501"/>
            </a:xfrm>
            <a:custGeom>
              <a:avLst/>
              <a:gdLst>
                <a:gd name="connsiteX0" fmla="*/ 0 w 8722"/>
                <a:gd name="connsiteY0" fmla="*/ 0 h 10501"/>
                <a:gd name="connsiteX1" fmla="*/ 8723 w 8722"/>
                <a:gd name="connsiteY1" fmla="*/ 0 h 10501"/>
                <a:gd name="connsiteX2" fmla="*/ 8723 w 8722"/>
                <a:gd name="connsiteY2" fmla="*/ 10501 h 10501"/>
                <a:gd name="connsiteX3" fmla="*/ 0 w 8722"/>
                <a:gd name="connsiteY3" fmla="*/ 10501 h 10501"/>
                <a:gd name="connsiteX4" fmla="*/ 0 w 8722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" h="10501">
                  <a:moveTo>
                    <a:pt x="0" y="0"/>
                  </a:moveTo>
                  <a:lnTo>
                    <a:pt x="8723" y="0"/>
                  </a:lnTo>
                  <a:lnTo>
                    <a:pt x="8723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0A4F0C7-E925-F5EB-A6C7-82F096E41838}"/>
                </a:ext>
              </a:extLst>
            </p:cNvPr>
            <p:cNvSpPr/>
            <p:nvPr/>
          </p:nvSpPr>
          <p:spPr>
            <a:xfrm>
              <a:off x="1794781" y="3154091"/>
              <a:ext cx="44979" cy="61722"/>
            </a:xfrm>
            <a:custGeom>
              <a:avLst/>
              <a:gdLst>
                <a:gd name="connsiteX0" fmla="*/ 27865 w 44979"/>
                <a:gd name="connsiteY0" fmla="*/ 7275 h 61722"/>
                <a:gd name="connsiteX1" fmla="*/ 6779 w 44979"/>
                <a:gd name="connsiteY1" fmla="*/ 40224 h 61722"/>
                <a:gd name="connsiteX2" fmla="*/ 27865 w 44979"/>
                <a:gd name="connsiteY2" fmla="*/ 40224 h 61722"/>
                <a:gd name="connsiteX3" fmla="*/ 27865 w 44979"/>
                <a:gd name="connsiteY3" fmla="*/ 7275 h 61722"/>
                <a:gd name="connsiteX4" fmla="*/ 25672 w 44979"/>
                <a:gd name="connsiteY4" fmla="*/ 0 h 61722"/>
                <a:gd name="connsiteX5" fmla="*/ 36174 w 44979"/>
                <a:gd name="connsiteY5" fmla="*/ 0 h 61722"/>
                <a:gd name="connsiteX6" fmla="*/ 36174 w 44979"/>
                <a:gd name="connsiteY6" fmla="*/ 40224 h 61722"/>
                <a:gd name="connsiteX7" fmla="*/ 44979 w 44979"/>
                <a:gd name="connsiteY7" fmla="*/ 40224 h 61722"/>
                <a:gd name="connsiteX8" fmla="*/ 44979 w 44979"/>
                <a:gd name="connsiteY8" fmla="*/ 47170 h 61722"/>
                <a:gd name="connsiteX9" fmla="*/ 36174 w 44979"/>
                <a:gd name="connsiteY9" fmla="*/ 47170 h 61722"/>
                <a:gd name="connsiteX10" fmla="*/ 36174 w 44979"/>
                <a:gd name="connsiteY10" fmla="*/ 61722 h 61722"/>
                <a:gd name="connsiteX11" fmla="*/ 27865 w 44979"/>
                <a:gd name="connsiteY11" fmla="*/ 61722 h 61722"/>
                <a:gd name="connsiteX12" fmla="*/ 27865 w 44979"/>
                <a:gd name="connsiteY12" fmla="*/ 47170 h 61722"/>
                <a:gd name="connsiteX13" fmla="*/ 0 w 44979"/>
                <a:gd name="connsiteY13" fmla="*/ 47170 h 61722"/>
                <a:gd name="connsiteX14" fmla="*/ 0 w 44979"/>
                <a:gd name="connsiteY14" fmla="*/ 39107 h 61722"/>
                <a:gd name="connsiteX15" fmla="*/ 25672 w 44979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79" h="61722">
                  <a:moveTo>
                    <a:pt x="27865" y="7275"/>
                  </a:moveTo>
                  <a:lnTo>
                    <a:pt x="6779" y="40224"/>
                  </a:lnTo>
                  <a:lnTo>
                    <a:pt x="27865" y="40224"/>
                  </a:lnTo>
                  <a:lnTo>
                    <a:pt x="27865" y="7275"/>
                  </a:lnTo>
                  <a:moveTo>
                    <a:pt x="25672" y="0"/>
                  </a:moveTo>
                  <a:lnTo>
                    <a:pt x="36174" y="0"/>
                  </a:lnTo>
                  <a:lnTo>
                    <a:pt x="36174" y="40224"/>
                  </a:lnTo>
                  <a:lnTo>
                    <a:pt x="44979" y="40224"/>
                  </a:lnTo>
                  <a:lnTo>
                    <a:pt x="44979" y="47170"/>
                  </a:lnTo>
                  <a:lnTo>
                    <a:pt x="36174" y="47170"/>
                  </a:lnTo>
                  <a:lnTo>
                    <a:pt x="36174" y="61722"/>
                  </a:lnTo>
                  <a:lnTo>
                    <a:pt x="27865" y="61722"/>
                  </a:lnTo>
                  <a:lnTo>
                    <a:pt x="27865" y="47170"/>
                  </a:lnTo>
                  <a:lnTo>
                    <a:pt x="0" y="47170"/>
                  </a:lnTo>
                  <a:lnTo>
                    <a:pt x="0" y="39107"/>
                  </a:lnTo>
                  <a:lnTo>
                    <a:pt x="25672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381571AC-6026-CF5A-D9D2-A42206A27081}"/>
              </a:ext>
            </a:extLst>
          </p:cNvPr>
          <p:cNvGrpSpPr/>
          <p:nvPr/>
        </p:nvGrpSpPr>
        <p:grpSpPr>
          <a:xfrm>
            <a:off x="639044" y="2600031"/>
            <a:ext cx="429910" cy="969935"/>
            <a:chOff x="1272640" y="2215017"/>
            <a:chExt cx="429910" cy="969935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320C45EC-C5E0-EDF5-5AC7-B6AD5EF19C27}"/>
                </a:ext>
              </a:extLst>
            </p:cNvPr>
            <p:cNvSpPr/>
            <p:nvPr/>
          </p:nvSpPr>
          <p:spPr>
            <a:xfrm>
              <a:off x="1272640" y="2215017"/>
              <a:ext cx="429910" cy="969935"/>
            </a:xfrm>
            <a:custGeom>
              <a:avLst/>
              <a:gdLst>
                <a:gd name="connsiteX0" fmla="*/ 0 w 429910"/>
                <a:gd name="connsiteY0" fmla="*/ 969936 h 969935"/>
                <a:gd name="connsiteX1" fmla="*/ 429911 w 429910"/>
                <a:gd name="connsiteY1" fmla="*/ 969936 h 969935"/>
                <a:gd name="connsiteX2" fmla="*/ 429911 w 429910"/>
                <a:gd name="connsiteY2" fmla="*/ 0 h 969935"/>
                <a:gd name="connsiteX3" fmla="*/ 0 w 429910"/>
                <a:gd name="connsiteY3" fmla="*/ 0 h 969935"/>
                <a:gd name="connsiteX4" fmla="*/ 0 w 429910"/>
                <a:gd name="connsiteY4" fmla="*/ 969936 h 969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969935">
                  <a:moveTo>
                    <a:pt x="0" y="969936"/>
                  </a:moveTo>
                  <a:lnTo>
                    <a:pt x="429911" y="969936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96993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4A124F3F-EA3E-8F3E-DF2A-9DA1E74C7CEA}"/>
                </a:ext>
              </a:extLst>
            </p:cNvPr>
            <p:cNvSpPr/>
            <p:nvPr/>
          </p:nvSpPr>
          <p:spPr>
            <a:xfrm>
              <a:off x="1441197" y="2627976"/>
              <a:ext cx="92797" cy="144017"/>
            </a:xfrm>
            <a:custGeom>
              <a:avLst/>
              <a:gdLst>
                <a:gd name="connsiteX0" fmla="*/ 0 w 92797"/>
                <a:gd name="connsiteY0" fmla="*/ 0 h 144017"/>
                <a:gd name="connsiteX1" fmla="*/ 91061 w 92797"/>
                <a:gd name="connsiteY1" fmla="*/ 0 h 144017"/>
                <a:gd name="connsiteX2" fmla="*/ 91061 w 92797"/>
                <a:gd name="connsiteY2" fmla="*/ 16400 h 144017"/>
                <a:gd name="connsiteX3" fmla="*/ 19486 w 92797"/>
                <a:gd name="connsiteY3" fmla="*/ 16400 h 144017"/>
                <a:gd name="connsiteX4" fmla="*/ 19486 w 92797"/>
                <a:gd name="connsiteY4" fmla="*/ 59036 h 144017"/>
                <a:gd name="connsiteX5" fmla="*/ 88071 w 92797"/>
                <a:gd name="connsiteY5" fmla="*/ 59036 h 144017"/>
                <a:gd name="connsiteX6" fmla="*/ 88071 w 92797"/>
                <a:gd name="connsiteY6" fmla="*/ 75433 h 144017"/>
                <a:gd name="connsiteX7" fmla="*/ 19486 w 92797"/>
                <a:gd name="connsiteY7" fmla="*/ 75433 h 144017"/>
                <a:gd name="connsiteX8" fmla="*/ 19486 w 92797"/>
                <a:gd name="connsiteY8" fmla="*/ 127618 h 144017"/>
                <a:gd name="connsiteX9" fmla="*/ 92797 w 92797"/>
                <a:gd name="connsiteY9" fmla="*/ 127618 h 144017"/>
                <a:gd name="connsiteX10" fmla="*/ 92797 w 92797"/>
                <a:gd name="connsiteY10" fmla="*/ 144018 h 144017"/>
                <a:gd name="connsiteX11" fmla="*/ 0 w 92797"/>
                <a:gd name="connsiteY11" fmla="*/ 144018 h 144017"/>
                <a:gd name="connsiteX12" fmla="*/ 0 w 92797"/>
                <a:gd name="connsiteY12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797" h="144017">
                  <a:moveTo>
                    <a:pt x="0" y="0"/>
                  </a:moveTo>
                  <a:lnTo>
                    <a:pt x="91061" y="0"/>
                  </a:lnTo>
                  <a:lnTo>
                    <a:pt x="91061" y="16400"/>
                  </a:lnTo>
                  <a:lnTo>
                    <a:pt x="19486" y="16400"/>
                  </a:lnTo>
                  <a:lnTo>
                    <a:pt x="19486" y="59036"/>
                  </a:lnTo>
                  <a:lnTo>
                    <a:pt x="88071" y="59036"/>
                  </a:lnTo>
                  <a:lnTo>
                    <a:pt x="88071" y="75433"/>
                  </a:lnTo>
                  <a:lnTo>
                    <a:pt x="19486" y="75433"/>
                  </a:lnTo>
                  <a:lnTo>
                    <a:pt x="19486" y="127618"/>
                  </a:lnTo>
                  <a:lnTo>
                    <a:pt x="92797" y="127618"/>
                  </a:lnTo>
                  <a:lnTo>
                    <a:pt x="92797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90C4FF30-8700-22AE-6E86-5A16AAA729EB}"/>
              </a:ext>
            </a:extLst>
          </p:cNvPr>
          <p:cNvGrpSpPr/>
          <p:nvPr/>
        </p:nvGrpSpPr>
        <p:grpSpPr>
          <a:xfrm>
            <a:off x="1105099" y="2568053"/>
            <a:ext cx="121831" cy="64038"/>
            <a:chOff x="1715448" y="2183039"/>
            <a:chExt cx="121831" cy="64038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05C61439-3880-5FA6-D0B4-F1AE6681ADDF}"/>
                </a:ext>
              </a:extLst>
            </p:cNvPr>
            <p:cNvSpPr/>
            <p:nvPr/>
          </p:nvSpPr>
          <p:spPr>
            <a:xfrm>
              <a:off x="1715448" y="2183039"/>
              <a:ext cx="42664" cy="64038"/>
            </a:xfrm>
            <a:custGeom>
              <a:avLst/>
              <a:gdLst>
                <a:gd name="connsiteX0" fmla="*/ 21334 w 42664"/>
                <a:gd name="connsiteY0" fmla="*/ 6615 h 64038"/>
                <a:gd name="connsiteX1" fmla="*/ 11618 w 42664"/>
                <a:gd name="connsiteY1" fmla="*/ 12983 h 64038"/>
                <a:gd name="connsiteX2" fmla="*/ 8394 w 42664"/>
                <a:gd name="connsiteY2" fmla="*/ 32040 h 64038"/>
                <a:gd name="connsiteX3" fmla="*/ 11618 w 42664"/>
                <a:gd name="connsiteY3" fmla="*/ 51099 h 64038"/>
                <a:gd name="connsiteX4" fmla="*/ 21334 w 42664"/>
                <a:gd name="connsiteY4" fmla="*/ 57424 h 64038"/>
                <a:gd name="connsiteX5" fmla="*/ 31049 w 42664"/>
                <a:gd name="connsiteY5" fmla="*/ 51099 h 64038"/>
                <a:gd name="connsiteX6" fmla="*/ 34314 w 42664"/>
                <a:gd name="connsiteY6" fmla="*/ 32040 h 64038"/>
                <a:gd name="connsiteX7" fmla="*/ 31049 w 42664"/>
                <a:gd name="connsiteY7" fmla="*/ 12983 h 64038"/>
                <a:gd name="connsiteX8" fmla="*/ 21334 w 42664"/>
                <a:gd name="connsiteY8" fmla="*/ 6615 h 64038"/>
                <a:gd name="connsiteX9" fmla="*/ 21334 w 42664"/>
                <a:gd name="connsiteY9" fmla="*/ 0 h 64038"/>
                <a:gd name="connsiteX10" fmla="*/ 37167 w 42664"/>
                <a:gd name="connsiteY10" fmla="*/ 8227 h 64038"/>
                <a:gd name="connsiteX11" fmla="*/ 42665 w 42664"/>
                <a:gd name="connsiteY11" fmla="*/ 32040 h 64038"/>
                <a:gd name="connsiteX12" fmla="*/ 37167 w 42664"/>
                <a:gd name="connsiteY12" fmla="*/ 55852 h 64038"/>
                <a:gd name="connsiteX13" fmla="*/ 21334 w 42664"/>
                <a:gd name="connsiteY13" fmla="*/ 64039 h 64038"/>
                <a:gd name="connsiteX14" fmla="*/ 5458 w 42664"/>
                <a:gd name="connsiteY14" fmla="*/ 55852 h 64038"/>
                <a:gd name="connsiteX15" fmla="*/ 0 w 42664"/>
                <a:gd name="connsiteY15" fmla="*/ 32040 h 64038"/>
                <a:gd name="connsiteX16" fmla="*/ 5458 w 42664"/>
                <a:gd name="connsiteY16" fmla="*/ 8227 h 64038"/>
                <a:gd name="connsiteX17" fmla="*/ 21334 w 42664"/>
                <a:gd name="connsiteY17" fmla="*/ 0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4" h="64038">
                  <a:moveTo>
                    <a:pt x="21334" y="6615"/>
                  </a:moveTo>
                  <a:cubicBezTo>
                    <a:pt x="17033" y="6615"/>
                    <a:pt x="13795" y="8737"/>
                    <a:pt x="11618" y="12983"/>
                  </a:cubicBezTo>
                  <a:cubicBezTo>
                    <a:pt x="9468" y="17200"/>
                    <a:pt x="8394" y="23551"/>
                    <a:pt x="8394" y="32040"/>
                  </a:cubicBezTo>
                  <a:cubicBezTo>
                    <a:pt x="8394" y="40500"/>
                    <a:pt x="9468" y="46854"/>
                    <a:pt x="11618" y="51099"/>
                  </a:cubicBezTo>
                  <a:cubicBezTo>
                    <a:pt x="13795" y="55316"/>
                    <a:pt x="17033" y="57424"/>
                    <a:pt x="21334" y="57424"/>
                  </a:cubicBezTo>
                  <a:cubicBezTo>
                    <a:pt x="25660" y="57424"/>
                    <a:pt x="28899" y="55316"/>
                    <a:pt x="31049" y="51099"/>
                  </a:cubicBezTo>
                  <a:cubicBezTo>
                    <a:pt x="33226" y="46854"/>
                    <a:pt x="34314" y="40500"/>
                    <a:pt x="34314" y="32040"/>
                  </a:cubicBezTo>
                  <a:cubicBezTo>
                    <a:pt x="34314" y="23551"/>
                    <a:pt x="33226" y="17200"/>
                    <a:pt x="31049" y="12983"/>
                  </a:cubicBezTo>
                  <a:cubicBezTo>
                    <a:pt x="28899" y="8737"/>
                    <a:pt x="25660" y="6615"/>
                    <a:pt x="21334" y="6615"/>
                  </a:cubicBezTo>
                  <a:moveTo>
                    <a:pt x="21334" y="0"/>
                  </a:moveTo>
                  <a:cubicBezTo>
                    <a:pt x="28251" y="0"/>
                    <a:pt x="33528" y="2743"/>
                    <a:pt x="37167" y="8227"/>
                  </a:cubicBezTo>
                  <a:cubicBezTo>
                    <a:pt x="40831" y="13685"/>
                    <a:pt x="42665" y="21622"/>
                    <a:pt x="42665" y="32040"/>
                  </a:cubicBezTo>
                  <a:cubicBezTo>
                    <a:pt x="42665" y="42429"/>
                    <a:pt x="40831" y="50368"/>
                    <a:pt x="37167" y="55852"/>
                  </a:cubicBezTo>
                  <a:cubicBezTo>
                    <a:pt x="33528" y="61310"/>
                    <a:pt x="28251" y="64039"/>
                    <a:pt x="21334" y="64039"/>
                  </a:cubicBezTo>
                  <a:cubicBezTo>
                    <a:pt x="14416" y="64039"/>
                    <a:pt x="9123" y="61310"/>
                    <a:pt x="5458" y="55852"/>
                  </a:cubicBezTo>
                  <a:cubicBezTo>
                    <a:pt x="1819" y="50368"/>
                    <a:pt x="0" y="42429"/>
                    <a:pt x="0" y="32040"/>
                  </a:cubicBezTo>
                  <a:cubicBezTo>
                    <a:pt x="0" y="21622"/>
                    <a:pt x="1819" y="13685"/>
                    <a:pt x="5458" y="8227"/>
                  </a:cubicBezTo>
                  <a:cubicBezTo>
                    <a:pt x="9123" y="2743"/>
                    <a:pt x="14416" y="0"/>
                    <a:pt x="2133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3E489546-7397-FA32-0A10-B4583F936840}"/>
                </a:ext>
              </a:extLst>
            </p:cNvPr>
            <p:cNvSpPr/>
            <p:nvPr/>
          </p:nvSpPr>
          <p:spPr>
            <a:xfrm>
              <a:off x="1772788" y="2235377"/>
              <a:ext cx="8722" cy="10501"/>
            </a:xfrm>
            <a:custGeom>
              <a:avLst/>
              <a:gdLst>
                <a:gd name="connsiteX0" fmla="*/ 0 w 8722"/>
                <a:gd name="connsiteY0" fmla="*/ 0 h 10501"/>
                <a:gd name="connsiteX1" fmla="*/ 8723 w 8722"/>
                <a:gd name="connsiteY1" fmla="*/ 0 h 10501"/>
                <a:gd name="connsiteX2" fmla="*/ 8723 w 8722"/>
                <a:gd name="connsiteY2" fmla="*/ 10501 h 10501"/>
                <a:gd name="connsiteX3" fmla="*/ 0 w 8722"/>
                <a:gd name="connsiteY3" fmla="*/ 10501 h 10501"/>
                <a:gd name="connsiteX4" fmla="*/ 0 w 8722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" h="10501">
                  <a:moveTo>
                    <a:pt x="0" y="0"/>
                  </a:moveTo>
                  <a:lnTo>
                    <a:pt x="8723" y="0"/>
                  </a:lnTo>
                  <a:lnTo>
                    <a:pt x="8723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675AB364-046B-F6D9-EF2B-9353BF3D4125}"/>
                </a:ext>
              </a:extLst>
            </p:cNvPr>
            <p:cNvSpPr/>
            <p:nvPr/>
          </p:nvSpPr>
          <p:spPr>
            <a:xfrm>
              <a:off x="1797594" y="2184156"/>
              <a:ext cx="39685" cy="61721"/>
            </a:xfrm>
            <a:custGeom>
              <a:avLst/>
              <a:gdLst>
                <a:gd name="connsiteX0" fmla="*/ 0 w 39685"/>
                <a:gd name="connsiteY0" fmla="*/ 0 h 61721"/>
                <a:gd name="connsiteX1" fmla="*/ 39686 w 39685"/>
                <a:gd name="connsiteY1" fmla="*/ 0 h 61721"/>
                <a:gd name="connsiteX2" fmla="*/ 39686 w 39685"/>
                <a:gd name="connsiteY2" fmla="*/ 3555 h 61721"/>
                <a:gd name="connsiteX3" fmla="*/ 17281 w 39685"/>
                <a:gd name="connsiteY3" fmla="*/ 61722 h 61721"/>
                <a:gd name="connsiteX4" fmla="*/ 8558 w 39685"/>
                <a:gd name="connsiteY4" fmla="*/ 61722 h 61721"/>
                <a:gd name="connsiteX5" fmla="*/ 29642 w 39685"/>
                <a:gd name="connsiteY5" fmla="*/ 7027 h 61721"/>
                <a:gd name="connsiteX6" fmla="*/ 0 w 39685"/>
                <a:gd name="connsiteY6" fmla="*/ 7027 h 61721"/>
                <a:gd name="connsiteX7" fmla="*/ 0 w 39685"/>
                <a:gd name="connsiteY7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685" h="61721">
                  <a:moveTo>
                    <a:pt x="0" y="0"/>
                  </a:moveTo>
                  <a:lnTo>
                    <a:pt x="39686" y="0"/>
                  </a:lnTo>
                  <a:lnTo>
                    <a:pt x="39686" y="3555"/>
                  </a:lnTo>
                  <a:lnTo>
                    <a:pt x="17281" y="61722"/>
                  </a:lnTo>
                  <a:lnTo>
                    <a:pt x="8558" y="61722"/>
                  </a:lnTo>
                  <a:lnTo>
                    <a:pt x="29642" y="7027"/>
                  </a:lnTo>
                  <a:lnTo>
                    <a:pt x="0" y="7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22639D06-CB49-108B-2CB3-6BC0A7D1881C}"/>
              </a:ext>
            </a:extLst>
          </p:cNvPr>
          <p:cNvGrpSpPr/>
          <p:nvPr/>
        </p:nvGrpSpPr>
        <p:grpSpPr>
          <a:xfrm>
            <a:off x="639044" y="1630096"/>
            <a:ext cx="429910" cy="969934"/>
            <a:chOff x="1272640" y="1245082"/>
            <a:chExt cx="429910" cy="96993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BD7FE2-D86B-AA53-4BAF-C93AA9E4561E}"/>
                </a:ext>
              </a:extLst>
            </p:cNvPr>
            <p:cNvSpPr/>
            <p:nvPr/>
          </p:nvSpPr>
          <p:spPr>
            <a:xfrm>
              <a:off x="1272640" y="1245082"/>
              <a:ext cx="429910" cy="969934"/>
            </a:xfrm>
            <a:custGeom>
              <a:avLst/>
              <a:gdLst>
                <a:gd name="connsiteX0" fmla="*/ 0 w 429910"/>
                <a:gd name="connsiteY0" fmla="*/ 969935 h 969934"/>
                <a:gd name="connsiteX1" fmla="*/ 429911 w 429910"/>
                <a:gd name="connsiteY1" fmla="*/ 969935 h 969934"/>
                <a:gd name="connsiteX2" fmla="*/ 429911 w 429910"/>
                <a:gd name="connsiteY2" fmla="*/ 0 h 969934"/>
                <a:gd name="connsiteX3" fmla="*/ 0 w 429910"/>
                <a:gd name="connsiteY3" fmla="*/ 0 h 969934"/>
                <a:gd name="connsiteX4" fmla="*/ 0 w 429910"/>
                <a:gd name="connsiteY4" fmla="*/ 969935 h 969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969934">
                  <a:moveTo>
                    <a:pt x="0" y="969935"/>
                  </a:moveTo>
                  <a:lnTo>
                    <a:pt x="429911" y="969935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969935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8DE8788E-BB6A-AC1A-4E6C-B9F0CD026772}"/>
                </a:ext>
              </a:extLst>
            </p:cNvPr>
            <p:cNvSpPr/>
            <p:nvPr/>
          </p:nvSpPr>
          <p:spPr>
            <a:xfrm>
              <a:off x="1420939" y="1655435"/>
              <a:ext cx="133311" cy="149421"/>
            </a:xfrm>
            <a:custGeom>
              <a:avLst/>
              <a:gdLst>
                <a:gd name="connsiteX0" fmla="*/ 66754 w 133311"/>
                <a:gd name="connsiteY0" fmla="*/ 15821 h 149421"/>
                <a:gd name="connsiteX1" fmla="*/ 32992 w 133311"/>
                <a:gd name="connsiteY1" fmla="*/ 31640 h 149421"/>
                <a:gd name="connsiteX2" fmla="*/ 20548 w 133311"/>
                <a:gd name="connsiteY2" fmla="*/ 74759 h 149421"/>
                <a:gd name="connsiteX3" fmla="*/ 32992 w 133311"/>
                <a:gd name="connsiteY3" fmla="*/ 117781 h 149421"/>
                <a:gd name="connsiteX4" fmla="*/ 66754 w 133311"/>
                <a:gd name="connsiteY4" fmla="*/ 133600 h 149421"/>
                <a:gd name="connsiteX5" fmla="*/ 100322 w 133311"/>
                <a:gd name="connsiteY5" fmla="*/ 117781 h 149421"/>
                <a:gd name="connsiteX6" fmla="*/ 112764 w 133311"/>
                <a:gd name="connsiteY6" fmla="*/ 74759 h 149421"/>
                <a:gd name="connsiteX7" fmla="*/ 100322 w 133311"/>
                <a:gd name="connsiteY7" fmla="*/ 31640 h 149421"/>
                <a:gd name="connsiteX8" fmla="*/ 66754 w 133311"/>
                <a:gd name="connsiteY8" fmla="*/ 15821 h 149421"/>
                <a:gd name="connsiteX9" fmla="*/ 66754 w 133311"/>
                <a:gd name="connsiteY9" fmla="*/ 0 h 149421"/>
                <a:gd name="connsiteX10" fmla="*/ 115176 w 133311"/>
                <a:gd name="connsiteY10" fmla="*/ 20355 h 149421"/>
                <a:gd name="connsiteX11" fmla="*/ 133312 w 133311"/>
                <a:gd name="connsiteY11" fmla="*/ 74759 h 149421"/>
                <a:gd name="connsiteX12" fmla="*/ 115176 w 133311"/>
                <a:gd name="connsiteY12" fmla="*/ 129164 h 149421"/>
                <a:gd name="connsiteX13" fmla="*/ 66754 w 133311"/>
                <a:gd name="connsiteY13" fmla="*/ 149421 h 149421"/>
                <a:gd name="connsiteX14" fmla="*/ 18136 w 133311"/>
                <a:gd name="connsiteY14" fmla="*/ 129164 h 149421"/>
                <a:gd name="connsiteX15" fmla="*/ 0 w 133311"/>
                <a:gd name="connsiteY15" fmla="*/ 74759 h 149421"/>
                <a:gd name="connsiteX16" fmla="*/ 18136 w 133311"/>
                <a:gd name="connsiteY16" fmla="*/ 20355 h 149421"/>
                <a:gd name="connsiteX17" fmla="*/ 66754 w 133311"/>
                <a:gd name="connsiteY17" fmla="*/ 0 h 1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3311" h="149421">
                  <a:moveTo>
                    <a:pt x="66754" y="15821"/>
                  </a:moveTo>
                  <a:cubicBezTo>
                    <a:pt x="52607" y="15821"/>
                    <a:pt x="41353" y="21093"/>
                    <a:pt x="32992" y="31640"/>
                  </a:cubicBezTo>
                  <a:cubicBezTo>
                    <a:pt x="24696" y="42186"/>
                    <a:pt x="20548" y="56559"/>
                    <a:pt x="20548" y="74759"/>
                  </a:cubicBezTo>
                  <a:cubicBezTo>
                    <a:pt x="20548" y="92895"/>
                    <a:pt x="24696" y="107235"/>
                    <a:pt x="32992" y="117781"/>
                  </a:cubicBezTo>
                  <a:cubicBezTo>
                    <a:pt x="41353" y="128328"/>
                    <a:pt x="52607" y="133600"/>
                    <a:pt x="66754" y="133600"/>
                  </a:cubicBezTo>
                  <a:cubicBezTo>
                    <a:pt x="80901" y="133600"/>
                    <a:pt x="92090" y="128328"/>
                    <a:pt x="100322" y="117781"/>
                  </a:cubicBezTo>
                  <a:cubicBezTo>
                    <a:pt x="108616" y="107235"/>
                    <a:pt x="112764" y="92895"/>
                    <a:pt x="112764" y="74759"/>
                  </a:cubicBezTo>
                  <a:cubicBezTo>
                    <a:pt x="112764" y="56559"/>
                    <a:pt x="108616" y="42186"/>
                    <a:pt x="100322" y="31640"/>
                  </a:cubicBezTo>
                  <a:cubicBezTo>
                    <a:pt x="92090" y="21093"/>
                    <a:pt x="80901" y="15821"/>
                    <a:pt x="66754" y="15821"/>
                  </a:cubicBezTo>
                  <a:moveTo>
                    <a:pt x="66754" y="0"/>
                  </a:moveTo>
                  <a:cubicBezTo>
                    <a:pt x="86947" y="0"/>
                    <a:pt x="103087" y="6784"/>
                    <a:pt x="115176" y="20355"/>
                  </a:cubicBezTo>
                  <a:cubicBezTo>
                    <a:pt x="127266" y="33859"/>
                    <a:pt x="133312" y="51995"/>
                    <a:pt x="133312" y="74759"/>
                  </a:cubicBezTo>
                  <a:cubicBezTo>
                    <a:pt x="133312" y="97460"/>
                    <a:pt x="127266" y="115595"/>
                    <a:pt x="115176" y="129164"/>
                  </a:cubicBezTo>
                  <a:cubicBezTo>
                    <a:pt x="103087" y="142668"/>
                    <a:pt x="86947" y="149421"/>
                    <a:pt x="66754" y="149421"/>
                  </a:cubicBezTo>
                  <a:cubicBezTo>
                    <a:pt x="46496" y="149421"/>
                    <a:pt x="30290" y="142668"/>
                    <a:pt x="18136" y="129164"/>
                  </a:cubicBezTo>
                  <a:cubicBezTo>
                    <a:pt x="6046" y="115660"/>
                    <a:pt x="0" y="97524"/>
                    <a:pt x="0" y="74759"/>
                  </a:cubicBezTo>
                  <a:cubicBezTo>
                    <a:pt x="0" y="51995"/>
                    <a:pt x="6046" y="33859"/>
                    <a:pt x="18136" y="20355"/>
                  </a:cubicBezTo>
                  <a:cubicBezTo>
                    <a:pt x="30290" y="6784"/>
                    <a:pt x="46496" y="0"/>
                    <a:pt x="6675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9B5E7051-134F-5F8B-D0BF-0CF50ADECE12}"/>
              </a:ext>
            </a:extLst>
          </p:cNvPr>
          <p:cNvGrpSpPr/>
          <p:nvPr/>
        </p:nvGrpSpPr>
        <p:grpSpPr>
          <a:xfrm>
            <a:off x="1105099" y="1598119"/>
            <a:ext cx="119723" cy="64037"/>
            <a:chOff x="1715448" y="1213105"/>
            <a:chExt cx="119723" cy="64037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4CC0DD22-6AD4-E653-1DDC-846A8EC14564}"/>
                </a:ext>
              </a:extLst>
            </p:cNvPr>
            <p:cNvSpPr/>
            <p:nvPr/>
          </p:nvSpPr>
          <p:spPr>
            <a:xfrm>
              <a:off x="1715448" y="1214221"/>
              <a:ext cx="36752" cy="61721"/>
            </a:xfrm>
            <a:custGeom>
              <a:avLst/>
              <a:gdLst>
                <a:gd name="connsiteX0" fmla="*/ 1200 w 36752"/>
                <a:gd name="connsiteY0" fmla="*/ 54694 h 61721"/>
                <a:gd name="connsiteX1" fmla="*/ 14842 w 36752"/>
                <a:gd name="connsiteY1" fmla="*/ 54694 h 61721"/>
                <a:gd name="connsiteX2" fmla="*/ 14842 w 36752"/>
                <a:gd name="connsiteY2" fmla="*/ 7607 h 61721"/>
                <a:gd name="connsiteX3" fmla="*/ 0 w 36752"/>
                <a:gd name="connsiteY3" fmla="*/ 10583 h 61721"/>
                <a:gd name="connsiteX4" fmla="*/ 0 w 36752"/>
                <a:gd name="connsiteY4" fmla="*/ 2977 h 61721"/>
                <a:gd name="connsiteX5" fmla="*/ 14759 w 36752"/>
                <a:gd name="connsiteY5" fmla="*/ 0 h 61721"/>
                <a:gd name="connsiteX6" fmla="*/ 23110 w 36752"/>
                <a:gd name="connsiteY6" fmla="*/ 0 h 61721"/>
                <a:gd name="connsiteX7" fmla="*/ 23110 w 36752"/>
                <a:gd name="connsiteY7" fmla="*/ 54694 h 61721"/>
                <a:gd name="connsiteX8" fmla="*/ 36752 w 36752"/>
                <a:gd name="connsiteY8" fmla="*/ 54694 h 61721"/>
                <a:gd name="connsiteX9" fmla="*/ 36752 w 36752"/>
                <a:gd name="connsiteY9" fmla="*/ 61721 h 61721"/>
                <a:gd name="connsiteX10" fmla="*/ 1200 w 36752"/>
                <a:gd name="connsiteY10" fmla="*/ 61721 h 61721"/>
                <a:gd name="connsiteX11" fmla="*/ 1200 w 36752"/>
                <a:gd name="connsiteY11" fmla="*/ 54694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52" h="61721">
                  <a:moveTo>
                    <a:pt x="1200" y="54694"/>
                  </a:moveTo>
                  <a:lnTo>
                    <a:pt x="14842" y="54694"/>
                  </a:lnTo>
                  <a:lnTo>
                    <a:pt x="14842" y="7607"/>
                  </a:lnTo>
                  <a:lnTo>
                    <a:pt x="0" y="10583"/>
                  </a:lnTo>
                  <a:lnTo>
                    <a:pt x="0" y="2977"/>
                  </a:lnTo>
                  <a:lnTo>
                    <a:pt x="14759" y="0"/>
                  </a:lnTo>
                  <a:lnTo>
                    <a:pt x="23110" y="0"/>
                  </a:lnTo>
                  <a:lnTo>
                    <a:pt x="23110" y="54694"/>
                  </a:lnTo>
                  <a:lnTo>
                    <a:pt x="36752" y="54694"/>
                  </a:lnTo>
                  <a:lnTo>
                    <a:pt x="36752" y="61721"/>
                  </a:lnTo>
                  <a:lnTo>
                    <a:pt x="1200" y="61721"/>
                  </a:lnTo>
                  <a:lnTo>
                    <a:pt x="1200" y="54694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B7BDC06F-5FF8-5C84-EE9F-6F0F81F4B08B}"/>
                </a:ext>
              </a:extLst>
            </p:cNvPr>
            <p:cNvSpPr/>
            <p:nvPr/>
          </p:nvSpPr>
          <p:spPr>
            <a:xfrm>
              <a:off x="1769069" y="1265442"/>
              <a:ext cx="8722" cy="10499"/>
            </a:xfrm>
            <a:custGeom>
              <a:avLst/>
              <a:gdLst>
                <a:gd name="connsiteX0" fmla="*/ 0 w 8722"/>
                <a:gd name="connsiteY0" fmla="*/ 0 h 10499"/>
                <a:gd name="connsiteX1" fmla="*/ 8723 w 8722"/>
                <a:gd name="connsiteY1" fmla="*/ 0 h 10499"/>
                <a:gd name="connsiteX2" fmla="*/ 8723 w 8722"/>
                <a:gd name="connsiteY2" fmla="*/ 10500 h 10499"/>
                <a:gd name="connsiteX3" fmla="*/ 0 w 8722"/>
                <a:gd name="connsiteY3" fmla="*/ 10500 h 10499"/>
                <a:gd name="connsiteX4" fmla="*/ 0 w 8722"/>
                <a:gd name="connsiteY4" fmla="*/ 0 h 1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" h="10499">
                  <a:moveTo>
                    <a:pt x="0" y="0"/>
                  </a:moveTo>
                  <a:lnTo>
                    <a:pt x="8723" y="0"/>
                  </a:lnTo>
                  <a:lnTo>
                    <a:pt x="8723" y="10500"/>
                  </a:lnTo>
                  <a:lnTo>
                    <a:pt x="0" y="1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82F79034-4AD9-29E8-8DF9-C40AABCCCEB5}"/>
                </a:ext>
              </a:extLst>
            </p:cNvPr>
            <p:cNvSpPr/>
            <p:nvPr/>
          </p:nvSpPr>
          <p:spPr>
            <a:xfrm>
              <a:off x="1792507" y="1213105"/>
              <a:ext cx="42664" cy="64037"/>
            </a:xfrm>
            <a:custGeom>
              <a:avLst/>
              <a:gdLst>
                <a:gd name="connsiteX0" fmla="*/ 21334 w 42664"/>
                <a:gd name="connsiteY0" fmla="*/ 6615 h 64037"/>
                <a:gd name="connsiteX1" fmla="*/ 11618 w 42664"/>
                <a:gd name="connsiteY1" fmla="*/ 12981 h 64037"/>
                <a:gd name="connsiteX2" fmla="*/ 8394 w 42664"/>
                <a:gd name="connsiteY2" fmla="*/ 32039 h 64037"/>
                <a:gd name="connsiteX3" fmla="*/ 11618 w 42664"/>
                <a:gd name="connsiteY3" fmla="*/ 51097 h 64037"/>
                <a:gd name="connsiteX4" fmla="*/ 21334 w 42664"/>
                <a:gd name="connsiteY4" fmla="*/ 57423 h 64037"/>
                <a:gd name="connsiteX5" fmla="*/ 31049 w 42664"/>
                <a:gd name="connsiteY5" fmla="*/ 51097 h 64037"/>
                <a:gd name="connsiteX6" fmla="*/ 34314 w 42664"/>
                <a:gd name="connsiteY6" fmla="*/ 32039 h 64037"/>
                <a:gd name="connsiteX7" fmla="*/ 31049 w 42664"/>
                <a:gd name="connsiteY7" fmla="*/ 12981 h 64037"/>
                <a:gd name="connsiteX8" fmla="*/ 21334 w 42664"/>
                <a:gd name="connsiteY8" fmla="*/ 6615 h 64037"/>
                <a:gd name="connsiteX9" fmla="*/ 21334 w 42664"/>
                <a:gd name="connsiteY9" fmla="*/ 0 h 64037"/>
                <a:gd name="connsiteX10" fmla="*/ 37167 w 42664"/>
                <a:gd name="connsiteY10" fmla="*/ 8227 h 64037"/>
                <a:gd name="connsiteX11" fmla="*/ 42665 w 42664"/>
                <a:gd name="connsiteY11" fmla="*/ 32039 h 64037"/>
                <a:gd name="connsiteX12" fmla="*/ 37167 w 42664"/>
                <a:gd name="connsiteY12" fmla="*/ 55852 h 64037"/>
                <a:gd name="connsiteX13" fmla="*/ 21334 w 42664"/>
                <a:gd name="connsiteY13" fmla="*/ 64038 h 64037"/>
                <a:gd name="connsiteX14" fmla="*/ 5458 w 42664"/>
                <a:gd name="connsiteY14" fmla="*/ 55852 h 64037"/>
                <a:gd name="connsiteX15" fmla="*/ 0 w 42664"/>
                <a:gd name="connsiteY15" fmla="*/ 32039 h 64037"/>
                <a:gd name="connsiteX16" fmla="*/ 5458 w 42664"/>
                <a:gd name="connsiteY16" fmla="*/ 8227 h 64037"/>
                <a:gd name="connsiteX17" fmla="*/ 21334 w 42664"/>
                <a:gd name="connsiteY17" fmla="*/ 0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4" h="64037">
                  <a:moveTo>
                    <a:pt x="21334" y="6615"/>
                  </a:moveTo>
                  <a:cubicBezTo>
                    <a:pt x="17033" y="6615"/>
                    <a:pt x="13795" y="8737"/>
                    <a:pt x="11618" y="12981"/>
                  </a:cubicBezTo>
                  <a:cubicBezTo>
                    <a:pt x="9468" y="17198"/>
                    <a:pt x="8394" y="23551"/>
                    <a:pt x="8394" y="32039"/>
                  </a:cubicBezTo>
                  <a:cubicBezTo>
                    <a:pt x="8394" y="40501"/>
                    <a:pt x="9468" y="46853"/>
                    <a:pt x="11618" y="51097"/>
                  </a:cubicBezTo>
                  <a:cubicBezTo>
                    <a:pt x="13795" y="55314"/>
                    <a:pt x="17033" y="57423"/>
                    <a:pt x="21334" y="57423"/>
                  </a:cubicBezTo>
                  <a:cubicBezTo>
                    <a:pt x="25660" y="57423"/>
                    <a:pt x="28899" y="55314"/>
                    <a:pt x="31049" y="51097"/>
                  </a:cubicBezTo>
                  <a:cubicBezTo>
                    <a:pt x="33226" y="46853"/>
                    <a:pt x="34314" y="40501"/>
                    <a:pt x="34314" y="32039"/>
                  </a:cubicBezTo>
                  <a:cubicBezTo>
                    <a:pt x="34314" y="23551"/>
                    <a:pt x="33226" y="17198"/>
                    <a:pt x="31049" y="12981"/>
                  </a:cubicBezTo>
                  <a:cubicBezTo>
                    <a:pt x="28899" y="8737"/>
                    <a:pt x="25660" y="6615"/>
                    <a:pt x="21334" y="6615"/>
                  </a:cubicBezTo>
                  <a:moveTo>
                    <a:pt x="21334" y="0"/>
                  </a:moveTo>
                  <a:cubicBezTo>
                    <a:pt x="28251" y="0"/>
                    <a:pt x="33528" y="2742"/>
                    <a:pt x="37167" y="8227"/>
                  </a:cubicBezTo>
                  <a:cubicBezTo>
                    <a:pt x="40831" y="13684"/>
                    <a:pt x="42665" y="21622"/>
                    <a:pt x="42665" y="32039"/>
                  </a:cubicBezTo>
                  <a:cubicBezTo>
                    <a:pt x="42665" y="42430"/>
                    <a:pt x="40831" y="50367"/>
                    <a:pt x="37167" y="55852"/>
                  </a:cubicBezTo>
                  <a:cubicBezTo>
                    <a:pt x="33528" y="61309"/>
                    <a:pt x="28251" y="64038"/>
                    <a:pt x="21334" y="64038"/>
                  </a:cubicBezTo>
                  <a:cubicBezTo>
                    <a:pt x="14416" y="64038"/>
                    <a:pt x="9123" y="61309"/>
                    <a:pt x="5458" y="55852"/>
                  </a:cubicBezTo>
                  <a:cubicBezTo>
                    <a:pt x="1819" y="50367"/>
                    <a:pt x="0" y="42430"/>
                    <a:pt x="0" y="32039"/>
                  </a:cubicBezTo>
                  <a:cubicBezTo>
                    <a:pt x="0" y="21622"/>
                    <a:pt x="1819" y="13684"/>
                    <a:pt x="5458" y="8227"/>
                  </a:cubicBezTo>
                  <a:cubicBezTo>
                    <a:pt x="9123" y="2742"/>
                    <a:pt x="14416" y="0"/>
                    <a:pt x="2133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2BC3E7EC-796D-7375-799A-71F324C1DE9D}"/>
              </a:ext>
            </a:extLst>
          </p:cNvPr>
          <p:cNvGrpSpPr/>
          <p:nvPr/>
        </p:nvGrpSpPr>
        <p:grpSpPr>
          <a:xfrm>
            <a:off x="1105099" y="4831243"/>
            <a:ext cx="123443" cy="64031"/>
            <a:chOff x="1715448" y="4446229"/>
            <a:chExt cx="123443" cy="64031"/>
          </a:xfrm>
        </p:grpSpPr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674E40E7-F4C2-132B-D39D-01497D5AE817}"/>
                </a:ext>
              </a:extLst>
            </p:cNvPr>
            <p:cNvSpPr/>
            <p:nvPr/>
          </p:nvSpPr>
          <p:spPr>
            <a:xfrm>
              <a:off x="1715448" y="4446229"/>
              <a:ext cx="42664" cy="64031"/>
            </a:xfrm>
            <a:custGeom>
              <a:avLst/>
              <a:gdLst>
                <a:gd name="connsiteX0" fmla="*/ 21334 w 42664"/>
                <a:gd name="connsiteY0" fmla="*/ 6596 h 64031"/>
                <a:gd name="connsiteX1" fmla="*/ 11618 w 42664"/>
                <a:gd name="connsiteY1" fmla="*/ 12978 h 64031"/>
                <a:gd name="connsiteX2" fmla="*/ 8394 w 42664"/>
                <a:gd name="connsiteY2" fmla="*/ 32028 h 64031"/>
                <a:gd name="connsiteX3" fmla="*/ 11618 w 42664"/>
                <a:gd name="connsiteY3" fmla="*/ 51102 h 64031"/>
                <a:gd name="connsiteX4" fmla="*/ 21334 w 42664"/>
                <a:gd name="connsiteY4" fmla="*/ 57412 h 64031"/>
                <a:gd name="connsiteX5" fmla="*/ 31049 w 42664"/>
                <a:gd name="connsiteY5" fmla="*/ 51102 h 64031"/>
                <a:gd name="connsiteX6" fmla="*/ 34314 w 42664"/>
                <a:gd name="connsiteY6" fmla="*/ 32028 h 64031"/>
                <a:gd name="connsiteX7" fmla="*/ 31049 w 42664"/>
                <a:gd name="connsiteY7" fmla="*/ 12978 h 64031"/>
                <a:gd name="connsiteX8" fmla="*/ 21334 w 42664"/>
                <a:gd name="connsiteY8" fmla="*/ 6596 h 64031"/>
                <a:gd name="connsiteX9" fmla="*/ 21334 w 42664"/>
                <a:gd name="connsiteY9" fmla="*/ 0 h 64031"/>
                <a:gd name="connsiteX10" fmla="*/ 37167 w 42664"/>
                <a:gd name="connsiteY10" fmla="*/ 8215 h 64031"/>
                <a:gd name="connsiteX11" fmla="*/ 42665 w 42664"/>
                <a:gd name="connsiteY11" fmla="*/ 32028 h 64031"/>
                <a:gd name="connsiteX12" fmla="*/ 37167 w 42664"/>
                <a:gd name="connsiteY12" fmla="*/ 55840 h 64031"/>
                <a:gd name="connsiteX13" fmla="*/ 21334 w 42664"/>
                <a:gd name="connsiteY13" fmla="*/ 64032 h 64031"/>
                <a:gd name="connsiteX14" fmla="*/ 5458 w 42664"/>
                <a:gd name="connsiteY14" fmla="*/ 55840 h 64031"/>
                <a:gd name="connsiteX15" fmla="*/ 0 w 42664"/>
                <a:gd name="connsiteY15" fmla="*/ 32028 h 64031"/>
                <a:gd name="connsiteX16" fmla="*/ 5458 w 42664"/>
                <a:gd name="connsiteY16" fmla="*/ 8215 h 64031"/>
                <a:gd name="connsiteX17" fmla="*/ 21334 w 42664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4" h="64031">
                  <a:moveTo>
                    <a:pt x="21334" y="6596"/>
                  </a:moveTo>
                  <a:cubicBezTo>
                    <a:pt x="17033" y="6596"/>
                    <a:pt x="13795" y="8715"/>
                    <a:pt x="11618" y="12978"/>
                  </a:cubicBezTo>
                  <a:cubicBezTo>
                    <a:pt x="9468" y="17193"/>
                    <a:pt x="8394" y="23527"/>
                    <a:pt x="8394" y="32028"/>
                  </a:cubicBezTo>
                  <a:cubicBezTo>
                    <a:pt x="8394" y="40481"/>
                    <a:pt x="9468" y="46839"/>
                    <a:pt x="11618" y="51102"/>
                  </a:cubicBezTo>
                  <a:cubicBezTo>
                    <a:pt x="13795" y="55316"/>
                    <a:pt x="17033" y="57412"/>
                    <a:pt x="21334" y="57412"/>
                  </a:cubicBezTo>
                  <a:cubicBezTo>
                    <a:pt x="25660" y="57412"/>
                    <a:pt x="28899" y="55316"/>
                    <a:pt x="31049" y="51102"/>
                  </a:cubicBezTo>
                  <a:cubicBezTo>
                    <a:pt x="33226" y="46839"/>
                    <a:pt x="34314" y="40481"/>
                    <a:pt x="34314" y="32028"/>
                  </a:cubicBezTo>
                  <a:cubicBezTo>
                    <a:pt x="34314" y="23527"/>
                    <a:pt x="33226" y="17193"/>
                    <a:pt x="31049" y="12978"/>
                  </a:cubicBezTo>
                  <a:cubicBezTo>
                    <a:pt x="28899" y="8715"/>
                    <a:pt x="25660" y="6596"/>
                    <a:pt x="21334" y="6596"/>
                  </a:cubicBezTo>
                  <a:moveTo>
                    <a:pt x="21334" y="0"/>
                  </a:moveTo>
                  <a:cubicBezTo>
                    <a:pt x="28251" y="0"/>
                    <a:pt x="33528" y="2738"/>
                    <a:pt x="37167" y="8215"/>
                  </a:cubicBezTo>
                  <a:cubicBezTo>
                    <a:pt x="40831" y="13668"/>
                    <a:pt x="42665" y="21622"/>
                    <a:pt x="42665" y="32028"/>
                  </a:cubicBezTo>
                  <a:cubicBezTo>
                    <a:pt x="42665" y="42434"/>
                    <a:pt x="40831" y="50363"/>
                    <a:pt x="37167" y="55840"/>
                  </a:cubicBezTo>
                  <a:cubicBezTo>
                    <a:pt x="33528" y="61293"/>
                    <a:pt x="28251" y="64032"/>
                    <a:pt x="21334" y="64032"/>
                  </a:cubicBezTo>
                  <a:cubicBezTo>
                    <a:pt x="14416" y="64032"/>
                    <a:pt x="9123" y="61293"/>
                    <a:pt x="5458" y="55840"/>
                  </a:cubicBezTo>
                  <a:cubicBezTo>
                    <a:pt x="1819" y="50363"/>
                    <a:pt x="0" y="42434"/>
                    <a:pt x="0" y="32028"/>
                  </a:cubicBezTo>
                  <a:cubicBezTo>
                    <a:pt x="0" y="21622"/>
                    <a:pt x="1819" y="13668"/>
                    <a:pt x="5458" y="8215"/>
                  </a:cubicBezTo>
                  <a:cubicBezTo>
                    <a:pt x="9123" y="2738"/>
                    <a:pt x="14416" y="0"/>
                    <a:pt x="21334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EE424675-23FD-B191-98B1-F764CE89199E}"/>
                </a:ext>
              </a:extLst>
            </p:cNvPr>
            <p:cNvSpPr/>
            <p:nvPr/>
          </p:nvSpPr>
          <p:spPr>
            <a:xfrm>
              <a:off x="1772788" y="4498569"/>
              <a:ext cx="8722" cy="10501"/>
            </a:xfrm>
            <a:custGeom>
              <a:avLst/>
              <a:gdLst>
                <a:gd name="connsiteX0" fmla="*/ 0 w 8722"/>
                <a:gd name="connsiteY0" fmla="*/ 0 h 10501"/>
                <a:gd name="connsiteX1" fmla="*/ 8723 w 8722"/>
                <a:gd name="connsiteY1" fmla="*/ 0 h 10501"/>
                <a:gd name="connsiteX2" fmla="*/ 8723 w 8722"/>
                <a:gd name="connsiteY2" fmla="*/ 10501 h 10501"/>
                <a:gd name="connsiteX3" fmla="*/ 0 w 8722"/>
                <a:gd name="connsiteY3" fmla="*/ 10501 h 10501"/>
                <a:gd name="connsiteX4" fmla="*/ 0 w 8722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2" h="10501">
                  <a:moveTo>
                    <a:pt x="0" y="0"/>
                  </a:moveTo>
                  <a:lnTo>
                    <a:pt x="8723" y="0"/>
                  </a:lnTo>
                  <a:lnTo>
                    <a:pt x="8723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59C31308-0F88-B6CF-DEFD-48F9B3641AE8}"/>
                </a:ext>
              </a:extLst>
            </p:cNvPr>
            <p:cNvSpPr/>
            <p:nvPr/>
          </p:nvSpPr>
          <p:spPr>
            <a:xfrm>
              <a:off x="1796229" y="4446229"/>
              <a:ext cx="42662" cy="64031"/>
            </a:xfrm>
            <a:custGeom>
              <a:avLst/>
              <a:gdLst>
                <a:gd name="connsiteX0" fmla="*/ 21331 w 42662"/>
                <a:gd name="connsiteY0" fmla="*/ 6596 h 64031"/>
                <a:gd name="connsiteX1" fmla="*/ 11616 w 42662"/>
                <a:gd name="connsiteY1" fmla="*/ 12978 h 64031"/>
                <a:gd name="connsiteX2" fmla="*/ 8391 w 42662"/>
                <a:gd name="connsiteY2" fmla="*/ 32028 h 64031"/>
                <a:gd name="connsiteX3" fmla="*/ 11616 w 42662"/>
                <a:gd name="connsiteY3" fmla="*/ 51102 h 64031"/>
                <a:gd name="connsiteX4" fmla="*/ 21331 w 42662"/>
                <a:gd name="connsiteY4" fmla="*/ 57412 h 64031"/>
                <a:gd name="connsiteX5" fmla="*/ 31047 w 42662"/>
                <a:gd name="connsiteY5" fmla="*/ 51102 h 64031"/>
                <a:gd name="connsiteX6" fmla="*/ 34314 w 42662"/>
                <a:gd name="connsiteY6" fmla="*/ 32028 h 64031"/>
                <a:gd name="connsiteX7" fmla="*/ 31047 w 42662"/>
                <a:gd name="connsiteY7" fmla="*/ 12978 h 64031"/>
                <a:gd name="connsiteX8" fmla="*/ 21331 w 42662"/>
                <a:gd name="connsiteY8" fmla="*/ 6596 h 64031"/>
                <a:gd name="connsiteX9" fmla="*/ 21331 w 42662"/>
                <a:gd name="connsiteY9" fmla="*/ 0 h 64031"/>
                <a:gd name="connsiteX10" fmla="*/ 37164 w 42662"/>
                <a:gd name="connsiteY10" fmla="*/ 8215 h 64031"/>
                <a:gd name="connsiteX11" fmla="*/ 42663 w 42662"/>
                <a:gd name="connsiteY11" fmla="*/ 32028 h 64031"/>
                <a:gd name="connsiteX12" fmla="*/ 37164 w 42662"/>
                <a:gd name="connsiteY12" fmla="*/ 55840 h 64031"/>
                <a:gd name="connsiteX13" fmla="*/ 21331 w 42662"/>
                <a:gd name="connsiteY13" fmla="*/ 64032 h 64031"/>
                <a:gd name="connsiteX14" fmla="*/ 5458 w 42662"/>
                <a:gd name="connsiteY14" fmla="*/ 55840 h 64031"/>
                <a:gd name="connsiteX15" fmla="*/ 0 w 42662"/>
                <a:gd name="connsiteY15" fmla="*/ 32028 h 64031"/>
                <a:gd name="connsiteX16" fmla="*/ 5458 w 42662"/>
                <a:gd name="connsiteY16" fmla="*/ 8215 h 64031"/>
                <a:gd name="connsiteX17" fmla="*/ 21331 w 4266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31">
                  <a:moveTo>
                    <a:pt x="21331" y="6596"/>
                  </a:moveTo>
                  <a:cubicBezTo>
                    <a:pt x="17033" y="6596"/>
                    <a:pt x="13795" y="8715"/>
                    <a:pt x="11616" y="12978"/>
                  </a:cubicBezTo>
                  <a:cubicBezTo>
                    <a:pt x="9465" y="17193"/>
                    <a:pt x="8391" y="23527"/>
                    <a:pt x="8391" y="32028"/>
                  </a:cubicBezTo>
                  <a:cubicBezTo>
                    <a:pt x="8391" y="40481"/>
                    <a:pt x="9465" y="46839"/>
                    <a:pt x="11616" y="51102"/>
                  </a:cubicBezTo>
                  <a:cubicBezTo>
                    <a:pt x="13795" y="55316"/>
                    <a:pt x="17033" y="57412"/>
                    <a:pt x="21331" y="57412"/>
                  </a:cubicBezTo>
                  <a:cubicBezTo>
                    <a:pt x="25658" y="57412"/>
                    <a:pt x="28896" y="55316"/>
                    <a:pt x="31047" y="51102"/>
                  </a:cubicBezTo>
                  <a:cubicBezTo>
                    <a:pt x="33226" y="46839"/>
                    <a:pt x="34314" y="40481"/>
                    <a:pt x="34314" y="32028"/>
                  </a:cubicBezTo>
                  <a:cubicBezTo>
                    <a:pt x="34314" y="23527"/>
                    <a:pt x="33226" y="17193"/>
                    <a:pt x="31047" y="12978"/>
                  </a:cubicBezTo>
                  <a:cubicBezTo>
                    <a:pt x="28896" y="8715"/>
                    <a:pt x="25658" y="6596"/>
                    <a:pt x="21331" y="6596"/>
                  </a:cubicBezTo>
                  <a:moveTo>
                    <a:pt x="21331" y="0"/>
                  </a:moveTo>
                  <a:cubicBezTo>
                    <a:pt x="28249" y="0"/>
                    <a:pt x="33528" y="2738"/>
                    <a:pt x="37164" y="8215"/>
                  </a:cubicBezTo>
                  <a:cubicBezTo>
                    <a:pt x="40829" y="13668"/>
                    <a:pt x="42663" y="21622"/>
                    <a:pt x="42663" y="32028"/>
                  </a:cubicBezTo>
                  <a:cubicBezTo>
                    <a:pt x="42663" y="42434"/>
                    <a:pt x="40829" y="50363"/>
                    <a:pt x="37164" y="55840"/>
                  </a:cubicBezTo>
                  <a:cubicBezTo>
                    <a:pt x="33528" y="61293"/>
                    <a:pt x="28249" y="64032"/>
                    <a:pt x="21331" y="64032"/>
                  </a:cubicBezTo>
                  <a:cubicBezTo>
                    <a:pt x="14414" y="64032"/>
                    <a:pt x="9123" y="61293"/>
                    <a:pt x="5458" y="55840"/>
                  </a:cubicBezTo>
                  <a:cubicBezTo>
                    <a:pt x="1819" y="50363"/>
                    <a:pt x="0" y="42434"/>
                    <a:pt x="0" y="32028"/>
                  </a:cubicBezTo>
                  <a:cubicBezTo>
                    <a:pt x="0" y="21622"/>
                    <a:pt x="1819" y="13668"/>
                    <a:pt x="5458" y="8215"/>
                  </a:cubicBezTo>
                  <a:cubicBezTo>
                    <a:pt x="9123" y="2738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0C27AC87-0F12-24C5-8BC6-F60140C4C3D2}"/>
              </a:ext>
            </a:extLst>
          </p:cNvPr>
          <p:cNvGrpSpPr/>
          <p:nvPr/>
        </p:nvGrpSpPr>
        <p:grpSpPr>
          <a:xfrm>
            <a:off x="1692591" y="4539897"/>
            <a:ext cx="429913" cy="323326"/>
            <a:chOff x="2132462" y="4154883"/>
            <a:chExt cx="429913" cy="323326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C1B8D4C-E393-E6C4-BB9A-AFD3C74E7C0A}"/>
                </a:ext>
              </a:extLst>
            </p:cNvPr>
            <p:cNvSpPr/>
            <p:nvPr/>
          </p:nvSpPr>
          <p:spPr>
            <a:xfrm>
              <a:off x="2132462" y="4154883"/>
              <a:ext cx="429913" cy="323326"/>
            </a:xfrm>
            <a:custGeom>
              <a:avLst/>
              <a:gdLst>
                <a:gd name="connsiteX0" fmla="*/ 0 w 429913"/>
                <a:gd name="connsiteY0" fmla="*/ 323326 h 323326"/>
                <a:gd name="connsiteX1" fmla="*/ 429913 w 429913"/>
                <a:gd name="connsiteY1" fmla="*/ 323326 h 323326"/>
                <a:gd name="connsiteX2" fmla="*/ 429913 w 429913"/>
                <a:gd name="connsiteY2" fmla="*/ 0 h 323326"/>
                <a:gd name="connsiteX3" fmla="*/ 0 w 429913"/>
                <a:gd name="connsiteY3" fmla="*/ 0 h 323326"/>
                <a:gd name="connsiteX4" fmla="*/ 0 w 429913"/>
                <a:gd name="connsiteY4" fmla="*/ 323326 h 32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3" h="323326">
                  <a:moveTo>
                    <a:pt x="0" y="323326"/>
                  </a:moveTo>
                  <a:lnTo>
                    <a:pt x="429913" y="323326"/>
                  </a:lnTo>
                  <a:lnTo>
                    <a:pt x="429913" y="0"/>
                  </a:lnTo>
                  <a:lnTo>
                    <a:pt x="0" y="0"/>
                  </a:lnTo>
                  <a:lnTo>
                    <a:pt x="0" y="32332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C26258F-8D96-F598-65F8-75FFE48C40D2}"/>
                </a:ext>
              </a:extLst>
            </p:cNvPr>
            <p:cNvSpPr/>
            <p:nvPr/>
          </p:nvSpPr>
          <p:spPr>
            <a:xfrm>
              <a:off x="2337628" y="4244537"/>
              <a:ext cx="19580" cy="144017"/>
            </a:xfrm>
            <a:custGeom>
              <a:avLst/>
              <a:gdLst>
                <a:gd name="connsiteX0" fmla="*/ 0 w 19580"/>
                <a:gd name="connsiteY0" fmla="*/ 119515 h 144017"/>
                <a:gd name="connsiteX1" fmla="*/ 19581 w 19580"/>
                <a:gd name="connsiteY1" fmla="*/ 119515 h 144017"/>
                <a:gd name="connsiteX2" fmla="*/ 19581 w 19580"/>
                <a:gd name="connsiteY2" fmla="*/ 144018 h 144017"/>
                <a:gd name="connsiteX3" fmla="*/ 0 w 19580"/>
                <a:gd name="connsiteY3" fmla="*/ 144018 h 144017"/>
                <a:gd name="connsiteX4" fmla="*/ 0 w 19580"/>
                <a:gd name="connsiteY4" fmla="*/ 119515 h 144017"/>
                <a:gd name="connsiteX5" fmla="*/ 0 w 19580"/>
                <a:gd name="connsiteY5" fmla="*/ 0 h 144017"/>
                <a:gd name="connsiteX6" fmla="*/ 19581 w 19580"/>
                <a:gd name="connsiteY6" fmla="*/ 0 h 144017"/>
                <a:gd name="connsiteX7" fmla="*/ 19581 w 19580"/>
                <a:gd name="connsiteY7" fmla="*/ 63175 h 144017"/>
                <a:gd name="connsiteX8" fmla="*/ 17652 w 19580"/>
                <a:gd name="connsiteY8" fmla="*/ 97607 h 144017"/>
                <a:gd name="connsiteX9" fmla="*/ 2024 w 19580"/>
                <a:gd name="connsiteY9" fmla="*/ 97607 h 144017"/>
                <a:gd name="connsiteX10" fmla="*/ 0 w 19580"/>
                <a:gd name="connsiteY10" fmla="*/ 63175 h 144017"/>
                <a:gd name="connsiteX11" fmla="*/ 0 w 19580"/>
                <a:gd name="connsiteY11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580" h="144017">
                  <a:moveTo>
                    <a:pt x="0" y="119515"/>
                  </a:moveTo>
                  <a:lnTo>
                    <a:pt x="19581" y="119515"/>
                  </a:lnTo>
                  <a:lnTo>
                    <a:pt x="19581" y="144018"/>
                  </a:lnTo>
                  <a:lnTo>
                    <a:pt x="0" y="144018"/>
                  </a:lnTo>
                  <a:lnTo>
                    <a:pt x="0" y="119515"/>
                  </a:lnTo>
                  <a:moveTo>
                    <a:pt x="0" y="0"/>
                  </a:moveTo>
                  <a:lnTo>
                    <a:pt x="19581" y="0"/>
                  </a:lnTo>
                  <a:lnTo>
                    <a:pt x="19581" y="63175"/>
                  </a:lnTo>
                  <a:lnTo>
                    <a:pt x="17652" y="97607"/>
                  </a:lnTo>
                  <a:lnTo>
                    <a:pt x="2024" y="97607"/>
                  </a:lnTo>
                  <a:lnTo>
                    <a:pt x="0" y="63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3AF34714-2BF3-6015-1D1C-569BD25B2E9B}"/>
              </a:ext>
            </a:extLst>
          </p:cNvPr>
          <p:cNvGrpSpPr/>
          <p:nvPr/>
        </p:nvGrpSpPr>
        <p:grpSpPr>
          <a:xfrm>
            <a:off x="2166397" y="4507917"/>
            <a:ext cx="175119" cy="64055"/>
            <a:chOff x="2575272" y="4122903"/>
            <a:chExt cx="175119" cy="64055"/>
          </a:xfrm>
        </p:grpSpPr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2C7E0B35-0E03-494E-B7E5-8CEE1ECB7E74}"/>
                </a:ext>
              </a:extLst>
            </p:cNvPr>
            <p:cNvSpPr/>
            <p:nvPr/>
          </p:nvSpPr>
          <p:spPr>
            <a:xfrm>
              <a:off x="2575272" y="4122903"/>
              <a:ext cx="42662" cy="64055"/>
            </a:xfrm>
            <a:custGeom>
              <a:avLst/>
              <a:gdLst>
                <a:gd name="connsiteX0" fmla="*/ 21331 w 42662"/>
                <a:gd name="connsiteY0" fmla="*/ 6620 h 64055"/>
                <a:gd name="connsiteX1" fmla="*/ 11616 w 42662"/>
                <a:gd name="connsiteY1" fmla="*/ 12978 h 64055"/>
                <a:gd name="connsiteX2" fmla="*/ 8391 w 42662"/>
                <a:gd name="connsiteY2" fmla="*/ 32052 h 64055"/>
                <a:gd name="connsiteX3" fmla="*/ 11616 w 42662"/>
                <a:gd name="connsiteY3" fmla="*/ 51102 h 64055"/>
                <a:gd name="connsiteX4" fmla="*/ 21331 w 42662"/>
                <a:gd name="connsiteY4" fmla="*/ 57436 h 64055"/>
                <a:gd name="connsiteX5" fmla="*/ 31047 w 42662"/>
                <a:gd name="connsiteY5" fmla="*/ 51102 h 64055"/>
                <a:gd name="connsiteX6" fmla="*/ 34311 w 42662"/>
                <a:gd name="connsiteY6" fmla="*/ 32052 h 64055"/>
                <a:gd name="connsiteX7" fmla="*/ 31047 w 42662"/>
                <a:gd name="connsiteY7" fmla="*/ 12978 h 64055"/>
                <a:gd name="connsiteX8" fmla="*/ 21331 w 42662"/>
                <a:gd name="connsiteY8" fmla="*/ 6620 h 64055"/>
                <a:gd name="connsiteX9" fmla="*/ 21331 w 42662"/>
                <a:gd name="connsiteY9" fmla="*/ 0 h 64055"/>
                <a:gd name="connsiteX10" fmla="*/ 37164 w 42662"/>
                <a:gd name="connsiteY10" fmla="*/ 8239 h 64055"/>
                <a:gd name="connsiteX11" fmla="*/ 42663 w 42662"/>
                <a:gd name="connsiteY11" fmla="*/ 32052 h 64055"/>
                <a:gd name="connsiteX12" fmla="*/ 37164 w 42662"/>
                <a:gd name="connsiteY12" fmla="*/ 55864 h 64055"/>
                <a:gd name="connsiteX13" fmla="*/ 21331 w 42662"/>
                <a:gd name="connsiteY13" fmla="*/ 64056 h 64055"/>
                <a:gd name="connsiteX14" fmla="*/ 5455 w 42662"/>
                <a:gd name="connsiteY14" fmla="*/ 55864 h 64055"/>
                <a:gd name="connsiteX15" fmla="*/ 0 w 42662"/>
                <a:gd name="connsiteY15" fmla="*/ 32052 h 64055"/>
                <a:gd name="connsiteX16" fmla="*/ 5455 w 42662"/>
                <a:gd name="connsiteY16" fmla="*/ 8239 h 64055"/>
                <a:gd name="connsiteX17" fmla="*/ 21331 w 42662"/>
                <a:gd name="connsiteY17" fmla="*/ 0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55">
                  <a:moveTo>
                    <a:pt x="21331" y="6620"/>
                  </a:moveTo>
                  <a:cubicBezTo>
                    <a:pt x="17033" y="6620"/>
                    <a:pt x="13795" y="8739"/>
                    <a:pt x="11616" y="12978"/>
                  </a:cubicBezTo>
                  <a:cubicBezTo>
                    <a:pt x="9466" y="17193"/>
                    <a:pt x="8391" y="23551"/>
                    <a:pt x="8391" y="32052"/>
                  </a:cubicBezTo>
                  <a:cubicBezTo>
                    <a:pt x="8391" y="40505"/>
                    <a:pt x="9466" y="46863"/>
                    <a:pt x="11616" y="51102"/>
                  </a:cubicBezTo>
                  <a:cubicBezTo>
                    <a:pt x="13795" y="55316"/>
                    <a:pt x="17033" y="57436"/>
                    <a:pt x="21331" y="57436"/>
                  </a:cubicBezTo>
                  <a:cubicBezTo>
                    <a:pt x="25658" y="57436"/>
                    <a:pt x="28896" y="55316"/>
                    <a:pt x="31047" y="51102"/>
                  </a:cubicBezTo>
                  <a:cubicBezTo>
                    <a:pt x="33223" y="46863"/>
                    <a:pt x="34311" y="40505"/>
                    <a:pt x="34311" y="32052"/>
                  </a:cubicBezTo>
                  <a:cubicBezTo>
                    <a:pt x="34311" y="23551"/>
                    <a:pt x="33223" y="17193"/>
                    <a:pt x="31047" y="12978"/>
                  </a:cubicBezTo>
                  <a:cubicBezTo>
                    <a:pt x="28896" y="8739"/>
                    <a:pt x="25658" y="6620"/>
                    <a:pt x="21331" y="6620"/>
                  </a:cubicBezTo>
                  <a:moveTo>
                    <a:pt x="21331" y="0"/>
                  </a:moveTo>
                  <a:cubicBezTo>
                    <a:pt x="28249" y="0"/>
                    <a:pt x="33528" y="2738"/>
                    <a:pt x="37164" y="8239"/>
                  </a:cubicBezTo>
                  <a:cubicBezTo>
                    <a:pt x="40829" y="13692"/>
                    <a:pt x="42663" y="21645"/>
                    <a:pt x="42663" y="32052"/>
                  </a:cubicBezTo>
                  <a:cubicBezTo>
                    <a:pt x="42663" y="42434"/>
                    <a:pt x="40829" y="50363"/>
                    <a:pt x="37164" y="55864"/>
                  </a:cubicBezTo>
                  <a:cubicBezTo>
                    <a:pt x="33528" y="61317"/>
                    <a:pt x="28249" y="64056"/>
                    <a:pt x="21331" y="64056"/>
                  </a:cubicBezTo>
                  <a:cubicBezTo>
                    <a:pt x="14414" y="64056"/>
                    <a:pt x="9120" y="61317"/>
                    <a:pt x="5455" y="55864"/>
                  </a:cubicBezTo>
                  <a:cubicBezTo>
                    <a:pt x="1819" y="50363"/>
                    <a:pt x="0" y="42434"/>
                    <a:pt x="0" y="32052"/>
                  </a:cubicBezTo>
                  <a:cubicBezTo>
                    <a:pt x="0" y="21645"/>
                    <a:pt x="1819" y="13692"/>
                    <a:pt x="5455" y="8239"/>
                  </a:cubicBezTo>
                  <a:cubicBezTo>
                    <a:pt x="9120" y="2738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E0D04048-554F-CE44-51B0-50BB8D90307C}"/>
                </a:ext>
              </a:extLst>
            </p:cNvPr>
            <p:cNvSpPr/>
            <p:nvPr/>
          </p:nvSpPr>
          <p:spPr>
            <a:xfrm>
              <a:off x="2632610" y="4175243"/>
              <a:ext cx="8724" cy="10501"/>
            </a:xfrm>
            <a:custGeom>
              <a:avLst/>
              <a:gdLst>
                <a:gd name="connsiteX0" fmla="*/ 0 w 8724"/>
                <a:gd name="connsiteY0" fmla="*/ 0 h 10501"/>
                <a:gd name="connsiteX1" fmla="*/ 8725 w 8724"/>
                <a:gd name="connsiteY1" fmla="*/ 0 h 10501"/>
                <a:gd name="connsiteX2" fmla="*/ 8725 w 8724"/>
                <a:gd name="connsiteY2" fmla="*/ 10501 h 10501"/>
                <a:gd name="connsiteX3" fmla="*/ 0 w 8724"/>
                <a:gd name="connsiteY3" fmla="*/ 10501 h 10501"/>
                <a:gd name="connsiteX4" fmla="*/ 0 w 8724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4" h="10501">
                  <a:moveTo>
                    <a:pt x="0" y="0"/>
                  </a:moveTo>
                  <a:lnTo>
                    <a:pt x="8725" y="0"/>
                  </a:lnTo>
                  <a:lnTo>
                    <a:pt x="872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F8BAEA2-27E9-7F98-3E41-3120221C4C4E}"/>
                </a:ext>
              </a:extLst>
            </p:cNvPr>
            <p:cNvSpPr/>
            <p:nvPr/>
          </p:nvSpPr>
          <p:spPr>
            <a:xfrm>
              <a:off x="2656920" y="4122903"/>
              <a:ext cx="40638" cy="64055"/>
            </a:xfrm>
            <a:custGeom>
              <a:avLst/>
              <a:gdLst>
                <a:gd name="connsiteX0" fmla="*/ 27903 w 40638"/>
                <a:gd name="connsiteY0" fmla="*/ 29575 h 64055"/>
                <a:gd name="connsiteX1" fmla="*/ 37247 w 40638"/>
                <a:gd name="connsiteY1" fmla="*/ 34909 h 64055"/>
                <a:gd name="connsiteX2" fmla="*/ 40638 w 40638"/>
                <a:gd name="connsiteY2" fmla="*/ 44910 h 64055"/>
                <a:gd name="connsiteX3" fmla="*/ 34354 w 40638"/>
                <a:gd name="connsiteY3" fmla="*/ 59031 h 64055"/>
                <a:gd name="connsiteX4" fmla="*/ 16495 w 40638"/>
                <a:gd name="connsiteY4" fmla="*/ 64056 h 64055"/>
                <a:gd name="connsiteX5" fmla="*/ 8475 w 40638"/>
                <a:gd name="connsiteY5" fmla="*/ 63270 h 64055"/>
                <a:gd name="connsiteX6" fmla="*/ 0 w 40638"/>
                <a:gd name="connsiteY6" fmla="*/ 60984 h 64055"/>
                <a:gd name="connsiteX7" fmla="*/ 0 w 40638"/>
                <a:gd name="connsiteY7" fmla="*/ 52935 h 64055"/>
                <a:gd name="connsiteX8" fmla="*/ 7606 w 40638"/>
                <a:gd name="connsiteY8" fmla="*/ 55983 h 64055"/>
                <a:gd name="connsiteX9" fmla="*/ 16247 w 40638"/>
                <a:gd name="connsiteY9" fmla="*/ 57007 h 64055"/>
                <a:gd name="connsiteX10" fmla="*/ 28194 w 40638"/>
                <a:gd name="connsiteY10" fmla="*/ 53912 h 64055"/>
                <a:gd name="connsiteX11" fmla="*/ 32328 w 40638"/>
                <a:gd name="connsiteY11" fmla="*/ 44910 h 64055"/>
                <a:gd name="connsiteX12" fmla="*/ 28484 w 40638"/>
                <a:gd name="connsiteY12" fmla="*/ 36386 h 64055"/>
                <a:gd name="connsiteX13" fmla="*/ 17859 w 40638"/>
                <a:gd name="connsiteY13" fmla="*/ 33290 h 64055"/>
                <a:gd name="connsiteX14" fmla="*/ 10666 w 40638"/>
                <a:gd name="connsiteY14" fmla="*/ 33290 h 64055"/>
                <a:gd name="connsiteX15" fmla="*/ 10666 w 40638"/>
                <a:gd name="connsiteY15" fmla="*/ 26432 h 64055"/>
                <a:gd name="connsiteX16" fmla="*/ 18190 w 40638"/>
                <a:gd name="connsiteY16" fmla="*/ 26432 h 64055"/>
                <a:gd name="connsiteX17" fmla="*/ 27615 w 40638"/>
                <a:gd name="connsiteY17" fmla="*/ 23979 h 64055"/>
                <a:gd name="connsiteX18" fmla="*/ 30880 w 40638"/>
                <a:gd name="connsiteY18" fmla="*/ 16883 h 64055"/>
                <a:gd name="connsiteX19" fmla="*/ 27491 w 40638"/>
                <a:gd name="connsiteY19" fmla="*/ 9597 h 64055"/>
                <a:gd name="connsiteX20" fmla="*/ 17859 w 40638"/>
                <a:gd name="connsiteY20" fmla="*/ 7025 h 64055"/>
                <a:gd name="connsiteX21" fmla="*/ 10499 w 40638"/>
                <a:gd name="connsiteY21" fmla="*/ 7787 h 64055"/>
                <a:gd name="connsiteX22" fmla="*/ 1860 w 40638"/>
                <a:gd name="connsiteY22" fmla="*/ 10096 h 64055"/>
                <a:gd name="connsiteX23" fmla="*/ 1860 w 40638"/>
                <a:gd name="connsiteY23" fmla="*/ 2643 h 64055"/>
                <a:gd name="connsiteX24" fmla="*/ 10749 w 40638"/>
                <a:gd name="connsiteY24" fmla="*/ 667 h 64055"/>
                <a:gd name="connsiteX25" fmla="*/ 18602 w 40638"/>
                <a:gd name="connsiteY25" fmla="*/ 0 h 64055"/>
                <a:gd name="connsiteX26" fmla="*/ 33652 w 40638"/>
                <a:gd name="connsiteY26" fmla="*/ 4358 h 64055"/>
                <a:gd name="connsiteX27" fmla="*/ 39191 w 40638"/>
                <a:gd name="connsiteY27" fmla="*/ 16002 h 64055"/>
                <a:gd name="connsiteX28" fmla="*/ 36254 w 40638"/>
                <a:gd name="connsiteY28" fmla="*/ 24694 h 64055"/>
                <a:gd name="connsiteX29" fmla="*/ 27903 w 40638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55">
                  <a:moveTo>
                    <a:pt x="27903" y="29575"/>
                  </a:moveTo>
                  <a:cubicBezTo>
                    <a:pt x="31902" y="30409"/>
                    <a:pt x="35016" y="32195"/>
                    <a:pt x="37247" y="34909"/>
                  </a:cubicBezTo>
                  <a:cubicBezTo>
                    <a:pt x="39507" y="37600"/>
                    <a:pt x="40638" y="40934"/>
                    <a:pt x="40638" y="44910"/>
                  </a:cubicBezTo>
                  <a:cubicBezTo>
                    <a:pt x="40638" y="50983"/>
                    <a:pt x="38543" y="55697"/>
                    <a:pt x="34354" y="59031"/>
                  </a:cubicBezTo>
                  <a:cubicBezTo>
                    <a:pt x="30166" y="62389"/>
                    <a:pt x="24212" y="64056"/>
                    <a:pt x="16495" y="64056"/>
                  </a:cubicBezTo>
                  <a:cubicBezTo>
                    <a:pt x="13904" y="64056"/>
                    <a:pt x="11230" y="63794"/>
                    <a:pt x="8475" y="63270"/>
                  </a:cubicBezTo>
                  <a:cubicBezTo>
                    <a:pt x="5746" y="62770"/>
                    <a:pt x="2922" y="62008"/>
                    <a:pt x="0" y="60984"/>
                  </a:cubicBezTo>
                  <a:lnTo>
                    <a:pt x="0" y="52935"/>
                  </a:lnTo>
                  <a:cubicBezTo>
                    <a:pt x="2315" y="54293"/>
                    <a:pt x="4851" y="55293"/>
                    <a:pt x="7606" y="55983"/>
                  </a:cubicBezTo>
                  <a:cubicBezTo>
                    <a:pt x="10361" y="56674"/>
                    <a:pt x="13242" y="57007"/>
                    <a:pt x="16247" y="57007"/>
                  </a:cubicBezTo>
                  <a:cubicBezTo>
                    <a:pt x="21484" y="57007"/>
                    <a:pt x="25465" y="55983"/>
                    <a:pt x="28194" y="53912"/>
                  </a:cubicBezTo>
                  <a:cubicBezTo>
                    <a:pt x="30949" y="51840"/>
                    <a:pt x="32328" y="48839"/>
                    <a:pt x="32328" y="44910"/>
                  </a:cubicBezTo>
                  <a:cubicBezTo>
                    <a:pt x="32328" y="41267"/>
                    <a:pt x="31047" y="38433"/>
                    <a:pt x="28484" y="36386"/>
                  </a:cubicBezTo>
                  <a:cubicBezTo>
                    <a:pt x="25948" y="34314"/>
                    <a:pt x="22405" y="33290"/>
                    <a:pt x="17859" y="33290"/>
                  </a:cubicBezTo>
                  <a:lnTo>
                    <a:pt x="10666" y="33290"/>
                  </a:lnTo>
                  <a:lnTo>
                    <a:pt x="10666" y="26432"/>
                  </a:lnTo>
                  <a:lnTo>
                    <a:pt x="18190" y="26432"/>
                  </a:lnTo>
                  <a:cubicBezTo>
                    <a:pt x="22296" y="26432"/>
                    <a:pt x="25437" y="25622"/>
                    <a:pt x="27615" y="23979"/>
                  </a:cubicBezTo>
                  <a:cubicBezTo>
                    <a:pt x="29792" y="22336"/>
                    <a:pt x="30880" y="19955"/>
                    <a:pt x="30880" y="16883"/>
                  </a:cubicBezTo>
                  <a:cubicBezTo>
                    <a:pt x="30880" y="13716"/>
                    <a:pt x="29751" y="11287"/>
                    <a:pt x="27491" y="9597"/>
                  </a:cubicBezTo>
                  <a:cubicBezTo>
                    <a:pt x="25260" y="7882"/>
                    <a:pt x="22048" y="7025"/>
                    <a:pt x="17859" y="7025"/>
                  </a:cubicBezTo>
                  <a:cubicBezTo>
                    <a:pt x="15571" y="7025"/>
                    <a:pt x="13118" y="7286"/>
                    <a:pt x="10499" y="7787"/>
                  </a:cubicBezTo>
                  <a:cubicBezTo>
                    <a:pt x="7882" y="8287"/>
                    <a:pt x="5001" y="9049"/>
                    <a:pt x="1860" y="10096"/>
                  </a:cubicBezTo>
                  <a:lnTo>
                    <a:pt x="1860" y="2643"/>
                  </a:lnTo>
                  <a:cubicBezTo>
                    <a:pt x="5029" y="1762"/>
                    <a:pt x="7994" y="1119"/>
                    <a:pt x="10749" y="667"/>
                  </a:cubicBezTo>
                  <a:cubicBezTo>
                    <a:pt x="13533" y="214"/>
                    <a:pt x="16150" y="0"/>
                    <a:pt x="18602" y="0"/>
                  </a:cubicBezTo>
                  <a:cubicBezTo>
                    <a:pt x="24941" y="0"/>
                    <a:pt x="29958" y="1453"/>
                    <a:pt x="33652" y="4358"/>
                  </a:cubicBezTo>
                  <a:cubicBezTo>
                    <a:pt x="37345" y="7215"/>
                    <a:pt x="39191" y="11097"/>
                    <a:pt x="39191" y="16002"/>
                  </a:cubicBezTo>
                  <a:cubicBezTo>
                    <a:pt x="39191" y="19407"/>
                    <a:pt x="38212" y="22312"/>
                    <a:pt x="36254" y="24694"/>
                  </a:cubicBezTo>
                  <a:cubicBezTo>
                    <a:pt x="34300" y="27027"/>
                    <a:pt x="31516" y="28647"/>
                    <a:pt x="27903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2A227E0A-6E6C-A9F4-2374-9681D042040A}"/>
                </a:ext>
              </a:extLst>
            </p:cNvPr>
            <p:cNvSpPr/>
            <p:nvPr/>
          </p:nvSpPr>
          <p:spPr>
            <a:xfrm>
              <a:off x="2713639" y="4124022"/>
              <a:ext cx="36752" cy="61722"/>
            </a:xfrm>
            <a:custGeom>
              <a:avLst/>
              <a:gdLst>
                <a:gd name="connsiteX0" fmla="*/ 1200 w 36752"/>
                <a:gd name="connsiteY0" fmla="*/ 54697 h 61722"/>
                <a:gd name="connsiteX1" fmla="*/ 14842 w 36752"/>
                <a:gd name="connsiteY1" fmla="*/ 54697 h 61722"/>
                <a:gd name="connsiteX2" fmla="*/ 14842 w 36752"/>
                <a:gd name="connsiteY2" fmla="*/ 7620 h 61722"/>
                <a:gd name="connsiteX3" fmla="*/ 0 w 36752"/>
                <a:gd name="connsiteY3" fmla="*/ 10597 h 61722"/>
                <a:gd name="connsiteX4" fmla="*/ 0 w 36752"/>
                <a:gd name="connsiteY4" fmla="*/ 2977 h 61722"/>
                <a:gd name="connsiteX5" fmla="*/ 14759 w 36752"/>
                <a:gd name="connsiteY5" fmla="*/ 0 h 61722"/>
                <a:gd name="connsiteX6" fmla="*/ 23110 w 36752"/>
                <a:gd name="connsiteY6" fmla="*/ 0 h 61722"/>
                <a:gd name="connsiteX7" fmla="*/ 23110 w 36752"/>
                <a:gd name="connsiteY7" fmla="*/ 54697 h 61722"/>
                <a:gd name="connsiteX8" fmla="*/ 36752 w 36752"/>
                <a:gd name="connsiteY8" fmla="*/ 54697 h 61722"/>
                <a:gd name="connsiteX9" fmla="*/ 36752 w 36752"/>
                <a:gd name="connsiteY9" fmla="*/ 61722 h 61722"/>
                <a:gd name="connsiteX10" fmla="*/ 1200 w 36752"/>
                <a:gd name="connsiteY10" fmla="*/ 61722 h 61722"/>
                <a:gd name="connsiteX11" fmla="*/ 1200 w 36752"/>
                <a:gd name="connsiteY11" fmla="*/ 54697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52" h="61722">
                  <a:moveTo>
                    <a:pt x="1200" y="54697"/>
                  </a:moveTo>
                  <a:lnTo>
                    <a:pt x="14842" y="54697"/>
                  </a:lnTo>
                  <a:lnTo>
                    <a:pt x="14842" y="7620"/>
                  </a:lnTo>
                  <a:lnTo>
                    <a:pt x="0" y="10597"/>
                  </a:lnTo>
                  <a:lnTo>
                    <a:pt x="0" y="2977"/>
                  </a:lnTo>
                  <a:lnTo>
                    <a:pt x="14759" y="0"/>
                  </a:lnTo>
                  <a:lnTo>
                    <a:pt x="23110" y="0"/>
                  </a:lnTo>
                  <a:lnTo>
                    <a:pt x="23110" y="54697"/>
                  </a:lnTo>
                  <a:lnTo>
                    <a:pt x="36752" y="54697"/>
                  </a:lnTo>
                  <a:lnTo>
                    <a:pt x="36752" y="61722"/>
                  </a:lnTo>
                  <a:lnTo>
                    <a:pt x="1200" y="61722"/>
                  </a:lnTo>
                  <a:lnTo>
                    <a:pt x="1200" y="54697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C44E564-329B-21A5-2797-2D200EA1593F}"/>
              </a:ext>
            </a:extLst>
          </p:cNvPr>
          <p:cNvGrpSpPr/>
          <p:nvPr/>
        </p:nvGrpSpPr>
        <p:grpSpPr>
          <a:xfrm>
            <a:off x="1692591" y="3893269"/>
            <a:ext cx="429913" cy="646628"/>
            <a:chOff x="2132462" y="3508255"/>
            <a:chExt cx="429913" cy="646628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27C3B1D-13D2-92E2-F4D5-DCCA6271BAB6}"/>
                </a:ext>
              </a:extLst>
            </p:cNvPr>
            <p:cNvSpPr/>
            <p:nvPr/>
          </p:nvSpPr>
          <p:spPr>
            <a:xfrm>
              <a:off x="2132462" y="3508255"/>
              <a:ext cx="429913" cy="646628"/>
            </a:xfrm>
            <a:custGeom>
              <a:avLst/>
              <a:gdLst>
                <a:gd name="connsiteX0" fmla="*/ 0 w 429913"/>
                <a:gd name="connsiteY0" fmla="*/ 646628 h 646628"/>
                <a:gd name="connsiteX1" fmla="*/ 429913 w 429913"/>
                <a:gd name="connsiteY1" fmla="*/ 646628 h 646628"/>
                <a:gd name="connsiteX2" fmla="*/ 429913 w 429913"/>
                <a:gd name="connsiteY2" fmla="*/ 0 h 646628"/>
                <a:gd name="connsiteX3" fmla="*/ 0 w 429913"/>
                <a:gd name="connsiteY3" fmla="*/ 0 h 646628"/>
                <a:gd name="connsiteX4" fmla="*/ 0 w 429913"/>
                <a:gd name="connsiteY4" fmla="*/ 646628 h 646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3" h="646628">
                  <a:moveTo>
                    <a:pt x="0" y="646628"/>
                  </a:moveTo>
                  <a:lnTo>
                    <a:pt x="429913" y="646628"/>
                  </a:lnTo>
                  <a:lnTo>
                    <a:pt x="429913" y="0"/>
                  </a:lnTo>
                  <a:lnTo>
                    <a:pt x="0" y="0"/>
                  </a:lnTo>
                  <a:lnTo>
                    <a:pt x="0" y="646628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FFB589DD-C343-2F7C-FBEF-37654B33F445}"/>
                </a:ext>
              </a:extLst>
            </p:cNvPr>
            <p:cNvSpPr/>
            <p:nvPr/>
          </p:nvSpPr>
          <p:spPr>
            <a:xfrm>
              <a:off x="2302611" y="3759572"/>
              <a:ext cx="89613" cy="144017"/>
            </a:xfrm>
            <a:custGeom>
              <a:avLst/>
              <a:gdLst>
                <a:gd name="connsiteX0" fmla="*/ 0 w 89613"/>
                <a:gd name="connsiteY0" fmla="*/ 0 h 144017"/>
                <a:gd name="connsiteX1" fmla="*/ 19486 w 89613"/>
                <a:gd name="connsiteY1" fmla="*/ 0 h 144017"/>
                <a:gd name="connsiteX2" fmla="*/ 19486 w 89613"/>
                <a:gd name="connsiteY2" fmla="*/ 127611 h 144017"/>
                <a:gd name="connsiteX3" fmla="*/ 89614 w 89613"/>
                <a:gd name="connsiteY3" fmla="*/ 127611 h 144017"/>
                <a:gd name="connsiteX4" fmla="*/ 89614 w 89613"/>
                <a:gd name="connsiteY4" fmla="*/ 144018 h 144017"/>
                <a:gd name="connsiteX5" fmla="*/ 0 w 89613"/>
                <a:gd name="connsiteY5" fmla="*/ 144018 h 144017"/>
                <a:gd name="connsiteX6" fmla="*/ 0 w 89613"/>
                <a:gd name="connsiteY6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13" h="144017">
                  <a:moveTo>
                    <a:pt x="0" y="0"/>
                  </a:moveTo>
                  <a:lnTo>
                    <a:pt x="19486" y="0"/>
                  </a:lnTo>
                  <a:lnTo>
                    <a:pt x="19486" y="127611"/>
                  </a:lnTo>
                  <a:lnTo>
                    <a:pt x="89614" y="127611"/>
                  </a:lnTo>
                  <a:lnTo>
                    <a:pt x="89614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B5180C23-39CB-C2AE-2AB4-259AE0CA87DC}"/>
              </a:ext>
            </a:extLst>
          </p:cNvPr>
          <p:cNvGrpSpPr/>
          <p:nvPr/>
        </p:nvGrpSpPr>
        <p:grpSpPr>
          <a:xfrm>
            <a:off x="2166397" y="3861312"/>
            <a:ext cx="176152" cy="64031"/>
            <a:chOff x="2575272" y="3476298"/>
            <a:chExt cx="176152" cy="64031"/>
          </a:xfrm>
        </p:grpSpPr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A5D3849F-5C08-3C8F-15BC-B69C5F8D3D0C}"/>
                </a:ext>
              </a:extLst>
            </p:cNvPr>
            <p:cNvSpPr/>
            <p:nvPr/>
          </p:nvSpPr>
          <p:spPr>
            <a:xfrm>
              <a:off x="2575272" y="3476298"/>
              <a:ext cx="42662" cy="64031"/>
            </a:xfrm>
            <a:custGeom>
              <a:avLst/>
              <a:gdLst>
                <a:gd name="connsiteX0" fmla="*/ 21331 w 42662"/>
                <a:gd name="connsiteY0" fmla="*/ 6596 h 64031"/>
                <a:gd name="connsiteX1" fmla="*/ 11616 w 42662"/>
                <a:gd name="connsiteY1" fmla="*/ 12978 h 64031"/>
                <a:gd name="connsiteX2" fmla="*/ 8391 w 42662"/>
                <a:gd name="connsiteY2" fmla="*/ 32028 h 64031"/>
                <a:gd name="connsiteX3" fmla="*/ 11616 w 42662"/>
                <a:gd name="connsiteY3" fmla="*/ 51078 h 64031"/>
                <a:gd name="connsiteX4" fmla="*/ 21331 w 42662"/>
                <a:gd name="connsiteY4" fmla="*/ 57412 h 64031"/>
                <a:gd name="connsiteX5" fmla="*/ 31047 w 42662"/>
                <a:gd name="connsiteY5" fmla="*/ 51078 h 64031"/>
                <a:gd name="connsiteX6" fmla="*/ 34311 w 42662"/>
                <a:gd name="connsiteY6" fmla="*/ 32028 h 64031"/>
                <a:gd name="connsiteX7" fmla="*/ 31047 w 42662"/>
                <a:gd name="connsiteY7" fmla="*/ 12978 h 64031"/>
                <a:gd name="connsiteX8" fmla="*/ 21331 w 42662"/>
                <a:gd name="connsiteY8" fmla="*/ 6596 h 64031"/>
                <a:gd name="connsiteX9" fmla="*/ 21331 w 42662"/>
                <a:gd name="connsiteY9" fmla="*/ 0 h 64031"/>
                <a:gd name="connsiteX10" fmla="*/ 37164 w 42662"/>
                <a:gd name="connsiteY10" fmla="*/ 8215 h 64031"/>
                <a:gd name="connsiteX11" fmla="*/ 42663 w 42662"/>
                <a:gd name="connsiteY11" fmla="*/ 32028 h 64031"/>
                <a:gd name="connsiteX12" fmla="*/ 37164 w 42662"/>
                <a:gd name="connsiteY12" fmla="*/ 55840 h 64031"/>
                <a:gd name="connsiteX13" fmla="*/ 21331 w 42662"/>
                <a:gd name="connsiteY13" fmla="*/ 64032 h 64031"/>
                <a:gd name="connsiteX14" fmla="*/ 5455 w 42662"/>
                <a:gd name="connsiteY14" fmla="*/ 55840 h 64031"/>
                <a:gd name="connsiteX15" fmla="*/ 0 w 42662"/>
                <a:gd name="connsiteY15" fmla="*/ 32028 h 64031"/>
                <a:gd name="connsiteX16" fmla="*/ 5455 w 42662"/>
                <a:gd name="connsiteY16" fmla="*/ 8215 h 64031"/>
                <a:gd name="connsiteX17" fmla="*/ 21331 w 4266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31">
                  <a:moveTo>
                    <a:pt x="21331" y="6596"/>
                  </a:moveTo>
                  <a:cubicBezTo>
                    <a:pt x="17033" y="6596"/>
                    <a:pt x="13795" y="8715"/>
                    <a:pt x="11616" y="12978"/>
                  </a:cubicBezTo>
                  <a:cubicBezTo>
                    <a:pt x="9466" y="17193"/>
                    <a:pt x="8391" y="23527"/>
                    <a:pt x="8391" y="32028"/>
                  </a:cubicBezTo>
                  <a:cubicBezTo>
                    <a:pt x="8391" y="40481"/>
                    <a:pt x="9466" y="46839"/>
                    <a:pt x="11616" y="51078"/>
                  </a:cubicBezTo>
                  <a:cubicBezTo>
                    <a:pt x="13795" y="55293"/>
                    <a:pt x="17033" y="57412"/>
                    <a:pt x="21331" y="57412"/>
                  </a:cubicBezTo>
                  <a:cubicBezTo>
                    <a:pt x="25658" y="57412"/>
                    <a:pt x="28896" y="55293"/>
                    <a:pt x="31047" y="51078"/>
                  </a:cubicBezTo>
                  <a:cubicBezTo>
                    <a:pt x="33223" y="46839"/>
                    <a:pt x="34311" y="40481"/>
                    <a:pt x="34311" y="32028"/>
                  </a:cubicBezTo>
                  <a:cubicBezTo>
                    <a:pt x="34311" y="23527"/>
                    <a:pt x="33223" y="17193"/>
                    <a:pt x="31047" y="12978"/>
                  </a:cubicBezTo>
                  <a:cubicBezTo>
                    <a:pt x="28896" y="8715"/>
                    <a:pt x="25658" y="6596"/>
                    <a:pt x="21331" y="6596"/>
                  </a:cubicBezTo>
                  <a:moveTo>
                    <a:pt x="21331" y="0"/>
                  </a:moveTo>
                  <a:cubicBezTo>
                    <a:pt x="28249" y="0"/>
                    <a:pt x="33528" y="2738"/>
                    <a:pt x="37164" y="8215"/>
                  </a:cubicBezTo>
                  <a:cubicBezTo>
                    <a:pt x="40829" y="13668"/>
                    <a:pt x="42663" y="21622"/>
                    <a:pt x="42663" y="32028"/>
                  </a:cubicBezTo>
                  <a:cubicBezTo>
                    <a:pt x="42663" y="42434"/>
                    <a:pt x="40829" y="50363"/>
                    <a:pt x="37164" y="55840"/>
                  </a:cubicBezTo>
                  <a:cubicBezTo>
                    <a:pt x="33528" y="61293"/>
                    <a:pt x="28249" y="64032"/>
                    <a:pt x="21331" y="64032"/>
                  </a:cubicBezTo>
                  <a:cubicBezTo>
                    <a:pt x="14414" y="64032"/>
                    <a:pt x="9120" y="61293"/>
                    <a:pt x="5455" y="55840"/>
                  </a:cubicBezTo>
                  <a:cubicBezTo>
                    <a:pt x="1819" y="50363"/>
                    <a:pt x="0" y="42434"/>
                    <a:pt x="0" y="32028"/>
                  </a:cubicBezTo>
                  <a:cubicBezTo>
                    <a:pt x="0" y="21622"/>
                    <a:pt x="1819" y="13668"/>
                    <a:pt x="5455" y="8215"/>
                  </a:cubicBezTo>
                  <a:cubicBezTo>
                    <a:pt x="9120" y="2738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8DB75661-217D-63DC-FA11-CB90A5EBC93B}"/>
                </a:ext>
              </a:extLst>
            </p:cNvPr>
            <p:cNvSpPr/>
            <p:nvPr/>
          </p:nvSpPr>
          <p:spPr>
            <a:xfrm>
              <a:off x="2632610" y="3528614"/>
              <a:ext cx="8724" cy="10501"/>
            </a:xfrm>
            <a:custGeom>
              <a:avLst/>
              <a:gdLst>
                <a:gd name="connsiteX0" fmla="*/ 0 w 8724"/>
                <a:gd name="connsiteY0" fmla="*/ 0 h 10501"/>
                <a:gd name="connsiteX1" fmla="*/ 8725 w 8724"/>
                <a:gd name="connsiteY1" fmla="*/ 0 h 10501"/>
                <a:gd name="connsiteX2" fmla="*/ 8725 w 8724"/>
                <a:gd name="connsiteY2" fmla="*/ 10501 h 10501"/>
                <a:gd name="connsiteX3" fmla="*/ 0 w 8724"/>
                <a:gd name="connsiteY3" fmla="*/ 10501 h 10501"/>
                <a:gd name="connsiteX4" fmla="*/ 0 w 8724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4" h="10501">
                  <a:moveTo>
                    <a:pt x="0" y="0"/>
                  </a:moveTo>
                  <a:lnTo>
                    <a:pt x="8725" y="0"/>
                  </a:lnTo>
                  <a:lnTo>
                    <a:pt x="872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4DC4F6B8-4FAD-8688-1236-62E60E7AE6AF}"/>
                </a:ext>
              </a:extLst>
            </p:cNvPr>
            <p:cNvSpPr/>
            <p:nvPr/>
          </p:nvSpPr>
          <p:spPr>
            <a:xfrm>
              <a:off x="2656920" y="3476298"/>
              <a:ext cx="40638" cy="64031"/>
            </a:xfrm>
            <a:custGeom>
              <a:avLst/>
              <a:gdLst>
                <a:gd name="connsiteX0" fmla="*/ 27903 w 40638"/>
                <a:gd name="connsiteY0" fmla="*/ 29551 h 64031"/>
                <a:gd name="connsiteX1" fmla="*/ 37247 w 40638"/>
                <a:gd name="connsiteY1" fmla="*/ 34885 h 64031"/>
                <a:gd name="connsiteX2" fmla="*/ 40638 w 40638"/>
                <a:gd name="connsiteY2" fmla="*/ 44887 h 64031"/>
                <a:gd name="connsiteX3" fmla="*/ 34354 w 40638"/>
                <a:gd name="connsiteY3" fmla="*/ 59031 h 64031"/>
                <a:gd name="connsiteX4" fmla="*/ 16495 w 40638"/>
                <a:gd name="connsiteY4" fmla="*/ 64032 h 64031"/>
                <a:gd name="connsiteX5" fmla="*/ 8475 w 40638"/>
                <a:gd name="connsiteY5" fmla="*/ 63246 h 64031"/>
                <a:gd name="connsiteX6" fmla="*/ 0 w 40638"/>
                <a:gd name="connsiteY6" fmla="*/ 60960 h 64031"/>
                <a:gd name="connsiteX7" fmla="*/ 0 w 40638"/>
                <a:gd name="connsiteY7" fmla="*/ 52911 h 64031"/>
                <a:gd name="connsiteX8" fmla="*/ 7606 w 40638"/>
                <a:gd name="connsiteY8" fmla="*/ 55959 h 64031"/>
                <a:gd name="connsiteX9" fmla="*/ 16247 w 40638"/>
                <a:gd name="connsiteY9" fmla="*/ 57007 h 64031"/>
                <a:gd name="connsiteX10" fmla="*/ 28194 w 40638"/>
                <a:gd name="connsiteY10" fmla="*/ 53888 h 64031"/>
                <a:gd name="connsiteX11" fmla="*/ 32328 w 40638"/>
                <a:gd name="connsiteY11" fmla="*/ 44887 h 64031"/>
                <a:gd name="connsiteX12" fmla="*/ 28484 w 40638"/>
                <a:gd name="connsiteY12" fmla="*/ 36362 h 64031"/>
                <a:gd name="connsiteX13" fmla="*/ 17859 w 40638"/>
                <a:gd name="connsiteY13" fmla="*/ 33266 h 64031"/>
                <a:gd name="connsiteX14" fmla="*/ 10666 w 40638"/>
                <a:gd name="connsiteY14" fmla="*/ 33266 h 64031"/>
                <a:gd name="connsiteX15" fmla="*/ 10666 w 40638"/>
                <a:gd name="connsiteY15" fmla="*/ 26408 h 64031"/>
                <a:gd name="connsiteX16" fmla="*/ 18190 w 40638"/>
                <a:gd name="connsiteY16" fmla="*/ 26408 h 64031"/>
                <a:gd name="connsiteX17" fmla="*/ 27615 w 40638"/>
                <a:gd name="connsiteY17" fmla="*/ 23956 h 64031"/>
                <a:gd name="connsiteX18" fmla="*/ 30880 w 40638"/>
                <a:gd name="connsiteY18" fmla="*/ 16859 h 64031"/>
                <a:gd name="connsiteX19" fmla="*/ 27491 w 40638"/>
                <a:gd name="connsiteY19" fmla="*/ 9573 h 64031"/>
                <a:gd name="connsiteX20" fmla="*/ 17859 w 40638"/>
                <a:gd name="connsiteY20" fmla="*/ 7025 h 64031"/>
                <a:gd name="connsiteX21" fmla="*/ 10499 w 40638"/>
                <a:gd name="connsiteY21" fmla="*/ 7763 h 64031"/>
                <a:gd name="connsiteX22" fmla="*/ 1860 w 40638"/>
                <a:gd name="connsiteY22" fmla="*/ 10073 h 64031"/>
                <a:gd name="connsiteX23" fmla="*/ 1860 w 40638"/>
                <a:gd name="connsiteY23" fmla="*/ 2643 h 64031"/>
                <a:gd name="connsiteX24" fmla="*/ 10749 w 40638"/>
                <a:gd name="connsiteY24" fmla="*/ 643 h 64031"/>
                <a:gd name="connsiteX25" fmla="*/ 18602 w 40638"/>
                <a:gd name="connsiteY25" fmla="*/ 0 h 64031"/>
                <a:gd name="connsiteX26" fmla="*/ 33652 w 40638"/>
                <a:gd name="connsiteY26" fmla="*/ 4334 h 64031"/>
                <a:gd name="connsiteX27" fmla="*/ 39191 w 40638"/>
                <a:gd name="connsiteY27" fmla="*/ 15978 h 64031"/>
                <a:gd name="connsiteX28" fmla="*/ 36254 w 40638"/>
                <a:gd name="connsiteY28" fmla="*/ 24670 h 64031"/>
                <a:gd name="connsiteX29" fmla="*/ 27903 w 4063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31">
                  <a:moveTo>
                    <a:pt x="27903" y="29551"/>
                  </a:moveTo>
                  <a:cubicBezTo>
                    <a:pt x="31902" y="30409"/>
                    <a:pt x="35016" y="32195"/>
                    <a:pt x="37247" y="34885"/>
                  </a:cubicBezTo>
                  <a:cubicBezTo>
                    <a:pt x="39507" y="37576"/>
                    <a:pt x="40638" y="40910"/>
                    <a:pt x="40638" y="44887"/>
                  </a:cubicBezTo>
                  <a:cubicBezTo>
                    <a:pt x="40638" y="50983"/>
                    <a:pt x="38543" y="55697"/>
                    <a:pt x="34354" y="59031"/>
                  </a:cubicBezTo>
                  <a:cubicBezTo>
                    <a:pt x="30166" y="62365"/>
                    <a:pt x="24212" y="64032"/>
                    <a:pt x="16495" y="64032"/>
                  </a:cubicBezTo>
                  <a:cubicBezTo>
                    <a:pt x="13904" y="64032"/>
                    <a:pt x="11230" y="63770"/>
                    <a:pt x="8475" y="63246"/>
                  </a:cubicBezTo>
                  <a:cubicBezTo>
                    <a:pt x="5746" y="62746"/>
                    <a:pt x="2922" y="61984"/>
                    <a:pt x="0" y="60960"/>
                  </a:cubicBezTo>
                  <a:lnTo>
                    <a:pt x="0" y="52911"/>
                  </a:lnTo>
                  <a:cubicBezTo>
                    <a:pt x="2315" y="54269"/>
                    <a:pt x="4851" y="55269"/>
                    <a:pt x="7606" y="55959"/>
                  </a:cubicBezTo>
                  <a:cubicBezTo>
                    <a:pt x="10361" y="56650"/>
                    <a:pt x="13242" y="57007"/>
                    <a:pt x="16247" y="57007"/>
                  </a:cubicBezTo>
                  <a:cubicBezTo>
                    <a:pt x="21484" y="57007"/>
                    <a:pt x="25465" y="55959"/>
                    <a:pt x="28194" y="53888"/>
                  </a:cubicBezTo>
                  <a:cubicBezTo>
                    <a:pt x="30949" y="51816"/>
                    <a:pt x="32328" y="48816"/>
                    <a:pt x="32328" y="44887"/>
                  </a:cubicBezTo>
                  <a:cubicBezTo>
                    <a:pt x="32328" y="41243"/>
                    <a:pt x="31047" y="38410"/>
                    <a:pt x="28484" y="36362"/>
                  </a:cubicBezTo>
                  <a:cubicBezTo>
                    <a:pt x="25948" y="34290"/>
                    <a:pt x="22405" y="33266"/>
                    <a:pt x="17859" y="33266"/>
                  </a:cubicBezTo>
                  <a:lnTo>
                    <a:pt x="10666" y="33266"/>
                  </a:lnTo>
                  <a:lnTo>
                    <a:pt x="10666" y="26408"/>
                  </a:lnTo>
                  <a:lnTo>
                    <a:pt x="18190" y="26408"/>
                  </a:lnTo>
                  <a:cubicBezTo>
                    <a:pt x="22296" y="26408"/>
                    <a:pt x="25437" y="25598"/>
                    <a:pt x="27615" y="23956"/>
                  </a:cubicBezTo>
                  <a:cubicBezTo>
                    <a:pt x="29792" y="22312"/>
                    <a:pt x="30880" y="19931"/>
                    <a:pt x="30880" y="16859"/>
                  </a:cubicBezTo>
                  <a:cubicBezTo>
                    <a:pt x="30880" y="13692"/>
                    <a:pt x="29751" y="11263"/>
                    <a:pt x="27491" y="9573"/>
                  </a:cubicBezTo>
                  <a:cubicBezTo>
                    <a:pt x="25260" y="7882"/>
                    <a:pt x="22048" y="7025"/>
                    <a:pt x="17859" y="7025"/>
                  </a:cubicBezTo>
                  <a:cubicBezTo>
                    <a:pt x="15571" y="7025"/>
                    <a:pt x="13118" y="7263"/>
                    <a:pt x="10499" y="7763"/>
                  </a:cubicBezTo>
                  <a:cubicBezTo>
                    <a:pt x="7882" y="8263"/>
                    <a:pt x="5001" y="9025"/>
                    <a:pt x="1860" y="10073"/>
                  </a:cubicBezTo>
                  <a:lnTo>
                    <a:pt x="1860" y="2643"/>
                  </a:lnTo>
                  <a:cubicBezTo>
                    <a:pt x="5029" y="1762"/>
                    <a:pt x="7994" y="1096"/>
                    <a:pt x="10749" y="643"/>
                  </a:cubicBezTo>
                  <a:cubicBezTo>
                    <a:pt x="13533" y="215"/>
                    <a:pt x="16150" y="0"/>
                    <a:pt x="18602" y="0"/>
                  </a:cubicBezTo>
                  <a:cubicBezTo>
                    <a:pt x="24941" y="0"/>
                    <a:pt x="29958" y="1453"/>
                    <a:pt x="33652" y="4334"/>
                  </a:cubicBezTo>
                  <a:cubicBezTo>
                    <a:pt x="37345" y="7191"/>
                    <a:pt x="39191" y="11073"/>
                    <a:pt x="39191" y="15978"/>
                  </a:cubicBezTo>
                  <a:cubicBezTo>
                    <a:pt x="39191" y="19407"/>
                    <a:pt x="38212" y="22312"/>
                    <a:pt x="36254" y="24670"/>
                  </a:cubicBezTo>
                  <a:cubicBezTo>
                    <a:pt x="34300" y="27027"/>
                    <a:pt x="31516" y="28647"/>
                    <a:pt x="27903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449903BD-AC24-C889-B6D9-2FE7E1D39200}"/>
                </a:ext>
              </a:extLst>
            </p:cNvPr>
            <p:cNvSpPr/>
            <p:nvPr/>
          </p:nvSpPr>
          <p:spPr>
            <a:xfrm>
              <a:off x="2710786" y="3476298"/>
              <a:ext cx="40638" cy="64031"/>
            </a:xfrm>
            <a:custGeom>
              <a:avLst/>
              <a:gdLst>
                <a:gd name="connsiteX0" fmla="*/ 27906 w 40638"/>
                <a:gd name="connsiteY0" fmla="*/ 29551 h 64031"/>
                <a:gd name="connsiteX1" fmla="*/ 37248 w 40638"/>
                <a:gd name="connsiteY1" fmla="*/ 34885 h 64031"/>
                <a:gd name="connsiteX2" fmla="*/ 40639 w 40638"/>
                <a:gd name="connsiteY2" fmla="*/ 44887 h 64031"/>
                <a:gd name="connsiteX3" fmla="*/ 34354 w 40638"/>
                <a:gd name="connsiteY3" fmla="*/ 59031 h 64031"/>
                <a:gd name="connsiteX4" fmla="*/ 16495 w 40638"/>
                <a:gd name="connsiteY4" fmla="*/ 64032 h 64031"/>
                <a:gd name="connsiteX5" fmla="*/ 8475 w 40638"/>
                <a:gd name="connsiteY5" fmla="*/ 63246 h 64031"/>
                <a:gd name="connsiteX6" fmla="*/ 0 w 40638"/>
                <a:gd name="connsiteY6" fmla="*/ 60960 h 64031"/>
                <a:gd name="connsiteX7" fmla="*/ 0 w 40638"/>
                <a:gd name="connsiteY7" fmla="*/ 52911 h 64031"/>
                <a:gd name="connsiteX8" fmla="*/ 7608 w 40638"/>
                <a:gd name="connsiteY8" fmla="*/ 55959 h 64031"/>
                <a:gd name="connsiteX9" fmla="*/ 16247 w 40638"/>
                <a:gd name="connsiteY9" fmla="*/ 57007 h 64031"/>
                <a:gd name="connsiteX10" fmla="*/ 28194 w 40638"/>
                <a:gd name="connsiteY10" fmla="*/ 53888 h 64031"/>
                <a:gd name="connsiteX11" fmla="*/ 32328 w 40638"/>
                <a:gd name="connsiteY11" fmla="*/ 44887 h 64031"/>
                <a:gd name="connsiteX12" fmla="*/ 28485 w 40638"/>
                <a:gd name="connsiteY12" fmla="*/ 36362 h 64031"/>
                <a:gd name="connsiteX13" fmla="*/ 17859 w 40638"/>
                <a:gd name="connsiteY13" fmla="*/ 33266 h 64031"/>
                <a:gd name="connsiteX14" fmla="*/ 10666 w 40638"/>
                <a:gd name="connsiteY14" fmla="*/ 33266 h 64031"/>
                <a:gd name="connsiteX15" fmla="*/ 10666 w 40638"/>
                <a:gd name="connsiteY15" fmla="*/ 26408 h 64031"/>
                <a:gd name="connsiteX16" fmla="*/ 18190 w 40638"/>
                <a:gd name="connsiteY16" fmla="*/ 26408 h 64031"/>
                <a:gd name="connsiteX17" fmla="*/ 27615 w 40638"/>
                <a:gd name="connsiteY17" fmla="*/ 23956 h 64031"/>
                <a:gd name="connsiteX18" fmla="*/ 30882 w 40638"/>
                <a:gd name="connsiteY18" fmla="*/ 16859 h 64031"/>
                <a:gd name="connsiteX19" fmla="*/ 27491 w 40638"/>
                <a:gd name="connsiteY19" fmla="*/ 9573 h 64031"/>
                <a:gd name="connsiteX20" fmla="*/ 17859 w 40638"/>
                <a:gd name="connsiteY20" fmla="*/ 7025 h 64031"/>
                <a:gd name="connsiteX21" fmla="*/ 10501 w 40638"/>
                <a:gd name="connsiteY21" fmla="*/ 7763 h 64031"/>
                <a:gd name="connsiteX22" fmla="*/ 1860 w 40638"/>
                <a:gd name="connsiteY22" fmla="*/ 10073 h 64031"/>
                <a:gd name="connsiteX23" fmla="*/ 1860 w 40638"/>
                <a:gd name="connsiteY23" fmla="*/ 2643 h 64031"/>
                <a:gd name="connsiteX24" fmla="*/ 10749 w 40638"/>
                <a:gd name="connsiteY24" fmla="*/ 643 h 64031"/>
                <a:gd name="connsiteX25" fmla="*/ 18605 w 40638"/>
                <a:gd name="connsiteY25" fmla="*/ 0 h 64031"/>
                <a:gd name="connsiteX26" fmla="*/ 33652 w 40638"/>
                <a:gd name="connsiteY26" fmla="*/ 4334 h 64031"/>
                <a:gd name="connsiteX27" fmla="*/ 39191 w 40638"/>
                <a:gd name="connsiteY27" fmla="*/ 15978 h 64031"/>
                <a:gd name="connsiteX28" fmla="*/ 36257 w 40638"/>
                <a:gd name="connsiteY28" fmla="*/ 24670 h 64031"/>
                <a:gd name="connsiteX29" fmla="*/ 27906 w 4063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31">
                  <a:moveTo>
                    <a:pt x="27906" y="29551"/>
                  </a:moveTo>
                  <a:cubicBezTo>
                    <a:pt x="31902" y="30409"/>
                    <a:pt x="35016" y="32195"/>
                    <a:pt x="37248" y="34885"/>
                  </a:cubicBezTo>
                  <a:cubicBezTo>
                    <a:pt x="39507" y="37576"/>
                    <a:pt x="40639" y="40910"/>
                    <a:pt x="40639" y="44887"/>
                  </a:cubicBezTo>
                  <a:cubicBezTo>
                    <a:pt x="40639" y="50983"/>
                    <a:pt x="38543" y="55697"/>
                    <a:pt x="34354" y="59031"/>
                  </a:cubicBezTo>
                  <a:cubicBezTo>
                    <a:pt x="30166" y="62365"/>
                    <a:pt x="24213" y="64032"/>
                    <a:pt x="16495" y="64032"/>
                  </a:cubicBezTo>
                  <a:cubicBezTo>
                    <a:pt x="13904" y="64032"/>
                    <a:pt x="11230" y="63770"/>
                    <a:pt x="8475" y="63246"/>
                  </a:cubicBezTo>
                  <a:cubicBezTo>
                    <a:pt x="5746" y="62746"/>
                    <a:pt x="2922" y="61984"/>
                    <a:pt x="0" y="60960"/>
                  </a:cubicBezTo>
                  <a:lnTo>
                    <a:pt x="0" y="52911"/>
                  </a:lnTo>
                  <a:cubicBezTo>
                    <a:pt x="2317" y="54269"/>
                    <a:pt x="4853" y="55269"/>
                    <a:pt x="7608" y="55959"/>
                  </a:cubicBezTo>
                  <a:cubicBezTo>
                    <a:pt x="10363" y="56650"/>
                    <a:pt x="13245" y="57007"/>
                    <a:pt x="16247" y="57007"/>
                  </a:cubicBezTo>
                  <a:cubicBezTo>
                    <a:pt x="21484" y="57007"/>
                    <a:pt x="25467" y="55959"/>
                    <a:pt x="28194" y="53888"/>
                  </a:cubicBezTo>
                  <a:cubicBezTo>
                    <a:pt x="30949" y="51816"/>
                    <a:pt x="32328" y="48816"/>
                    <a:pt x="32328" y="44887"/>
                  </a:cubicBezTo>
                  <a:cubicBezTo>
                    <a:pt x="32328" y="41243"/>
                    <a:pt x="31047" y="38410"/>
                    <a:pt x="28485" y="36362"/>
                  </a:cubicBezTo>
                  <a:cubicBezTo>
                    <a:pt x="25949" y="34290"/>
                    <a:pt x="22408" y="33266"/>
                    <a:pt x="17859" y="33266"/>
                  </a:cubicBezTo>
                  <a:lnTo>
                    <a:pt x="10666" y="33266"/>
                  </a:lnTo>
                  <a:lnTo>
                    <a:pt x="10666" y="26408"/>
                  </a:lnTo>
                  <a:lnTo>
                    <a:pt x="18190" y="26408"/>
                  </a:lnTo>
                  <a:cubicBezTo>
                    <a:pt x="22298" y="26408"/>
                    <a:pt x="25439" y="25598"/>
                    <a:pt x="27615" y="23956"/>
                  </a:cubicBezTo>
                  <a:cubicBezTo>
                    <a:pt x="29794" y="22312"/>
                    <a:pt x="30882" y="19931"/>
                    <a:pt x="30882" y="16859"/>
                  </a:cubicBezTo>
                  <a:cubicBezTo>
                    <a:pt x="30882" y="13692"/>
                    <a:pt x="29751" y="11263"/>
                    <a:pt x="27491" y="9573"/>
                  </a:cubicBezTo>
                  <a:cubicBezTo>
                    <a:pt x="25260" y="7882"/>
                    <a:pt x="22048" y="7025"/>
                    <a:pt x="17859" y="7025"/>
                  </a:cubicBezTo>
                  <a:cubicBezTo>
                    <a:pt x="15571" y="7025"/>
                    <a:pt x="13118" y="7263"/>
                    <a:pt x="10501" y="7763"/>
                  </a:cubicBezTo>
                  <a:cubicBezTo>
                    <a:pt x="7884" y="8263"/>
                    <a:pt x="5003" y="9025"/>
                    <a:pt x="1860" y="10073"/>
                  </a:cubicBezTo>
                  <a:lnTo>
                    <a:pt x="1860" y="2643"/>
                  </a:lnTo>
                  <a:cubicBezTo>
                    <a:pt x="5029" y="1762"/>
                    <a:pt x="7994" y="1096"/>
                    <a:pt x="10749" y="643"/>
                  </a:cubicBezTo>
                  <a:cubicBezTo>
                    <a:pt x="13533" y="215"/>
                    <a:pt x="16152" y="0"/>
                    <a:pt x="18605" y="0"/>
                  </a:cubicBezTo>
                  <a:cubicBezTo>
                    <a:pt x="24944" y="0"/>
                    <a:pt x="29958" y="1453"/>
                    <a:pt x="33652" y="4334"/>
                  </a:cubicBezTo>
                  <a:cubicBezTo>
                    <a:pt x="37345" y="7191"/>
                    <a:pt x="39191" y="11073"/>
                    <a:pt x="39191" y="15978"/>
                  </a:cubicBezTo>
                  <a:cubicBezTo>
                    <a:pt x="39191" y="19407"/>
                    <a:pt x="38212" y="22312"/>
                    <a:pt x="36257" y="24670"/>
                  </a:cubicBezTo>
                  <a:cubicBezTo>
                    <a:pt x="34300" y="27027"/>
                    <a:pt x="31516" y="28647"/>
                    <a:pt x="27906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4F0FDEEA-6CFF-4AEE-C5B2-78D134C2F0BD}"/>
              </a:ext>
            </a:extLst>
          </p:cNvPr>
          <p:cNvGrpSpPr/>
          <p:nvPr/>
        </p:nvGrpSpPr>
        <p:grpSpPr>
          <a:xfrm>
            <a:off x="1692591" y="3569966"/>
            <a:ext cx="429913" cy="323302"/>
            <a:chOff x="2132462" y="3184952"/>
            <a:chExt cx="429913" cy="323302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973210C6-4E38-62AF-8546-4135098E75B6}"/>
                </a:ext>
              </a:extLst>
            </p:cNvPr>
            <p:cNvSpPr/>
            <p:nvPr/>
          </p:nvSpPr>
          <p:spPr>
            <a:xfrm>
              <a:off x="2132462" y="3184952"/>
              <a:ext cx="429913" cy="323302"/>
            </a:xfrm>
            <a:custGeom>
              <a:avLst/>
              <a:gdLst>
                <a:gd name="connsiteX0" fmla="*/ 0 w 429913"/>
                <a:gd name="connsiteY0" fmla="*/ 323302 h 323302"/>
                <a:gd name="connsiteX1" fmla="*/ 429913 w 429913"/>
                <a:gd name="connsiteY1" fmla="*/ 323302 h 323302"/>
                <a:gd name="connsiteX2" fmla="*/ 429913 w 429913"/>
                <a:gd name="connsiteY2" fmla="*/ 0 h 323302"/>
                <a:gd name="connsiteX3" fmla="*/ 0 w 429913"/>
                <a:gd name="connsiteY3" fmla="*/ 0 h 323302"/>
                <a:gd name="connsiteX4" fmla="*/ 0 w 429913"/>
                <a:gd name="connsiteY4" fmla="*/ 323302 h 323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3" h="323302">
                  <a:moveTo>
                    <a:pt x="0" y="323302"/>
                  </a:moveTo>
                  <a:lnTo>
                    <a:pt x="429913" y="323302"/>
                  </a:lnTo>
                  <a:lnTo>
                    <a:pt x="429913" y="0"/>
                  </a:lnTo>
                  <a:lnTo>
                    <a:pt x="0" y="0"/>
                  </a:lnTo>
                  <a:lnTo>
                    <a:pt x="0" y="323302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8DFAFC21-F71C-BE2B-2084-6CED0384909D}"/>
                </a:ext>
              </a:extLst>
            </p:cNvPr>
            <p:cNvSpPr/>
            <p:nvPr/>
          </p:nvSpPr>
          <p:spPr>
            <a:xfrm>
              <a:off x="2292532" y="3274599"/>
              <a:ext cx="109773" cy="144025"/>
            </a:xfrm>
            <a:custGeom>
              <a:avLst/>
              <a:gdLst>
                <a:gd name="connsiteX0" fmla="*/ 0 w 109773"/>
                <a:gd name="connsiteY0" fmla="*/ 0 h 144025"/>
                <a:gd name="connsiteX1" fmla="*/ 19486 w 109773"/>
                <a:gd name="connsiteY1" fmla="*/ 0 h 144025"/>
                <a:gd name="connsiteX2" fmla="*/ 19486 w 109773"/>
                <a:gd name="connsiteY2" fmla="*/ 59033 h 144025"/>
                <a:gd name="connsiteX3" fmla="*/ 90288 w 109773"/>
                <a:gd name="connsiteY3" fmla="*/ 59033 h 144025"/>
                <a:gd name="connsiteX4" fmla="*/ 90288 w 109773"/>
                <a:gd name="connsiteY4" fmla="*/ 0 h 144025"/>
                <a:gd name="connsiteX5" fmla="*/ 109773 w 109773"/>
                <a:gd name="connsiteY5" fmla="*/ 0 h 144025"/>
                <a:gd name="connsiteX6" fmla="*/ 109773 w 109773"/>
                <a:gd name="connsiteY6" fmla="*/ 144025 h 144025"/>
                <a:gd name="connsiteX7" fmla="*/ 90288 w 109773"/>
                <a:gd name="connsiteY7" fmla="*/ 144025 h 144025"/>
                <a:gd name="connsiteX8" fmla="*/ 90288 w 109773"/>
                <a:gd name="connsiteY8" fmla="*/ 75433 h 144025"/>
                <a:gd name="connsiteX9" fmla="*/ 19486 w 109773"/>
                <a:gd name="connsiteY9" fmla="*/ 75433 h 144025"/>
                <a:gd name="connsiteX10" fmla="*/ 19486 w 109773"/>
                <a:gd name="connsiteY10" fmla="*/ 144025 h 144025"/>
                <a:gd name="connsiteX11" fmla="*/ 0 w 109773"/>
                <a:gd name="connsiteY11" fmla="*/ 144025 h 144025"/>
                <a:gd name="connsiteX12" fmla="*/ 0 w 109773"/>
                <a:gd name="connsiteY12" fmla="*/ 0 h 14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773" h="144025">
                  <a:moveTo>
                    <a:pt x="0" y="0"/>
                  </a:moveTo>
                  <a:lnTo>
                    <a:pt x="19486" y="0"/>
                  </a:lnTo>
                  <a:lnTo>
                    <a:pt x="19486" y="59033"/>
                  </a:lnTo>
                  <a:lnTo>
                    <a:pt x="90288" y="59033"/>
                  </a:lnTo>
                  <a:lnTo>
                    <a:pt x="90288" y="0"/>
                  </a:lnTo>
                  <a:lnTo>
                    <a:pt x="109773" y="0"/>
                  </a:lnTo>
                  <a:lnTo>
                    <a:pt x="109773" y="144025"/>
                  </a:lnTo>
                  <a:lnTo>
                    <a:pt x="90288" y="144025"/>
                  </a:lnTo>
                  <a:lnTo>
                    <a:pt x="90288" y="75433"/>
                  </a:lnTo>
                  <a:lnTo>
                    <a:pt x="19486" y="75433"/>
                  </a:lnTo>
                  <a:lnTo>
                    <a:pt x="19486" y="144025"/>
                  </a:lnTo>
                  <a:lnTo>
                    <a:pt x="0" y="144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5" name="Group 264">
            <a:extLst>
              <a:ext uri="{FF2B5EF4-FFF2-40B4-BE49-F238E27FC236}">
                <a16:creationId xmlns:a16="http://schemas.microsoft.com/office/drawing/2014/main" id="{521D918B-5223-10B2-7A3D-18E06F2951CA}"/>
              </a:ext>
            </a:extLst>
          </p:cNvPr>
          <p:cNvGrpSpPr/>
          <p:nvPr/>
        </p:nvGrpSpPr>
        <p:grpSpPr>
          <a:xfrm>
            <a:off x="2166397" y="3537989"/>
            <a:ext cx="178179" cy="64036"/>
            <a:chOff x="2575272" y="3152975"/>
            <a:chExt cx="178179" cy="64036"/>
          </a:xfrm>
        </p:grpSpPr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4D9E016-C1F2-3D5F-153B-64D42C7A6EC8}"/>
                </a:ext>
              </a:extLst>
            </p:cNvPr>
            <p:cNvSpPr/>
            <p:nvPr/>
          </p:nvSpPr>
          <p:spPr>
            <a:xfrm>
              <a:off x="2575272" y="3152975"/>
              <a:ext cx="42662" cy="64036"/>
            </a:xfrm>
            <a:custGeom>
              <a:avLst/>
              <a:gdLst>
                <a:gd name="connsiteX0" fmla="*/ 21331 w 42662"/>
                <a:gd name="connsiteY0" fmla="*/ 6615 h 64036"/>
                <a:gd name="connsiteX1" fmla="*/ 11616 w 42662"/>
                <a:gd name="connsiteY1" fmla="*/ 12983 h 64036"/>
                <a:gd name="connsiteX2" fmla="*/ 8391 w 42662"/>
                <a:gd name="connsiteY2" fmla="*/ 32040 h 64036"/>
                <a:gd name="connsiteX3" fmla="*/ 11616 w 42662"/>
                <a:gd name="connsiteY3" fmla="*/ 51097 h 64036"/>
                <a:gd name="connsiteX4" fmla="*/ 21331 w 42662"/>
                <a:gd name="connsiteY4" fmla="*/ 57424 h 64036"/>
                <a:gd name="connsiteX5" fmla="*/ 31047 w 42662"/>
                <a:gd name="connsiteY5" fmla="*/ 51097 h 64036"/>
                <a:gd name="connsiteX6" fmla="*/ 34311 w 42662"/>
                <a:gd name="connsiteY6" fmla="*/ 32040 h 64036"/>
                <a:gd name="connsiteX7" fmla="*/ 31047 w 42662"/>
                <a:gd name="connsiteY7" fmla="*/ 12983 h 64036"/>
                <a:gd name="connsiteX8" fmla="*/ 21331 w 42662"/>
                <a:gd name="connsiteY8" fmla="*/ 6615 h 64036"/>
                <a:gd name="connsiteX9" fmla="*/ 21331 w 42662"/>
                <a:gd name="connsiteY9" fmla="*/ 0 h 64036"/>
                <a:gd name="connsiteX10" fmla="*/ 37164 w 42662"/>
                <a:gd name="connsiteY10" fmla="*/ 8227 h 64036"/>
                <a:gd name="connsiteX11" fmla="*/ 42663 w 42662"/>
                <a:gd name="connsiteY11" fmla="*/ 32040 h 64036"/>
                <a:gd name="connsiteX12" fmla="*/ 37164 w 42662"/>
                <a:gd name="connsiteY12" fmla="*/ 55852 h 64036"/>
                <a:gd name="connsiteX13" fmla="*/ 21331 w 42662"/>
                <a:gd name="connsiteY13" fmla="*/ 64037 h 64036"/>
                <a:gd name="connsiteX14" fmla="*/ 5455 w 42662"/>
                <a:gd name="connsiteY14" fmla="*/ 55852 h 64036"/>
                <a:gd name="connsiteX15" fmla="*/ 0 w 42662"/>
                <a:gd name="connsiteY15" fmla="*/ 32040 h 64036"/>
                <a:gd name="connsiteX16" fmla="*/ 5455 w 42662"/>
                <a:gd name="connsiteY16" fmla="*/ 8227 h 64036"/>
                <a:gd name="connsiteX17" fmla="*/ 21331 w 42662"/>
                <a:gd name="connsiteY17" fmla="*/ 0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36">
                  <a:moveTo>
                    <a:pt x="21331" y="6615"/>
                  </a:moveTo>
                  <a:cubicBezTo>
                    <a:pt x="17033" y="6615"/>
                    <a:pt x="13795" y="8737"/>
                    <a:pt x="11616" y="12983"/>
                  </a:cubicBezTo>
                  <a:cubicBezTo>
                    <a:pt x="9466" y="17200"/>
                    <a:pt x="8391" y="23551"/>
                    <a:pt x="8391" y="32040"/>
                  </a:cubicBezTo>
                  <a:cubicBezTo>
                    <a:pt x="8391" y="40500"/>
                    <a:pt x="9466" y="46854"/>
                    <a:pt x="11616" y="51097"/>
                  </a:cubicBezTo>
                  <a:cubicBezTo>
                    <a:pt x="13795" y="55314"/>
                    <a:pt x="17033" y="57424"/>
                    <a:pt x="21331" y="57424"/>
                  </a:cubicBezTo>
                  <a:cubicBezTo>
                    <a:pt x="25658" y="57424"/>
                    <a:pt x="28896" y="55314"/>
                    <a:pt x="31047" y="51097"/>
                  </a:cubicBezTo>
                  <a:cubicBezTo>
                    <a:pt x="33223" y="46854"/>
                    <a:pt x="34311" y="40500"/>
                    <a:pt x="34311" y="32040"/>
                  </a:cubicBezTo>
                  <a:cubicBezTo>
                    <a:pt x="34311" y="23551"/>
                    <a:pt x="33223" y="17200"/>
                    <a:pt x="31047" y="12983"/>
                  </a:cubicBezTo>
                  <a:cubicBezTo>
                    <a:pt x="28896" y="8737"/>
                    <a:pt x="25658" y="6615"/>
                    <a:pt x="21331" y="6615"/>
                  </a:cubicBezTo>
                  <a:moveTo>
                    <a:pt x="21331" y="0"/>
                  </a:moveTo>
                  <a:cubicBezTo>
                    <a:pt x="28249" y="0"/>
                    <a:pt x="33528" y="2743"/>
                    <a:pt x="37164" y="8227"/>
                  </a:cubicBezTo>
                  <a:cubicBezTo>
                    <a:pt x="40829" y="13685"/>
                    <a:pt x="42663" y="21622"/>
                    <a:pt x="42663" y="32040"/>
                  </a:cubicBezTo>
                  <a:cubicBezTo>
                    <a:pt x="42663" y="42429"/>
                    <a:pt x="40829" y="50368"/>
                    <a:pt x="37164" y="55852"/>
                  </a:cubicBezTo>
                  <a:cubicBezTo>
                    <a:pt x="33528" y="61308"/>
                    <a:pt x="28249" y="64037"/>
                    <a:pt x="21331" y="64037"/>
                  </a:cubicBezTo>
                  <a:cubicBezTo>
                    <a:pt x="14414" y="64037"/>
                    <a:pt x="9120" y="61308"/>
                    <a:pt x="5455" y="55852"/>
                  </a:cubicBezTo>
                  <a:cubicBezTo>
                    <a:pt x="1819" y="50368"/>
                    <a:pt x="0" y="42429"/>
                    <a:pt x="0" y="32040"/>
                  </a:cubicBezTo>
                  <a:cubicBezTo>
                    <a:pt x="0" y="21622"/>
                    <a:pt x="1819" y="13685"/>
                    <a:pt x="5455" y="8227"/>
                  </a:cubicBezTo>
                  <a:cubicBezTo>
                    <a:pt x="9120" y="2743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DCADF0F1-FF09-68B4-A339-04746F309797}"/>
                </a:ext>
              </a:extLst>
            </p:cNvPr>
            <p:cNvSpPr/>
            <p:nvPr/>
          </p:nvSpPr>
          <p:spPr>
            <a:xfrm>
              <a:off x="2632610" y="3205312"/>
              <a:ext cx="8724" cy="10501"/>
            </a:xfrm>
            <a:custGeom>
              <a:avLst/>
              <a:gdLst>
                <a:gd name="connsiteX0" fmla="*/ 0 w 8724"/>
                <a:gd name="connsiteY0" fmla="*/ 0 h 10501"/>
                <a:gd name="connsiteX1" fmla="*/ 8725 w 8724"/>
                <a:gd name="connsiteY1" fmla="*/ 0 h 10501"/>
                <a:gd name="connsiteX2" fmla="*/ 8725 w 8724"/>
                <a:gd name="connsiteY2" fmla="*/ 10501 h 10501"/>
                <a:gd name="connsiteX3" fmla="*/ 0 w 8724"/>
                <a:gd name="connsiteY3" fmla="*/ 10501 h 10501"/>
                <a:gd name="connsiteX4" fmla="*/ 0 w 8724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4" h="10501">
                  <a:moveTo>
                    <a:pt x="0" y="0"/>
                  </a:moveTo>
                  <a:lnTo>
                    <a:pt x="8725" y="0"/>
                  </a:lnTo>
                  <a:lnTo>
                    <a:pt x="872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87D74892-4621-EEEF-D9FE-711C57CF3715}"/>
                </a:ext>
              </a:extLst>
            </p:cNvPr>
            <p:cNvSpPr/>
            <p:nvPr/>
          </p:nvSpPr>
          <p:spPr>
            <a:xfrm>
              <a:off x="2656920" y="3152975"/>
              <a:ext cx="40638" cy="64036"/>
            </a:xfrm>
            <a:custGeom>
              <a:avLst/>
              <a:gdLst>
                <a:gd name="connsiteX0" fmla="*/ 27903 w 40638"/>
                <a:gd name="connsiteY0" fmla="*/ 29559 h 64036"/>
                <a:gd name="connsiteX1" fmla="*/ 37247 w 40638"/>
                <a:gd name="connsiteY1" fmla="*/ 34892 h 64036"/>
                <a:gd name="connsiteX2" fmla="*/ 40638 w 40638"/>
                <a:gd name="connsiteY2" fmla="*/ 44896 h 64036"/>
                <a:gd name="connsiteX3" fmla="*/ 34354 w 40638"/>
                <a:gd name="connsiteY3" fmla="*/ 59036 h 64036"/>
                <a:gd name="connsiteX4" fmla="*/ 16495 w 40638"/>
                <a:gd name="connsiteY4" fmla="*/ 64037 h 64036"/>
                <a:gd name="connsiteX5" fmla="*/ 8475 w 40638"/>
                <a:gd name="connsiteY5" fmla="*/ 63253 h 64036"/>
                <a:gd name="connsiteX6" fmla="*/ 0 w 40638"/>
                <a:gd name="connsiteY6" fmla="*/ 60979 h 64036"/>
                <a:gd name="connsiteX7" fmla="*/ 0 w 40638"/>
                <a:gd name="connsiteY7" fmla="*/ 52916 h 64036"/>
                <a:gd name="connsiteX8" fmla="*/ 7606 w 40638"/>
                <a:gd name="connsiteY8" fmla="*/ 55976 h 64036"/>
                <a:gd name="connsiteX9" fmla="*/ 16247 w 40638"/>
                <a:gd name="connsiteY9" fmla="*/ 57010 h 64036"/>
                <a:gd name="connsiteX10" fmla="*/ 28194 w 40638"/>
                <a:gd name="connsiteY10" fmla="*/ 53909 h 64036"/>
                <a:gd name="connsiteX11" fmla="*/ 32328 w 40638"/>
                <a:gd name="connsiteY11" fmla="*/ 44896 h 64036"/>
                <a:gd name="connsiteX12" fmla="*/ 28484 w 40638"/>
                <a:gd name="connsiteY12" fmla="*/ 36381 h 64036"/>
                <a:gd name="connsiteX13" fmla="*/ 17859 w 40638"/>
                <a:gd name="connsiteY13" fmla="*/ 33280 h 64036"/>
                <a:gd name="connsiteX14" fmla="*/ 10666 w 40638"/>
                <a:gd name="connsiteY14" fmla="*/ 33280 h 64036"/>
                <a:gd name="connsiteX15" fmla="*/ 10666 w 40638"/>
                <a:gd name="connsiteY15" fmla="*/ 26418 h 64036"/>
                <a:gd name="connsiteX16" fmla="*/ 18190 w 40638"/>
                <a:gd name="connsiteY16" fmla="*/ 26418 h 64036"/>
                <a:gd name="connsiteX17" fmla="*/ 27615 w 40638"/>
                <a:gd name="connsiteY17" fmla="*/ 23979 h 64036"/>
                <a:gd name="connsiteX18" fmla="*/ 30880 w 40638"/>
                <a:gd name="connsiteY18" fmla="*/ 16866 h 64036"/>
                <a:gd name="connsiteX19" fmla="*/ 27491 w 40638"/>
                <a:gd name="connsiteY19" fmla="*/ 9592 h 64036"/>
                <a:gd name="connsiteX20" fmla="*/ 17859 w 40638"/>
                <a:gd name="connsiteY20" fmla="*/ 7030 h 64036"/>
                <a:gd name="connsiteX21" fmla="*/ 10499 w 40638"/>
                <a:gd name="connsiteY21" fmla="*/ 7772 h 64036"/>
                <a:gd name="connsiteX22" fmla="*/ 1860 w 40638"/>
                <a:gd name="connsiteY22" fmla="*/ 10087 h 64036"/>
                <a:gd name="connsiteX23" fmla="*/ 1860 w 40638"/>
                <a:gd name="connsiteY23" fmla="*/ 2646 h 64036"/>
                <a:gd name="connsiteX24" fmla="*/ 10749 w 40638"/>
                <a:gd name="connsiteY24" fmla="*/ 662 h 64036"/>
                <a:gd name="connsiteX25" fmla="*/ 18602 w 40638"/>
                <a:gd name="connsiteY25" fmla="*/ 0 h 64036"/>
                <a:gd name="connsiteX26" fmla="*/ 33652 w 40638"/>
                <a:gd name="connsiteY26" fmla="*/ 4341 h 64036"/>
                <a:gd name="connsiteX27" fmla="*/ 39191 w 40638"/>
                <a:gd name="connsiteY27" fmla="*/ 16000 h 64036"/>
                <a:gd name="connsiteX28" fmla="*/ 36254 w 40638"/>
                <a:gd name="connsiteY28" fmla="*/ 24682 h 64036"/>
                <a:gd name="connsiteX29" fmla="*/ 27903 w 40638"/>
                <a:gd name="connsiteY29" fmla="*/ 29559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36">
                  <a:moveTo>
                    <a:pt x="27903" y="29559"/>
                  </a:moveTo>
                  <a:cubicBezTo>
                    <a:pt x="31902" y="30413"/>
                    <a:pt x="35016" y="32190"/>
                    <a:pt x="37247" y="34892"/>
                  </a:cubicBezTo>
                  <a:cubicBezTo>
                    <a:pt x="39507" y="37593"/>
                    <a:pt x="40638" y="40927"/>
                    <a:pt x="40638" y="44896"/>
                  </a:cubicBezTo>
                  <a:cubicBezTo>
                    <a:pt x="40638" y="50987"/>
                    <a:pt x="38543" y="55700"/>
                    <a:pt x="34354" y="59036"/>
                  </a:cubicBezTo>
                  <a:cubicBezTo>
                    <a:pt x="30166" y="62370"/>
                    <a:pt x="24212" y="64037"/>
                    <a:pt x="16495" y="64037"/>
                  </a:cubicBezTo>
                  <a:cubicBezTo>
                    <a:pt x="13904" y="64037"/>
                    <a:pt x="11230" y="63775"/>
                    <a:pt x="8475" y="63253"/>
                  </a:cubicBezTo>
                  <a:cubicBezTo>
                    <a:pt x="5746" y="62755"/>
                    <a:pt x="2922" y="61998"/>
                    <a:pt x="0" y="60979"/>
                  </a:cubicBezTo>
                  <a:lnTo>
                    <a:pt x="0" y="52916"/>
                  </a:lnTo>
                  <a:cubicBezTo>
                    <a:pt x="2315" y="54266"/>
                    <a:pt x="4851" y="55288"/>
                    <a:pt x="7606" y="55976"/>
                  </a:cubicBezTo>
                  <a:cubicBezTo>
                    <a:pt x="10361" y="56664"/>
                    <a:pt x="13242" y="57010"/>
                    <a:pt x="16247" y="57010"/>
                  </a:cubicBezTo>
                  <a:cubicBezTo>
                    <a:pt x="21484" y="57010"/>
                    <a:pt x="25465" y="55976"/>
                    <a:pt x="28194" y="53909"/>
                  </a:cubicBezTo>
                  <a:cubicBezTo>
                    <a:pt x="30949" y="51842"/>
                    <a:pt x="32328" y="48837"/>
                    <a:pt x="32328" y="44896"/>
                  </a:cubicBezTo>
                  <a:cubicBezTo>
                    <a:pt x="32328" y="41260"/>
                    <a:pt x="31047" y="38421"/>
                    <a:pt x="28484" y="36381"/>
                  </a:cubicBezTo>
                  <a:cubicBezTo>
                    <a:pt x="25948" y="34314"/>
                    <a:pt x="22405" y="33280"/>
                    <a:pt x="17859" y="33280"/>
                  </a:cubicBezTo>
                  <a:lnTo>
                    <a:pt x="10666" y="33280"/>
                  </a:lnTo>
                  <a:lnTo>
                    <a:pt x="10666" y="26418"/>
                  </a:lnTo>
                  <a:lnTo>
                    <a:pt x="18190" y="26418"/>
                  </a:lnTo>
                  <a:cubicBezTo>
                    <a:pt x="22296" y="26418"/>
                    <a:pt x="25437" y="25606"/>
                    <a:pt x="27615" y="23979"/>
                  </a:cubicBezTo>
                  <a:cubicBezTo>
                    <a:pt x="29792" y="22324"/>
                    <a:pt x="30880" y="19955"/>
                    <a:pt x="30880" y="16866"/>
                  </a:cubicBezTo>
                  <a:cubicBezTo>
                    <a:pt x="30880" y="13697"/>
                    <a:pt x="29751" y="11273"/>
                    <a:pt x="27491" y="9592"/>
                  </a:cubicBezTo>
                  <a:cubicBezTo>
                    <a:pt x="25260" y="7884"/>
                    <a:pt x="22048" y="7030"/>
                    <a:pt x="17859" y="7030"/>
                  </a:cubicBezTo>
                  <a:cubicBezTo>
                    <a:pt x="15571" y="7030"/>
                    <a:pt x="13118" y="7277"/>
                    <a:pt x="10499" y="7772"/>
                  </a:cubicBezTo>
                  <a:cubicBezTo>
                    <a:pt x="7882" y="8270"/>
                    <a:pt x="5001" y="9042"/>
                    <a:pt x="1860" y="10087"/>
                  </a:cubicBezTo>
                  <a:lnTo>
                    <a:pt x="1860" y="2646"/>
                  </a:lnTo>
                  <a:cubicBezTo>
                    <a:pt x="5029" y="1765"/>
                    <a:pt x="7994" y="1103"/>
                    <a:pt x="10749" y="662"/>
                  </a:cubicBezTo>
                  <a:cubicBezTo>
                    <a:pt x="13533" y="221"/>
                    <a:pt x="16150" y="0"/>
                    <a:pt x="18602" y="0"/>
                  </a:cubicBezTo>
                  <a:cubicBezTo>
                    <a:pt x="24941" y="0"/>
                    <a:pt x="29958" y="1448"/>
                    <a:pt x="33652" y="4341"/>
                  </a:cubicBezTo>
                  <a:cubicBezTo>
                    <a:pt x="37345" y="7208"/>
                    <a:pt x="39191" y="11094"/>
                    <a:pt x="39191" y="16000"/>
                  </a:cubicBezTo>
                  <a:cubicBezTo>
                    <a:pt x="39191" y="19417"/>
                    <a:pt x="38212" y="22312"/>
                    <a:pt x="36254" y="24682"/>
                  </a:cubicBezTo>
                  <a:cubicBezTo>
                    <a:pt x="34300" y="27022"/>
                    <a:pt x="31516" y="28649"/>
                    <a:pt x="27903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527E559-1B16-4F04-8EF1-5AF6F677C1B2}"/>
                </a:ext>
              </a:extLst>
            </p:cNvPr>
            <p:cNvSpPr/>
            <p:nvPr/>
          </p:nvSpPr>
          <p:spPr>
            <a:xfrm>
              <a:off x="2708472" y="3154091"/>
              <a:ext cx="44979" cy="61722"/>
            </a:xfrm>
            <a:custGeom>
              <a:avLst/>
              <a:gdLst>
                <a:gd name="connsiteX0" fmla="*/ 27863 w 44979"/>
                <a:gd name="connsiteY0" fmla="*/ 7275 h 61722"/>
                <a:gd name="connsiteX1" fmla="*/ 6779 w 44979"/>
                <a:gd name="connsiteY1" fmla="*/ 40224 h 61722"/>
                <a:gd name="connsiteX2" fmla="*/ 27863 w 44979"/>
                <a:gd name="connsiteY2" fmla="*/ 40224 h 61722"/>
                <a:gd name="connsiteX3" fmla="*/ 27863 w 44979"/>
                <a:gd name="connsiteY3" fmla="*/ 7275 h 61722"/>
                <a:gd name="connsiteX4" fmla="*/ 25672 w 44979"/>
                <a:gd name="connsiteY4" fmla="*/ 0 h 61722"/>
                <a:gd name="connsiteX5" fmla="*/ 36174 w 44979"/>
                <a:gd name="connsiteY5" fmla="*/ 0 h 61722"/>
                <a:gd name="connsiteX6" fmla="*/ 36174 w 44979"/>
                <a:gd name="connsiteY6" fmla="*/ 40224 h 61722"/>
                <a:gd name="connsiteX7" fmla="*/ 44979 w 44979"/>
                <a:gd name="connsiteY7" fmla="*/ 40224 h 61722"/>
                <a:gd name="connsiteX8" fmla="*/ 44979 w 44979"/>
                <a:gd name="connsiteY8" fmla="*/ 47170 h 61722"/>
                <a:gd name="connsiteX9" fmla="*/ 36174 w 44979"/>
                <a:gd name="connsiteY9" fmla="*/ 47170 h 61722"/>
                <a:gd name="connsiteX10" fmla="*/ 36174 w 44979"/>
                <a:gd name="connsiteY10" fmla="*/ 61722 h 61722"/>
                <a:gd name="connsiteX11" fmla="*/ 27863 w 44979"/>
                <a:gd name="connsiteY11" fmla="*/ 61722 h 61722"/>
                <a:gd name="connsiteX12" fmla="*/ 27863 w 44979"/>
                <a:gd name="connsiteY12" fmla="*/ 47170 h 61722"/>
                <a:gd name="connsiteX13" fmla="*/ 0 w 44979"/>
                <a:gd name="connsiteY13" fmla="*/ 47170 h 61722"/>
                <a:gd name="connsiteX14" fmla="*/ 0 w 44979"/>
                <a:gd name="connsiteY14" fmla="*/ 39107 h 61722"/>
                <a:gd name="connsiteX15" fmla="*/ 25672 w 44979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79" h="61722">
                  <a:moveTo>
                    <a:pt x="27863" y="7275"/>
                  </a:moveTo>
                  <a:lnTo>
                    <a:pt x="6779" y="40224"/>
                  </a:lnTo>
                  <a:lnTo>
                    <a:pt x="27863" y="40224"/>
                  </a:lnTo>
                  <a:lnTo>
                    <a:pt x="27863" y="7275"/>
                  </a:lnTo>
                  <a:moveTo>
                    <a:pt x="25672" y="0"/>
                  </a:moveTo>
                  <a:lnTo>
                    <a:pt x="36174" y="0"/>
                  </a:lnTo>
                  <a:lnTo>
                    <a:pt x="36174" y="40224"/>
                  </a:lnTo>
                  <a:lnTo>
                    <a:pt x="44979" y="40224"/>
                  </a:lnTo>
                  <a:lnTo>
                    <a:pt x="44979" y="47170"/>
                  </a:lnTo>
                  <a:lnTo>
                    <a:pt x="36174" y="47170"/>
                  </a:lnTo>
                  <a:lnTo>
                    <a:pt x="36174" y="61722"/>
                  </a:lnTo>
                  <a:lnTo>
                    <a:pt x="27863" y="61722"/>
                  </a:lnTo>
                  <a:lnTo>
                    <a:pt x="27863" y="47170"/>
                  </a:lnTo>
                  <a:lnTo>
                    <a:pt x="0" y="47170"/>
                  </a:lnTo>
                  <a:lnTo>
                    <a:pt x="0" y="39107"/>
                  </a:lnTo>
                  <a:lnTo>
                    <a:pt x="25672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B394EF00-B369-6C01-6A79-20EB003BD88A}"/>
              </a:ext>
            </a:extLst>
          </p:cNvPr>
          <p:cNvSpPr/>
          <p:nvPr/>
        </p:nvSpPr>
        <p:spPr>
          <a:xfrm>
            <a:off x="1692591" y="2600031"/>
            <a:ext cx="429913" cy="969935"/>
          </a:xfrm>
          <a:custGeom>
            <a:avLst/>
            <a:gdLst>
              <a:gd name="connsiteX0" fmla="*/ 0 w 429913"/>
              <a:gd name="connsiteY0" fmla="*/ 969936 h 969935"/>
              <a:gd name="connsiteX1" fmla="*/ 429913 w 429913"/>
              <a:gd name="connsiteY1" fmla="*/ 969936 h 969935"/>
              <a:gd name="connsiteX2" fmla="*/ 429913 w 429913"/>
              <a:gd name="connsiteY2" fmla="*/ 0 h 969935"/>
              <a:gd name="connsiteX3" fmla="*/ 0 w 429913"/>
              <a:gd name="connsiteY3" fmla="*/ 0 h 969935"/>
              <a:gd name="connsiteX4" fmla="*/ 0 w 429913"/>
              <a:gd name="connsiteY4" fmla="*/ 969936 h 969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913" h="969935">
                <a:moveTo>
                  <a:pt x="0" y="969936"/>
                </a:moveTo>
                <a:lnTo>
                  <a:pt x="429913" y="969936"/>
                </a:lnTo>
                <a:lnTo>
                  <a:pt x="429913" y="0"/>
                </a:lnTo>
                <a:lnTo>
                  <a:pt x="0" y="0"/>
                </a:lnTo>
                <a:lnTo>
                  <a:pt x="0" y="969936"/>
                </a:lnTo>
              </a:path>
            </a:pathLst>
          </a:custGeom>
          <a:solidFill>
            <a:schemeClr val="bg1"/>
          </a:solidFill>
          <a:ln w="1905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72" name="Freeform 71">
            <a:extLst>
              <a:ext uri="{FF2B5EF4-FFF2-40B4-BE49-F238E27FC236}">
                <a16:creationId xmlns:a16="http://schemas.microsoft.com/office/drawing/2014/main" id="{4140A660-FABA-B3F3-A77D-490121F50FCB}"/>
              </a:ext>
            </a:extLst>
          </p:cNvPr>
          <p:cNvSpPr/>
          <p:nvPr/>
        </p:nvSpPr>
        <p:spPr>
          <a:xfrm>
            <a:off x="1861150" y="3012990"/>
            <a:ext cx="92795" cy="144017"/>
          </a:xfrm>
          <a:custGeom>
            <a:avLst/>
            <a:gdLst>
              <a:gd name="connsiteX0" fmla="*/ 0 w 92795"/>
              <a:gd name="connsiteY0" fmla="*/ 0 h 144017"/>
              <a:gd name="connsiteX1" fmla="*/ 91059 w 92795"/>
              <a:gd name="connsiteY1" fmla="*/ 0 h 144017"/>
              <a:gd name="connsiteX2" fmla="*/ 91059 w 92795"/>
              <a:gd name="connsiteY2" fmla="*/ 16400 h 144017"/>
              <a:gd name="connsiteX3" fmla="*/ 19483 w 92795"/>
              <a:gd name="connsiteY3" fmla="*/ 16400 h 144017"/>
              <a:gd name="connsiteX4" fmla="*/ 19483 w 92795"/>
              <a:gd name="connsiteY4" fmla="*/ 59036 h 144017"/>
              <a:gd name="connsiteX5" fmla="*/ 88068 w 92795"/>
              <a:gd name="connsiteY5" fmla="*/ 59036 h 144017"/>
              <a:gd name="connsiteX6" fmla="*/ 88068 w 92795"/>
              <a:gd name="connsiteY6" fmla="*/ 75433 h 144017"/>
              <a:gd name="connsiteX7" fmla="*/ 19483 w 92795"/>
              <a:gd name="connsiteY7" fmla="*/ 75433 h 144017"/>
              <a:gd name="connsiteX8" fmla="*/ 19483 w 92795"/>
              <a:gd name="connsiteY8" fmla="*/ 127618 h 144017"/>
              <a:gd name="connsiteX9" fmla="*/ 92795 w 92795"/>
              <a:gd name="connsiteY9" fmla="*/ 127618 h 144017"/>
              <a:gd name="connsiteX10" fmla="*/ 92795 w 92795"/>
              <a:gd name="connsiteY10" fmla="*/ 144018 h 144017"/>
              <a:gd name="connsiteX11" fmla="*/ 0 w 92795"/>
              <a:gd name="connsiteY11" fmla="*/ 144018 h 144017"/>
              <a:gd name="connsiteX12" fmla="*/ 0 w 92795"/>
              <a:gd name="connsiteY12" fmla="*/ 0 h 144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2795" h="144017">
                <a:moveTo>
                  <a:pt x="0" y="0"/>
                </a:moveTo>
                <a:lnTo>
                  <a:pt x="91059" y="0"/>
                </a:lnTo>
                <a:lnTo>
                  <a:pt x="91059" y="16400"/>
                </a:lnTo>
                <a:lnTo>
                  <a:pt x="19483" y="16400"/>
                </a:lnTo>
                <a:lnTo>
                  <a:pt x="19483" y="59036"/>
                </a:lnTo>
                <a:lnTo>
                  <a:pt x="88068" y="59036"/>
                </a:lnTo>
                <a:lnTo>
                  <a:pt x="88068" y="75433"/>
                </a:lnTo>
                <a:lnTo>
                  <a:pt x="19483" y="75433"/>
                </a:lnTo>
                <a:lnTo>
                  <a:pt x="19483" y="127618"/>
                </a:lnTo>
                <a:lnTo>
                  <a:pt x="92795" y="127618"/>
                </a:lnTo>
                <a:lnTo>
                  <a:pt x="92795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5A1C0A47-CC8A-E082-9D6C-4E9BEB1D1EF9}"/>
              </a:ext>
            </a:extLst>
          </p:cNvPr>
          <p:cNvGrpSpPr/>
          <p:nvPr/>
        </p:nvGrpSpPr>
        <p:grpSpPr>
          <a:xfrm>
            <a:off x="2166397" y="2568053"/>
            <a:ext cx="175697" cy="64038"/>
            <a:chOff x="2575272" y="2183039"/>
            <a:chExt cx="175697" cy="64038"/>
          </a:xfrm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6FAEE7A2-F1C2-3C4B-48A9-357DA162EDB3}"/>
                </a:ext>
              </a:extLst>
            </p:cNvPr>
            <p:cNvSpPr/>
            <p:nvPr/>
          </p:nvSpPr>
          <p:spPr>
            <a:xfrm>
              <a:off x="2575272" y="2183039"/>
              <a:ext cx="42662" cy="64038"/>
            </a:xfrm>
            <a:custGeom>
              <a:avLst/>
              <a:gdLst>
                <a:gd name="connsiteX0" fmla="*/ 21331 w 42662"/>
                <a:gd name="connsiteY0" fmla="*/ 6615 h 64038"/>
                <a:gd name="connsiteX1" fmla="*/ 11616 w 42662"/>
                <a:gd name="connsiteY1" fmla="*/ 12983 h 64038"/>
                <a:gd name="connsiteX2" fmla="*/ 8391 w 42662"/>
                <a:gd name="connsiteY2" fmla="*/ 32040 h 64038"/>
                <a:gd name="connsiteX3" fmla="*/ 11616 w 42662"/>
                <a:gd name="connsiteY3" fmla="*/ 51099 h 64038"/>
                <a:gd name="connsiteX4" fmla="*/ 21331 w 42662"/>
                <a:gd name="connsiteY4" fmla="*/ 57424 h 64038"/>
                <a:gd name="connsiteX5" fmla="*/ 31047 w 42662"/>
                <a:gd name="connsiteY5" fmla="*/ 51099 h 64038"/>
                <a:gd name="connsiteX6" fmla="*/ 34311 w 42662"/>
                <a:gd name="connsiteY6" fmla="*/ 32040 h 64038"/>
                <a:gd name="connsiteX7" fmla="*/ 31047 w 42662"/>
                <a:gd name="connsiteY7" fmla="*/ 12983 h 64038"/>
                <a:gd name="connsiteX8" fmla="*/ 21331 w 42662"/>
                <a:gd name="connsiteY8" fmla="*/ 6615 h 64038"/>
                <a:gd name="connsiteX9" fmla="*/ 21331 w 42662"/>
                <a:gd name="connsiteY9" fmla="*/ 0 h 64038"/>
                <a:gd name="connsiteX10" fmla="*/ 37164 w 42662"/>
                <a:gd name="connsiteY10" fmla="*/ 8227 h 64038"/>
                <a:gd name="connsiteX11" fmla="*/ 42663 w 42662"/>
                <a:gd name="connsiteY11" fmla="*/ 32040 h 64038"/>
                <a:gd name="connsiteX12" fmla="*/ 37164 w 42662"/>
                <a:gd name="connsiteY12" fmla="*/ 55852 h 64038"/>
                <a:gd name="connsiteX13" fmla="*/ 21331 w 42662"/>
                <a:gd name="connsiteY13" fmla="*/ 64039 h 64038"/>
                <a:gd name="connsiteX14" fmla="*/ 5455 w 42662"/>
                <a:gd name="connsiteY14" fmla="*/ 55852 h 64038"/>
                <a:gd name="connsiteX15" fmla="*/ 0 w 42662"/>
                <a:gd name="connsiteY15" fmla="*/ 32040 h 64038"/>
                <a:gd name="connsiteX16" fmla="*/ 5455 w 42662"/>
                <a:gd name="connsiteY16" fmla="*/ 8227 h 64038"/>
                <a:gd name="connsiteX17" fmla="*/ 21331 w 42662"/>
                <a:gd name="connsiteY17" fmla="*/ 0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38">
                  <a:moveTo>
                    <a:pt x="21331" y="6615"/>
                  </a:moveTo>
                  <a:cubicBezTo>
                    <a:pt x="17033" y="6615"/>
                    <a:pt x="13795" y="8737"/>
                    <a:pt x="11616" y="12983"/>
                  </a:cubicBezTo>
                  <a:cubicBezTo>
                    <a:pt x="9466" y="17200"/>
                    <a:pt x="8391" y="23551"/>
                    <a:pt x="8391" y="32040"/>
                  </a:cubicBezTo>
                  <a:cubicBezTo>
                    <a:pt x="8391" y="40500"/>
                    <a:pt x="9466" y="46854"/>
                    <a:pt x="11616" y="51099"/>
                  </a:cubicBezTo>
                  <a:cubicBezTo>
                    <a:pt x="13795" y="55316"/>
                    <a:pt x="17033" y="57424"/>
                    <a:pt x="21331" y="57424"/>
                  </a:cubicBezTo>
                  <a:cubicBezTo>
                    <a:pt x="25658" y="57424"/>
                    <a:pt x="28896" y="55316"/>
                    <a:pt x="31047" y="51099"/>
                  </a:cubicBezTo>
                  <a:cubicBezTo>
                    <a:pt x="33223" y="46854"/>
                    <a:pt x="34311" y="40500"/>
                    <a:pt x="34311" y="32040"/>
                  </a:cubicBezTo>
                  <a:cubicBezTo>
                    <a:pt x="34311" y="23551"/>
                    <a:pt x="33223" y="17200"/>
                    <a:pt x="31047" y="12983"/>
                  </a:cubicBezTo>
                  <a:cubicBezTo>
                    <a:pt x="28896" y="8737"/>
                    <a:pt x="25658" y="6615"/>
                    <a:pt x="21331" y="6615"/>
                  </a:cubicBezTo>
                  <a:moveTo>
                    <a:pt x="21331" y="0"/>
                  </a:moveTo>
                  <a:cubicBezTo>
                    <a:pt x="28249" y="0"/>
                    <a:pt x="33528" y="2743"/>
                    <a:pt x="37164" y="8227"/>
                  </a:cubicBezTo>
                  <a:cubicBezTo>
                    <a:pt x="40829" y="13685"/>
                    <a:pt x="42663" y="21622"/>
                    <a:pt x="42663" y="32040"/>
                  </a:cubicBezTo>
                  <a:cubicBezTo>
                    <a:pt x="42663" y="42429"/>
                    <a:pt x="40829" y="50368"/>
                    <a:pt x="37164" y="55852"/>
                  </a:cubicBezTo>
                  <a:cubicBezTo>
                    <a:pt x="33528" y="61310"/>
                    <a:pt x="28249" y="64039"/>
                    <a:pt x="21331" y="64039"/>
                  </a:cubicBezTo>
                  <a:cubicBezTo>
                    <a:pt x="14414" y="64039"/>
                    <a:pt x="9120" y="61310"/>
                    <a:pt x="5455" y="55852"/>
                  </a:cubicBezTo>
                  <a:cubicBezTo>
                    <a:pt x="1819" y="50368"/>
                    <a:pt x="0" y="42429"/>
                    <a:pt x="0" y="32040"/>
                  </a:cubicBezTo>
                  <a:cubicBezTo>
                    <a:pt x="0" y="21622"/>
                    <a:pt x="1819" y="13685"/>
                    <a:pt x="5455" y="8227"/>
                  </a:cubicBezTo>
                  <a:cubicBezTo>
                    <a:pt x="9120" y="2743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60196AEE-2B0E-4D6E-A06C-E37494FD870F}"/>
                </a:ext>
              </a:extLst>
            </p:cNvPr>
            <p:cNvSpPr/>
            <p:nvPr/>
          </p:nvSpPr>
          <p:spPr>
            <a:xfrm>
              <a:off x="2632610" y="2235377"/>
              <a:ext cx="8724" cy="10501"/>
            </a:xfrm>
            <a:custGeom>
              <a:avLst/>
              <a:gdLst>
                <a:gd name="connsiteX0" fmla="*/ 0 w 8724"/>
                <a:gd name="connsiteY0" fmla="*/ 0 h 10501"/>
                <a:gd name="connsiteX1" fmla="*/ 8725 w 8724"/>
                <a:gd name="connsiteY1" fmla="*/ 0 h 10501"/>
                <a:gd name="connsiteX2" fmla="*/ 8725 w 8724"/>
                <a:gd name="connsiteY2" fmla="*/ 10501 h 10501"/>
                <a:gd name="connsiteX3" fmla="*/ 0 w 8724"/>
                <a:gd name="connsiteY3" fmla="*/ 10501 h 10501"/>
                <a:gd name="connsiteX4" fmla="*/ 0 w 8724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4" h="10501">
                  <a:moveTo>
                    <a:pt x="0" y="0"/>
                  </a:moveTo>
                  <a:lnTo>
                    <a:pt x="8725" y="0"/>
                  </a:lnTo>
                  <a:lnTo>
                    <a:pt x="872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65BC4463-285F-2CA1-157A-38962CB941EE}"/>
                </a:ext>
              </a:extLst>
            </p:cNvPr>
            <p:cNvSpPr/>
            <p:nvPr/>
          </p:nvSpPr>
          <p:spPr>
            <a:xfrm>
              <a:off x="2656920" y="2183039"/>
              <a:ext cx="40638" cy="64038"/>
            </a:xfrm>
            <a:custGeom>
              <a:avLst/>
              <a:gdLst>
                <a:gd name="connsiteX0" fmla="*/ 27903 w 40638"/>
                <a:gd name="connsiteY0" fmla="*/ 29559 h 64038"/>
                <a:gd name="connsiteX1" fmla="*/ 37247 w 40638"/>
                <a:gd name="connsiteY1" fmla="*/ 34892 h 64038"/>
                <a:gd name="connsiteX2" fmla="*/ 40638 w 40638"/>
                <a:gd name="connsiteY2" fmla="*/ 44896 h 64038"/>
                <a:gd name="connsiteX3" fmla="*/ 34354 w 40638"/>
                <a:gd name="connsiteY3" fmla="*/ 59036 h 64038"/>
                <a:gd name="connsiteX4" fmla="*/ 16495 w 40638"/>
                <a:gd name="connsiteY4" fmla="*/ 64039 h 64038"/>
                <a:gd name="connsiteX5" fmla="*/ 8475 w 40638"/>
                <a:gd name="connsiteY5" fmla="*/ 63253 h 64038"/>
                <a:gd name="connsiteX6" fmla="*/ 0 w 40638"/>
                <a:gd name="connsiteY6" fmla="*/ 60979 h 64038"/>
                <a:gd name="connsiteX7" fmla="*/ 0 w 40638"/>
                <a:gd name="connsiteY7" fmla="*/ 52916 h 64038"/>
                <a:gd name="connsiteX8" fmla="*/ 7606 w 40638"/>
                <a:gd name="connsiteY8" fmla="*/ 55976 h 64038"/>
                <a:gd name="connsiteX9" fmla="*/ 16247 w 40638"/>
                <a:gd name="connsiteY9" fmla="*/ 57010 h 64038"/>
                <a:gd name="connsiteX10" fmla="*/ 28194 w 40638"/>
                <a:gd name="connsiteY10" fmla="*/ 53909 h 64038"/>
                <a:gd name="connsiteX11" fmla="*/ 32328 w 40638"/>
                <a:gd name="connsiteY11" fmla="*/ 44896 h 64038"/>
                <a:gd name="connsiteX12" fmla="*/ 28484 w 40638"/>
                <a:gd name="connsiteY12" fmla="*/ 36381 h 64038"/>
                <a:gd name="connsiteX13" fmla="*/ 17859 w 40638"/>
                <a:gd name="connsiteY13" fmla="*/ 33280 h 64038"/>
                <a:gd name="connsiteX14" fmla="*/ 10666 w 40638"/>
                <a:gd name="connsiteY14" fmla="*/ 33280 h 64038"/>
                <a:gd name="connsiteX15" fmla="*/ 10666 w 40638"/>
                <a:gd name="connsiteY15" fmla="*/ 26418 h 64038"/>
                <a:gd name="connsiteX16" fmla="*/ 18190 w 40638"/>
                <a:gd name="connsiteY16" fmla="*/ 26418 h 64038"/>
                <a:gd name="connsiteX17" fmla="*/ 27615 w 40638"/>
                <a:gd name="connsiteY17" fmla="*/ 23979 h 64038"/>
                <a:gd name="connsiteX18" fmla="*/ 30880 w 40638"/>
                <a:gd name="connsiteY18" fmla="*/ 16869 h 64038"/>
                <a:gd name="connsiteX19" fmla="*/ 27491 w 40638"/>
                <a:gd name="connsiteY19" fmla="*/ 9592 h 64038"/>
                <a:gd name="connsiteX20" fmla="*/ 17859 w 40638"/>
                <a:gd name="connsiteY20" fmla="*/ 7030 h 64038"/>
                <a:gd name="connsiteX21" fmla="*/ 10499 w 40638"/>
                <a:gd name="connsiteY21" fmla="*/ 7772 h 64038"/>
                <a:gd name="connsiteX22" fmla="*/ 1860 w 40638"/>
                <a:gd name="connsiteY22" fmla="*/ 10087 h 64038"/>
                <a:gd name="connsiteX23" fmla="*/ 1860 w 40638"/>
                <a:gd name="connsiteY23" fmla="*/ 2646 h 64038"/>
                <a:gd name="connsiteX24" fmla="*/ 10749 w 40638"/>
                <a:gd name="connsiteY24" fmla="*/ 662 h 64038"/>
                <a:gd name="connsiteX25" fmla="*/ 18602 w 40638"/>
                <a:gd name="connsiteY25" fmla="*/ 0 h 64038"/>
                <a:gd name="connsiteX26" fmla="*/ 33652 w 40638"/>
                <a:gd name="connsiteY26" fmla="*/ 4341 h 64038"/>
                <a:gd name="connsiteX27" fmla="*/ 39191 w 40638"/>
                <a:gd name="connsiteY27" fmla="*/ 16000 h 64038"/>
                <a:gd name="connsiteX28" fmla="*/ 36254 w 40638"/>
                <a:gd name="connsiteY28" fmla="*/ 24682 h 64038"/>
                <a:gd name="connsiteX29" fmla="*/ 27903 w 40638"/>
                <a:gd name="connsiteY29" fmla="*/ 29559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38">
                  <a:moveTo>
                    <a:pt x="27903" y="29559"/>
                  </a:moveTo>
                  <a:cubicBezTo>
                    <a:pt x="31902" y="30413"/>
                    <a:pt x="35016" y="32192"/>
                    <a:pt x="37247" y="34892"/>
                  </a:cubicBezTo>
                  <a:cubicBezTo>
                    <a:pt x="39507" y="37593"/>
                    <a:pt x="40638" y="40927"/>
                    <a:pt x="40638" y="44896"/>
                  </a:cubicBezTo>
                  <a:cubicBezTo>
                    <a:pt x="40638" y="50987"/>
                    <a:pt x="38543" y="55700"/>
                    <a:pt x="34354" y="59036"/>
                  </a:cubicBezTo>
                  <a:cubicBezTo>
                    <a:pt x="30166" y="62372"/>
                    <a:pt x="24212" y="64039"/>
                    <a:pt x="16495" y="64039"/>
                  </a:cubicBezTo>
                  <a:cubicBezTo>
                    <a:pt x="13904" y="64039"/>
                    <a:pt x="11230" y="63777"/>
                    <a:pt x="8475" y="63253"/>
                  </a:cubicBezTo>
                  <a:cubicBezTo>
                    <a:pt x="5746" y="62755"/>
                    <a:pt x="2922" y="61998"/>
                    <a:pt x="0" y="60979"/>
                  </a:cubicBezTo>
                  <a:lnTo>
                    <a:pt x="0" y="52916"/>
                  </a:lnTo>
                  <a:cubicBezTo>
                    <a:pt x="2315" y="54266"/>
                    <a:pt x="4851" y="55288"/>
                    <a:pt x="7606" y="55976"/>
                  </a:cubicBezTo>
                  <a:cubicBezTo>
                    <a:pt x="10361" y="56664"/>
                    <a:pt x="13242" y="57010"/>
                    <a:pt x="16247" y="57010"/>
                  </a:cubicBezTo>
                  <a:cubicBezTo>
                    <a:pt x="21484" y="57010"/>
                    <a:pt x="25465" y="55976"/>
                    <a:pt x="28194" y="53909"/>
                  </a:cubicBezTo>
                  <a:cubicBezTo>
                    <a:pt x="30949" y="51842"/>
                    <a:pt x="32328" y="48837"/>
                    <a:pt x="32328" y="44896"/>
                  </a:cubicBezTo>
                  <a:cubicBezTo>
                    <a:pt x="32328" y="41260"/>
                    <a:pt x="31047" y="38421"/>
                    <a:pt x="28484" y="36381"/>
                  </a:cubicBezTo>
                  <a:cubicBezTo>
                    <a:pt x="25948" y="34314"/>
                    <a:pt x="22405" y="33280"/>
                    <a:pt x="17859" y="33280"/>
                  </a:cubicBezTo>
                  <a:lnTo>
                    <a:pt x="10666" y="33280"/>
                  </a:lnTo>
                  <a:lnTo>
                    <a:pt x="10666" y="26418"/>
                  </a:lnTo>
                  <a:lnTo>
                    <a:pt x="18190" y="26418"/>
                  </a:lnTo>
                  <a:cubicBezTo>
                    <a:pt x="22296" y="26418"/>
                    <a:pt x="25437" y="25606"/>
                    <a:pt x="27615" y="23979"/>
                  </a:cubicBezTo>
                  <a:cubicBezTo>
                    <a:pt x="29792" y="22324"/>
                    <a:pt x="30880" y="19955"/>
                    <a:pt x="30880" y="16869"/>
                  </a:cubicBezTo>
                  <a:cubicBezTo>
                    <a:pt x="30880" y="13699"/>
                    <a:pt x="29751" y="11273"/>
                    <a:pt x="27491" y="9592"/>
                  </a:cubicBezTo>
                  <a:cubicBezTo>
                    <a:pt x="25260" y="7884"/>
                    <a:pt x="22048" y="7030"/>
                    <a:pt x="17859" y="7030"/>
                  </a:cubicBezTo>
                  <a:cubicBezTo>
                    <a:pt x="15571" y="7030"/>
                    <a:pt x="13118" y="7277"/>
                    <a:pt x="10499" y="7772"/>
                  </a:cubicBezTo>
                  <a:cubicBezTo>
                    <a:pt x="7882" y="8270"/>
                    <a:pt x="5001" y="9042"/>
                    <a:pt x="1860" y="10087"/>
                  </a:cubicBezTo>
                  <a:lnTo>
                    <a:pt x="1860" y="2646"/>
                  </a:lnTo>
                  <a:cubicBezTo>
                    <a:pt x="5029" y="1764"/>
                    <a:pt x="7994" y="1103"/>
                    <a:pt x="10749" y="662"/>
                  </a:cubicBezTo>
                  <a:cubicBezTo>
                    <a:pt x="13533" y="221"/>
                    <a:pt x="16150" y="0"/>
                    <a:pt x="18602" y="0"/>
                  </a:cubicBezTo>
                  <a:cubicBezTo>
                    <a:pt x="24941" y="0"/>
                    <a:pt x="29958" y="1448"/>
                    <a:pt x="33652" y="4341"/>
                  </a:cubicBezTo>
                  <a:cubicBezTo>
                    <a:pt x="37345" y="7208"/>
                    <a:pt x="39191" y="11094"/>
                    <a:pt x="39191" y="16000"/>
                  </a:cubicBezTo>
                  <a:cubicBezTo>
                    <a:pt x="39191" y="19417"/>
                    <a:pt x="38212" y="22312"/>
                    <a:pt x="36254" y="24682"/>
                  </a:cubicBezTo>
                  <a:cubicBezTo>
                    <a:pt x="34300" y="27025"/>
                    <a:pt x="31516" y="28651"/>
                    <a:pt x="27903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EB6E72F0-94EB-77D8-C226-A5FD10476B8B}"/>
                </a:ext>
              </a:extLst>
            </p:cNvPr>
            <p:cNvSpPr/>
            <p:nvPr/>
          </p:nvSpPr>
          <p:spPr>
            <a:xfrm>
              <a:off x="2711284" y="2184156"/>
              <a:ext cx="39685" cy="61721"/>
            </a:xfrm>
            <a:custGeom>
              <a:avLst/>
              <a:gdLst>
                <a:gd name="connsiteX0" fmla="*/ 0 w 39685"/>
                <a:gd name="connsiteY0" fmla="*/ 0 h 61721"/>
                <a:gd name="connsiteX1" fmla="*/ 39686 w 39685"/>
                <a:gd name="connsiteY1" fmla="*/ 0 h 61721"/>
                <a:gd name="connsiteX2" fmla="*/ 39686 w 39685"/>
                <a:gd name="connsiteY2" fmla="*/ 3555 h 61721"/>
                <a:gd name="connsiteX3" fmla="*/ 17278 w 39685"/>
                <a:gd name="connsiteY3" fmla="*/ 61722 h 61721"/>
                <a:gd name="connsiteX4" fmla="*/ 8556 w 39685"/>
                <a:gd name="connsiteY4" fmla="*/ 61722 h 61721"/>
                <a:gd name="connsiteX5" fmla="*/ 29639 w 39685"/>
                <a:gd name="connsiteY5" fmla="*/ 7027 h 61721"/>
                <a:gd name="connsiteX6" fmla="*/ 0 w 39685"/>
                <a:gd name="connsiteY6" fmla="*/ 7027 h 61721"/>
                <a:gd name="connsiteX7" fmla="*/ 0 w 39685"/>
                <a:gd name="connsiteY7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685" h="61721">
                  <a:moveTo>
                    <a:pt x="0" y="0"/>
                  </a:moveTo>
                  <a:lnTo>
                    <a:pt x="39686" y="0"/>
                  </a:lnTo>
                  <a:lnTo>
                    <a:pt x="39686" y="3555"/>
                  </a:lnTo>
                  <a:lnTo>
                    <a:pt x="17278" y="61722"/>
                  </a:lnTo>
                  <a:lnTo>
                    <a:pt x="8556" y="61722"/>
                  </a:lnTo>
                  <a:lnTo>
                    <a:pt x="29639" y="7027"/>
                  </a:lnTo>
                  <a:lnTo>
                    <a:pt x="0" y="7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0E455F91-47AA-4B86-4B1B-0183B610678A}"/>
              </a:ext>
            </a:extLst>
          </p:cNvPr>
          <p:cNvGrpSpPr/>
          <p:nvPr/>
        </p:nvGrpSpPr>
        <p:grpSpPr>
          <a:xfrm>
            <a:off x="1692591" y="1630096"/>
            <a:ext cx="429913" cy="969934"/>
            <a:chOff x="2132462" y="1245082"/>
            <a:chExt cx="429913" cy="969934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E7980649-58DE-4445-CAA5-51871CB1A42E}"/>
                </a:ext>
              </a:extLst>
            </p:cNvPr>
            <p:cNvSpPr/>
            <p:nvPr/>
          </p:nvSpPr>
          <p:spPr>
            <a:xfrm>
              <a:off x="2132462" y="1245082"/>
              <a:ext cx="429913" cy="969934"/>
            </a:xfrm>
            <a:custGeom>
              <a:avLst/>
              <a:gdLst>
                <a:gd name="connsiteX0" fmla="*/ 0 w 429913"/>
                <a:gd name="connsiteY0" fmla="*/ 969935 h 969934"/>
                <a:gd name="connsiteX1" fmla="*/ 429913 w 429913"/>
                <a:gd name="connsiteY1" fmla="*/ 969935 h 969934"/>
                <a:gd name="connsiteX2" fmla="*/ 429913 w 429913"/>
                <a:gd name="connsiteY2" fmla="*/ 0 h 969934"/>
                <a:gd name="connsiteX3" fmla="*/ 0 w 429913"/>
                <a:gd name="connsiteY3" fmla="*/ 0 h 969934"/>
                <a:gd name="connsiteX4" fmla="*/ 0 w 429913"/>
                <a:gd name="connsiteY4" fmla="*/ 969935 h 969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3" h="969934">
                  <a:moveTo>
                    <a:pt x="0" y="969935"/>
                  </a:moveTo>
                  <a:lnTo>
                    <a:pt x="429913" y="969935"/>
                  </a:lnTo>
                  <a:lnTo>
                    <a:pt x="429913" y="0"/>
                  </a:lnTo>
                  <a:lnTo>
                    <a:pt x="0" y="0"/>
                  </a:lnTo>
                  <a:lnTo>
                    <a:pt x="0" y="969935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199043C0-10A4-A73F-9AE3-566505B8B114}"/>
                </a:ext>
              </a:extLst>
            </p:cNvPr>
            <p:cNvSpPr/>
            <p:nvPr/>
          </p:nvSpPr>
          <p:spPr>
            <a:xfrm>
              <a:off x="2280764" y="1655435"/>
              <a:ext cx="133309" cy="149421"/>
            </a:xfrm>
            <a:custGeom>
              <a:avLst/>
              <a:gdLst>
                <a:gd name="connsiteX0" fmla="*/ 66751 w 133309"/>
                <a:gd name="connsiteY0" fmla="*/ 15821 h 149421"/>
                <a:gd name="connsiteX1" fmla="*/ 32990 w 133309"/>
                <a:gd name="connsiteY1" fmla="*/ 31640 h 149421"/>
                <a:gd name="connsiteX2" fmla="*/ 20545 w 133309"/>
                <a:gd name="connsiteY2" fmla="*/ 74759 h 149421"/>
                <a:gd name="connsiteX3" fmla="*/ 32990 w 133309"/>
                <a:gd name="connsiteY3" fmla="*/ 117781 h 149421"/>
                <a:gd name="connsiteX4" fmla="*/ 66751 w 133309"/>
                <a:gd name="connsiteY4" fmla="*/ 133600 h 149421"/>
                <a:gd name="connsiteX5" fmla="*/ 100320 w 133309"/>
                <a:gd name="connsiteY5" fmla="*/ 117781 h 149421"/>
                <a:gd name="connsiteX6" fmla="*/ 112764 w 133309"/>
                <a:gd name="connsiteY6" fmla="*/ 74759 h 149421"/>
                <a:gd name="connsiteX7" fmla="*/ 100320 w 133309"/>
                <a:gd name="connsiteY7" fmla="*/ 31640 h 149421"/>
                <a:gd name="connsiteX8" fmla="*/ 66751 w 133309"/>
                <a:gd name="connsiteY8" fmla="*/ 15821 h 149421"/>
                <a:gd name="connsiteX9" fmla="*/ 66751 w 133309"/>
                <a:gd name="connsiteY9" fmla="*/ 0 h 149421"/>
                <a:gd name="connsiteX10" fmla="*/ 115176 w 133309"/>
                <a:gd name="connsiteY10" fmla="*/ 20355 h 149421"/>
                <a:gd name="connsiteX11" fmla="*/ 133309 w 133309"/>
                <a:gd name="connsiteY11" fmla="*/ 74759 h 149421"/>
                <a:gd name="connsiteX12" fmla="*/ 115176 w 133309"/>
                <a:gd name="connsiteY12" fmla="*/ 129164 h 149421"/>
                <a:gd name="connsiteX13" fmla="*/ 66751 w 133309"/>
                <a:gd name="connsiteY13" fmla="*/ 149421 h 149421"/>
                <a:gd name="connsiteX14" fmla="*/ 18133 w 133309"/>
                <a:gd name="connsiteY14" fmla="*/ 129164 h 149421"/>
                <a:gd name="connsiteX15" fmla="*/ 0 w 133309"/>
                <a:gd name="connsiteY15" fmla="*/ 74759 h 149421"/>
                <a:gd name="connsiteX16" fmla="*/ 18133 w 133309"/>
                <a:gd name="connsiteY16" fmla="*/ 20355 h 149421"/>
                <a:gd name="connsiteX17" fmla="*/ 66751 w 133309"/>
                <a:gd name="connsiteY17" fmla="*/ 0 h 1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3309" h="149421">
                  <a:moveTo>
                    <a:pt x="66751" y="15821"/>
                  </a:moveTo>
                  <a:cubicBezTo>
                    <a:pt x="52604" y="15821"/>
                    <a:pt x="41350" y="21093"/>
                    <a:pt x="32990" y="31640"/>
                  </a:cubicBezTo>
                  <a:cubicBezTo>
                    <a:pt x="24694" y="42186"/>
                    <a:pt x="20545" y="56559"/>
                    <a:pt x="20545" y="74759"/>
                  </a:cubicBezTo>
                  <a:cubicBezTo>
                    <a:pt x="20545" y="92895"/>
                    <a:pt x="24694" y="107235"/>
                    <a:pt x="32990" y="117781"/>
                  </a:cubicBezTo>
                  <a:cubicBezTo>
                    <a:pt x="41350" y="128328"/>
                    <a:pt x="52604" y="133600"/>
                    <a:pt x="66751" y="133600"/>
                  </a:cubicBezTo>
                  <a:cubicBezTo>
                    <a:pt x="80898" y="133600"/>
                    <a:pt x="92088" y="128328"/>
                    <a:pt x="100320" y="117781"/>
                  </a:cubicBezTo>
                  <a:cubicBezTo>
                    <a:pt x="108616" y="107235"/>
                    <a:pt x="112764" y="92895"/>
                    <a:pt x="112764" y="74759"/>
                  </a:cubicBezTo>
                  <a:cubicBezTo>
                    <a:pt x="112764" y="56559"/>
                    <a:pt x="108616" y="42186"/>
                    <a:pt x="100320" y="31640"/>
                  </a:cubicBezTo>
                  <a:cubicBezTo>
                    <a:pt x="92088" y="21093"/>
                    <a:pt x="80898" y="15821"/>
                    <a:pt x="66751" y="15821"/>
                  </a:cubicBezTo>
                  <a:moveTo>
                    <a:pt x="66751" y="0"/>
                  </a:moveTo>
                  <a:cubicBezTo>
                    <a:pt x="86944" y="0"/>
                    <a:pt x="103087" y="6784"/>
                    <a:pt x="115176" y="20355"/>
                  </a:cubicBezTo>
                  <a:cubicBezTo>
                    <a:pt x="127266" y="33859"/>
                    <a:pt x="133309" y="51995"/>
                    <a:pt x="133309" y="74759"/>
                  </a:cubicBezTo>
                  <a:cubicBezTo>
                    <a:pt x="133309" y="97460"/>
                    <a:pt x="127266" y="115595"/>
                    <a:pt x="115176" y="129164"/>
                  </a:cubicBezTo>
                  <a:cubicBezTo>
                    <a:pt x="103087" y="142668"/>
                    <a:pt x="86944" y="149421"/>
                    <a:pt x="66751" y="149421"/>
                  </a:cubicBezTo>
                  <a:cubicBezTo>
                    <a:pt x="46494" y="149421"/>
                    <a:pt x="30289" y="142668"/>
                    <a:pt x="18133" y="129164"/>
                  </a:cubicBezTo>
                  <a:cubicBezTo>
                    <a:pt x="6044" y="115660"/>
                    <a:pt x="0" y="97524"/>
                    <a:pt x="0" y="74759"/>
                  </a:cubicBezTo>
                  <a:cubicBezTo>
                    <a:pt x="0" y="51995"/>
                    <a:pt x="6044" y="33859"/>
                    <a:pt x="18133" y="20355"/>
                  </a:cubicBezTo>
                  <a:cubicBezTo>
                    <a:pt x="30289" y="6784"/>
                    <a:pt x="46494" y="0"/>
                    <a:pt x="6675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42F81EE-E401-FF7B-70CA-C8E8E84D0868}"/>
              </a:ext>
            </a:extLst>
          </p:cNvPr>
          <p:cNvGrpSpPr/>
          <p:nvPr/>
        </p:nvGrpSpPr>
        <p:grpSpPr>
          <a:xfrm>
            <a:off x="2166397" y="1598119"/>
            <a:ext cx="124310" cy="64037"/>
            <a:chOff x="2575272" y="1213105"/>
            <a:chExt cx="124310" cy="64037"/>
          </a:xfrm>
        </p:grpSpPr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5F1EA50A-5B3B-0AF1-C99B-2EC9D1BDE9C2}"/>
                </a:ext>
              </a:extLst>
            </p:cNvPr>
            <p:cNvSpPr/>
            <p:nvPr/>
          </p:nvSpPr>
          <p:spPr>
            <a:xfrm>
              <a:off x="2575272" y="1213105"/>
              <a:ext cx="42662" cy="64037"/>
            </a:xfrm>
            <a:custGeom>
              <a:avLst/>
              <a:gdLst>
                <a:gd name="connsiteX0" fmla="*/ 21331 w 42662"/>
                <a:gd name="connsiteY0" fmla="*/ 6615 h 64037"/>
                <a:gd name="connsiteX1" fmla="*/ 11616 w 42662"/>
                <a:gd name="connsiteY1" fmla="*/ 12981 h 64037"/>
                <a:gd name="connsiteX2" fmla="*/ 8391 w 42662"/>
                <a:gd name="connsiteY2" fmla="*/ 32039 h 64037"/>
                <a:gd name="connsiteX3" fmla="*/ 11616 w 42662"/>
                <a:gd name="connsiteY3" fmla="*/ 51097 h 64037"/>
                <a:gd name="connsiteX4" fmla="*/ 21331 w 42662"/>
                <a:gd name="connsiteY4" fmla="*/ 57423 h 64037"/>
                <a:gd name="connsiteX5" fmla="*/ 31047 w 42662"/>
                <a:gd name="connsiteY5" fmla="*/ 51097 h 64037"/>
                <a:gd name="connsiteX6" fmla="*/ 34311 w 42662"/>
                <a:gd name="connsiteY6" fmla="*/ 32039 h 64037"/>
                <a:gd name="connsiteX7" fmla="*/ 31047 w 42662"/>
                <a:gd name="connsiteY7" fmla="*/ 12981 h 64037"/>
                <a:gd name="connsiteX8" fmla="*/ 21331 w 42662"/>
                <a:gd name="connsiteY8" fmla="*/ 6615 h 64037"/>
                <a:gd name="connsiteX9" fmla="*/ 21331 w 42662"/>
                <a:gd name="connsiteY9" fmla="*/ 0 h 64037"/>
                <a:gd name="connsiteX10" fmla="*/ 37164 w 42662"/>
                <a:gd name="connsiteY10" fmla="*/ 8227 h 64037"/>
                <a:gd name="connsiteX11" fmla="*/ 42663 w 42662"/>
                <a:gd name="connsiteY11" fmla="*/ 32039 h 64037"/>
                <a:gd name="connsiteX12" fmla="*/ 37164 w 42662"/>
                <a:gd name="connsiteY12" fmla="*/ 55852 h 64037"/>
                <a:gd name="connsiteX13" fmla="*/ 21331 w 42662"/>
                <a:gd name="connsiteY13" fmla="*/ 64038 h 64037"/>
                <a:gd name="connsiteX14" fmla="*/ 5455 w 42662"/>
                <a:gd name="connsiteY14" fmla="*/ 55852 h 64037"/>
                <a:gd name="connsiteX15" fmla="*/ 0 w 42662"/>
                <a:gd name="connsiteY15" fmla="*/ 32039 h 64037"/>
                <a:gd name="connsiteX16" fmla="*/ 5455 w 42662"/>
                <a:gd name="connsiteY16" fmla="*/ 8227 h 64037"/>
                <a:gd name="connsiteX17" fmla="*/ 21331 w 42662"/>
                <a:gd name="connsiteY17" fmla="*/ 0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37">
                  <a:moveTo>
                    <a:pt x="21331" y="6615"/>
                  </a:moveTo>
                  <a:cubicBezTo>
                    <a:pt x="17033" y="6615"/>
                    <a:pt x="13795" y="8737"/>
                    <a:pt x="11616" y="12981"/>
                  </a:cubicBezTo>
                  <a:cubicBezTo>
                    <a:pt x="9466" y="17198"/>
                    <a:pt x="8391" y="23551"/>
                    <a:pt x="8391" y="32039"/>
                  </a:cubicBezTo>
                  <a:cubicBezTo>
                    <a:pt x="8391" y="40501"/>
                    <a:pt x="9466" y="46853"/>
                    <a:pt x="11616" y="51097"/>
                  </a:cubicBezTo>
                  <a:cubicBezTo>
                    <a:pt x="13795" y="55314"/>
                    <a:pt x="17033" y="57423"/>
                    <a:pt x="21331" y="57423"/>
                  </a:cubicBezTo>
                  <a:cubicBezTo>
                    <a:pt x="25658" y="57423"/>
                    <a:pt x="28896" y="55314"/>
                    <a:pt x="31047" y="51097"/>
                  </a:cubicBezTo>
                  <a:cubicBezTo>
                    <a:pt x="33223" y="46853"/>
                    <a:pt x="34311" y="40501"/>
                    <a:pt x="34311" y="32039"/>
                  </a:cubicBezTo>
                  <a:cubicBezTo>
                    <a:pt x="34311" y="23551"/>
                    <a:pt x="33223" y="17198"/>
                    <a:pt x="31047" y="12981"/>
                  </a:cubicBezTo>
                  <a:cubicBezTo>
                    <a:pt x="28896" y="8737"/>
                    <a:pt x="25658" y="6615"/>
                    <a:pt x="21331" y="6615"/>
                  </a:cubicBezTo>
                  <a:moveTo>
                    <a:pt x="21331" y="0"/>
                  </a:moveTo>
                  <a:cubicBezTo>
                    <a:pt x="28249" y="0"/>
                    <a:pt x="33528" y="2742"/>
                    <a:pt x="37164" y="8227"/>
                  </a:cubicBezTo>
                  <a:cubicBezTo>
                    <a:pt x="40829" y="13684"/>
                    <a:pt x="42663" y="21622"/>
                    <a:pt x="42663" y="32039"/>
                  </a:cubicBezTo>
                  <a:cubicBezTo>
                    <a:pt x="42663" y="42430"/>
                    <a:pt x="40829" y="50367"/>
                    <a:pt x="37164" y="55852"/>
                  </a:cubicBezTo>
                  <a:cubicBezTo>
                    <a:pt x="33528" y="61309"/>
                    <a:pt x="28249" y="64038"/>
                    <a:pt x="21331" y="64038"/>
                  </a:cubicBezTo>
                  <a:cubicBezTo>
                    <a:pt x="14414" y="64038"/>
                    <a:pt x="9120" y="61309"/>
                    <a:pt x="5455" y="55852"/>
                  </a:cubicBezTo>
                  <a:cubicBezTo>
                    <a:pt x="1819" y="50367"/>
                    <a:pt x="0" y="42430"/>
                    <a:pt x="0" y="32039"/>
                  </a:cubicBezTo>
                  <a:cubicBezTo>
                    <a:pt x="0" y="21622"/>
                    <a:pt x="1819" y="13684"/>
                    <a:pt x="5455" y="8227"/>
                  </a:cubicBezTo>
                  <a:cubicBezTo>
                    <a:pt x="9120" y="2742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A66239B-280E-9163-7AFB-E1F31E78DFAA}"/>
                </a:ext>
              </a:extLst>
            </p:cNvPr>
            <p:cNvSpPr/>
            <p:nvPr/>
          </p:nvSpPr>
          <p:spPr>
            <a:xfrm>
              <a:off x="2632610" y="1265442"/>
              <a:ext cx="8724" cy="10499"/>
            </a:xfrm>
            <a:custGeom>
              <a:avLst/>
              <a:gdLst>
                <a:gd name="connsiteX0" fmla="*/ 0 w 8724"/>
                <a:gd name="connsiteY0" fmla="*/ 0 h 10499"/>
                <a:gd name="connsiteX1" fmla="*/ 8725 w 8724"/>
                <a:gd name="connsiteY1" fmla="*/ 0 h 10499"/>
                <a:gd name="connsiteX2" fmla="*/ 8725 w 8724"/>
                <a:gd name="connsiteY2" fmla="*/ 10500 h 10499"/>
                <a:gd name="connsiteX3" fmla="*/ 0 w 8724"/>
                <a:gd name="connsiteY3" fmla="*/ 10500 h 10499"/>
                <a:gd name="connsiteX4" fmla="*/ 0 w 8724"/>
                <a:gd name="connsiteY4" fmla="*/ 0 h 1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4" h="10499">
                  <a:moveTo>
                    <a:pt x="0" y="0"/>
                  </a:moveTo>
                  <a:lnTo>
                    <a:pt x="8725" y="0"/>
                  </a:lnTo>
                  <a:lnTo>
                    <a:pt x="8725" y="10500"/>
                  </a:lnTo>
                  <a:lnTo>
                    <a:pt x="0" y="1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F71C3FC8-9234-B479-DED7-24733E35F630}"/>
                </a:ext>
              </a:extLst>
            </p:cNvPr>
            <p:cNvSpPr/>
            <p:nvPr/>
          </p:nvSpPr>
          <p:spPr>
            <a:xfrm>
              <a:off x="2654605" y="1214221"/>
              <a:ext cx="44977" cy="61721"/>
            </a:xfrm>
            <a:custGeom>
              <a:avLst/>
              <a:gdLst>
                <a:gd name="connsiteX0" fmla="*/ 27863 w 44977"/>
                <a:gd name="connsiteY0" fmla="*/ 7276 h 61721"/>
                <a:gd name="connsiteX1" fmla="*/ 6780 w 44977"/>
                <a:gd name="connsiteY1" fmla="*/ 40225 h 61721"/>
                <a:gd name="connsiteX2" fmla="*/ 27863 w 44977"/>
                <a:gd name="connsiteY2" fmla="*/ 40225 h 61721"/>
                <a:gd name="connsiteX3" fmla="*/ 27863 w 44977"/>
                <a:gd name="connsiteY3" fmla="*/ 7276 h 61721"/>
                <a:gd name="connsiteX4" fmla="*/ 25672 w 44977"/>
                <a:gd name="connsiteY4" fmla="*/ 0 h 61721"/>
                <a:gd name="connsiteX5" fmla="*/ 36171 w 44977"/>
                <a:gd name="connsiteY5" fmla="*/ 0 h 61721"/>
                <a:gd name="connsiteX6" fmla="*/ 36171 w 44977"/>
                <a:gd name="connsiteY6" fmla="*/ 40225 h 61721"/>
                <a:gd name="connsiteX7" fmla="*/ 44977 w 44977"/>
                <a:gd name="connsiteY7" fmla="*/ 40225 h 61721"/>
                <a:gd name="connsiteX8" fmla="*/ 44977 w 44977"/>
                <a:gd name="connsiteY8" fmla="*/ 47170 h 61721"/>
                <a:gd name="connsiteX9" fmla="*/ 36171 w 44977"/>
                <a:gd name="connsiteY9" fmla="*/ 47170 h 61721"/>
                <a:gd name="connsiteX10" fmla="*/ 36171 w 44977"/>
                <a:gd name="connsiteY10" fmla="*/ 61721 h 61721"/>
                <a:gd name="connsiteX11" fmla="*/ 27863 w 44977"/>
                <a:gd name="connsiteY11" fmla="*/ 61721 h 61721"/>
                <a:gd name="connsiteX12" fmla="*/ 27863 w 44977"/>
                <a:gd name="connsiteY12" fmla="*/ 47170 h 61721"/>
                <a:gd name="connsiteX13" fmla="*/ 0 w 44977"/>
                <a:gd name="connsiteY13" fmla="*/ 47170 h 61721"/>
                <a:gd name="connsiteX14" fmla="*/ 0 w 44977"/>
                <a:gd name="connsiteY14" fmla="*/ 39108 h 61721"/>
                <a:gd name="connsiteX15" fmla="*/ 25672 w 44977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77" h="61721">
                  <a:moveTo>
                    <a:pt x="27863" y="7276"/>
                  </a:moveTo>
                  <a:lnTo>
                    <a:pt x="6780" y="40225"/>
                  </a:lnTo>
                  <a:lnTo>
                    <a:pt x="27863" y="40225"/>
                  </a:lnTo>
                  <a:lnTo>
                    <a:pt x="27863" y="7276"/>
                  </a:lnTo>
                  <a:moveTo>
                    <a:pt x="25672" y="0"/>
                  </a:moveTo>
                  <a:lnTo>
                    <a:pt x="36171" y="0"/>
                  </a:lnTo>
                  <a:lnTo>
                    <a:pt x="36171" y="40225"/>
                  </a:lnTo>
                  <a:lnTo>
                    <a:pt x="44977" y="40225"/>
                  </a:lnTo>
                  <a:lnTo>
                    <a:pt x="44977" y="47170"/>
                  </a:lnTo>
                  <a:lnTo>
                    <a:pt x="36171" y="47170"/>
                  </a:lnTo>
                  <a:lnTo>
                    <a:pt x="36171" y="61721"/>
                  </a:lnTo>
                  <a:lnTo>
                    <a:pt x="27863" y="61721"/>
                  </a:lnTo>
                  <a:lnTo>
                    <a:pt x="27863" y="47170"/>
                  </a:lnTo>
                  <a:lnTo>
                    <a:pt x="0" y="47170"/>
                  </a:lnTo>
                  <a:lnTo>
                    <a:pt x="0" y="39108"/>
                  </a:lnTo>
                  <a:lnTo>
                    <a:pt x="25672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A245E8F8-9812-AB1F-EBD9-C390B95F1283}"/>
              </a:ext>
            </a:extLst>
          </p:cNvPr>
          <p:cNvGrpSpPr/>
          <p:nvPr/>
        </p:nvGrpSpPr>
        <p:grpSpPr>
          <a:xfrm>
            <a:off x="2166397" y="4831243"/>
            <a:ext cx="122286" cy="64031"/>
            <a:chOff x="2575272" y="4446229"/>
            <a:chExt cx="122286" cy="64031"/>
          </a:xfrm>
        </p:grpSpPr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66DA7A8C-2667-C7D4-C738-60922924B278}"/>
                </a:ext>
              </a:extLst>
            </p:cNvPr>
            <p:cNvSpPr/>
            <p:nvPr/>
          </p:nvSpPr>
          <p:spPr>
            <a:xfrm>
              <a:off x="2575272" y="4446229"/>
              <a:ext cx="42662" cy="64031"/>
            </a:xfrm>
            <a:custGeom>
              <a:avLst/>
              <a:gdLst>
                <a:gd name="connsiteX0" fmla="*/ 21331 w 42662"/>
                <a:gd name="connsiteY0" fmla="*/ 6596 h 64031"/>
                <a:gd name="connsiteX1" fmla="*/ 11616 w 42662"/>
                <a:gd name="connsiteY1" fmla="*/ 12978 h 64031"/>
                <a:gd name="connsiteX2" fmla="*/ 8391 w 42662"/>
                <a:gd name="connsiteY2" fmla="*/ 32028 h 64031"/>
                <a:gd name="connsiteX3" fmla="*/ 11616 w 42662"/>
                <a:gd name="connsiteY3" fmla="*/ 51102 h 64031"/>
                <a:gd name="connsiteX4" fmla="*/ 21331 w 42662"/>
                <a:gd name="connsiteY4" fmla="*/ 57412 h 64031"/>
                <a:gd name="connsiteX5" fmla="*/ 31047 w 42662"/>
                <a:gd name="connsiteY5" fmla="*/ 51102 h 64031"/>
                <a:gd name="connsiteX6" fmla="*/ 34311 w 42662"/>
                <a:gd name="connsiteY6" fmla="*/ 32028 h 64031"/>
                <a:gd name="connsiteX7" fmla="*/ 31047 w 42662"/>
                <a:gd name="connsiteY7" fmla="*/ 12978 h 64031"/>
                <a:gd name="connsiteX8" fmla="*/ 21331 w 42662"/>
                <a:gd name="connsiteY8" fmla="*/ 6596 h 64031"/>
                <a:gd name="connsiteX9" fmla="*/ 21331 w 42662"/>
                <a:gd name="connsiteY9" fmla="*/ 0 h 64031"/>
                <a:gd name="connsiteX10" fmla="*/ 37164 w 42662"/>
                <a:gd name="connsiteY10" fmla="*/ 8215 h 64031"/>
                <a:gd name="connsiteX11" fmla="*/ 42663 w 42662"/>
                <a:gd name="connsiteY11" fmla="*/ 32028 h 64031"/>
                <a:gd name="connsiteX12" fmla="*/ 37164 w 42662"/>
                <a:gd name="connsiteY12" fmla="*/ 55840 h 64031"/>
                <a:gd name="connsiteX13" fmla="*/ 21331 w 42662"/>
                <a:gd name="connsiteY13" fmla="*/ 64032 h 64031"/>
                <a:gd name="connsiteX14" fmla="*/ 5455 w 42662"/>
                <a:gd name="connsiteY14" fmla="*/ 55840 h 64031"/>
                <a:gd name="connsiteX15" fmla="*/ 0 w 42662"/>
                <a:gd name="connsiteY15" fmla="*/ 32028 h 64031"/>
                <a:gd name="connsiteX16" fmla="*/ 5455 w 42662"/>
                <a:gd name="connsiteY16" fmla="*/ 8215 h 64031"/>
                <a:gd name="connsiteX17" fmla="*/ 21331 w 4266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62" h="64031">
                  <a:moveTo>
                    <a:pt x="21331" y="6596"/>
                  </a:moveTo>
                  <a:cubicBezTo>
                    <a:pt x="17033" y="6596"/>
                    <a:pt x="13795" y="8715"/>
                    <a:pt x="11616" y="12978"/>
                  </a:cubicBezTo>
                  <a:cubicBezTo>
                    <a:pt x="9466" y="17193"/>
                    <a:pt x="8391" y="23527"/>
                    <a:pt x="8391" y="32028"/>
                  </a:cubicBezTo>
                  <a:cubicBezTo>
                    <a:pt x="8391" y="40481"/>
                    <a:pt x="9466" y="46839"/>
                    <a:pt x="11616" y="51102"/>
                  </a:cubicBezTo>
                  <a:cubicBezTo>
                    <a:pt x="13795" y="55316"/>
                    <a:pt x="17033" y="57412"/>
                    <a:pt x="21331" y="57412"/>
                  </a:cubicBezTo>
                  <a:cubicBezTo>
                    <a:pt x="25658" y="57412"/>
                    <a:pt x="28896" y="55316"/>
                    <a:pt x="31047" y="51102"/>
                  </a:cubicBezTo>
                  <a:cubicBezTo>
                    <a:pt x="33223" y="46839"/>
                    <a:pt x="34311" y="40481"/>
                    <a:pt x="34311" y="32028"/>
                  </a:cubicBezTo>
                  <a:cubicBezTo>
                    <a:pt x="34311" y="23527"/>
                    <a:pt x="33223" y="17193"/>
                    <a:pt x="31047" y="12978"/>
                  </a:cubicBezTo>
                  <a:cubicBezTo>
                    <a:pt x="28896" y="8715"/>
                    <a:pt x="25658" y="6596"/>
                    <a:pt x="21331" y="6596"/>
                  </a:cubicBezTo>
                  <a:moveTo>
                    <a:pt x="21331" y="0"/>
                  </a:moveTo>
                  <a:cubicBezTo>
                    <a:pt x="28249" y="0"/>
                    <a:pt x="33528" y="2738"/>
                    <a:pt x="37164" y="8215"/>
                  </a:cubicBezTo>
                  <a:cubicBezTo>
                    <a:pt x="40829" y="13668"/>
                    <a:pt x="42663" y="21622"/>
                    <a:pt x="42663" y="32028"/>
                  </a:cubicBezTo>
                  <a:cubicBezTo>
                    <a:pt x="42663" y="42434"/>
                    <a:pt x="40829" y="50363"/>
                    <a:pt x="37164" y="55840"/>
                  </a:cubicBezTo>
                  <a:cubicBezTo>
                    <a:pt x="33528" y="61293"/>
                    <a:pt x="28249" y="64032"/>
                    <a:pt x="21331" y="64032"/>
                  </a:cubicBezTo>
                  <a:cubicBezTo>
                    <a:pt x="14414" y="64032"/>
                    <a:pt x="9120" y="61293"/>
                    <a:pt x="5455" y="55840"/>
                  </a:cubicBezTo>
                  <a:cubicBezTo>
                    <a:pt x="1819" y="50363"/>
                    <a:pt x="0" y="42434"/>
                    <a:pt x="0" y="32028"/>
                  </a:cubicBezTo>
                  <a:cubicBezTo>
                    <a:pt x="0" y="21622"/>
                    <a:pt x="1819" y="13668"/>
                    <a:pt x="5455" y="8215"/>
                  </a:cubicBezTo>
                  <a:cubicBezTo>
                    <a:pt x="9120" y="2738"/>
                    <a:pt x="14414" y="0"/>
                    <a:pt x="21331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73165EB5-F363-1693-7A2C-0B256A11FDC9}"/>
                </a:ext>
              </a:extLst>
            </p:cNvPr>
            <p:cNvSpPr/>
            <p:nvPr/>
          </p:nvSpPr>
          <p:spPr>
            <a:xfrm>
              <a:off x="2632610" y="4498569"/>
              <a:ext cx="8724" cy="10501"/>
            </a:xfrm>
            <a:custGeom>
              <a:avLst/>
              <a:gdLst>
                <a:gd name="connsiteX0" fmla="*/ 0 w 8724"/>
                <a:gd name="connsiteY0" fmla="*/ 0 h 10501"/>
                <a:gd name="connsiteX1" fmla="*/ 8725 w 8724"/>
                <a:gd name="connsiteY1" fmla="*/ 0 h 10501"/>
                <a:gd name="connsiteX2" fmla="*/ 8725 w 8724"/>
                <a:gd name="connsiteY2" fmla="*/ 10501 h 10501"/>
                <a:gd name="connsiteX3" fmla="*/ 0 w 8724"/>
                <a:gd name="connsiteY3" fmla="*/ 10501 h 10501"/>
                <a:gd name="connsiteX4" fmla="*/ 0 w 8724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24" h="10501">
                  <a:moveTo>
                    <a:pt x="0" y="0"/>
                  </a:moveTo>
                  <a:lnTo>
                    <a:pt x="8725" y="0"/>
                  </a:lnTo>
                  <a:lnTo>
                    <a:pt x="872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BAAAF858-C9DB-7819-43C6-C56CDD43473F}"/>
                </a:ext>
              </a:extLst>
            </p:cNvPr>
            <p:cNvSpPr/>
            <p:nvPr/>
          </p:nvSpPr>
          <p:spPr>
            <a:xfrm>
              <a:off x="2656920" y="4446229"/>
              <a:ext cx="40638" cy="64031"/>
            </a:xfrm>
            <a:custGeom>
              <a:avLst/>
              <a:gdLst>
                <a:gd name="connsiteX0" fmla="*/ 27903 w 40638"/>
                <a:gd name="connsiteY0" fmla="*/ 29551 h 64031"/>
                <a:gd name="connsiteX1" fmla="*/ 37247 w 40638"/>
                <a:gd name="connsiteY1" fmla="*/ 34885 h 64031"/>
                <a:gd name="connsiteX2" fmla="*/ 40638 w 40638"/>
                <a:gd name="connsiteY2" fmla="*/ 44887 h 64031"/>
                <a:gd name="connsiteX3" fmla="*/ 34354 w 40638"/>
                <a:gd name="connsiteY3" fmla="*/ 59031 h 64031"/>
                <a:gd name="connsiteX4" fmla="*/ 16495 w 40638"/>
                <a:gd name="connsiteY4" fmla="*/ 64032 h 64031"/>
                <a:gd name="connsiteX5" fmla="*/ 8475 w 40638"/>
                <a:gd name="connsiteY5" fmla="*/ 63246 h 64031"/>
                <a:gd name="connsiteX6" fmla="*/ 0 w 40638"/>
                <a:gd name="connsiteY6" fmla="*/ 60960 h 64031"/>
                <a:gd name="connsiteX7" fmla="*/ 0 w 40638"/>
                <a:gd name="connsiteY7" fmla="*/ 52911 h 64031"/>
                <a:gd name="connsiteX8" fmla="*/ 7606 w 40638"/>
                <a:gd name="connsiteY8" fmla="*/ 55959 h 64031"/>
                <a:gd name="connsiteX9" fmla="*/ 16247 w 40638"/>
                <a:gd name="connsiteY9" fmla="*/ 57007 h 64031"/>
                <a:gd name="connsiteX10" fmla="*/ 28194 w 40638"/>
                <a:gd name="connsiteY10" fmla="*/ 53912 h 64031"/>
                <a:gd name="connsiteX11" fmla="*/ 32328 w 40638"/>
                <a:gd name="connsiteY11" fmla="*/ 44887 h 64031"/>
                <a:gd name="connsiteX12" fmla="*/ 28484 w 40638"/>
                <a:gd name="connsiteY12" fmla="*/ 36362 h 64031"/>
                <a:gd name="connsiteX13" fmla="*/ 17859 w 40638"/>
                <a:gd name="connsiteY13" fmla="*/ 33266 h 64031"/>
                <a:gd name="connsiteX14" fmla="*/ 10666 w 40638"/>
                <a:gd name="connsiteY14" fmla="*/ 33266 h 64031"/>
                <a:gd name="connsiteX15" fmla="*/ 10666 w 40638"/>
                <a:gd name="connsiteY15" fmla="*/ 26408 h 64031"/>
                <a:gd name="connsiteX16" fmla="*/ 18190 w 40638"/>
                <a:gd name="connsiteY16" fmla="*/ 26408 h 64031"/>
                <a:gd name="connsiteX17" fmla="*/ 27615 w 40638"/>
                <a:gd name="connsiteY17" fmla="*/ 23979 h 64031"/>
                <a:gd name="connsiteX18" fmla="*/ 30880 w 40638"/>
                <a:gd name="connsiteY18" fmla="*/ 16859 h 64031"/>
                <a:gd name="connsiteX19" fmla="*/ 27491 w 40638"/>
                <a:gd name="connsiteY19" fmla="*/ 9573 h 64031"/>
                <a:gd name="connsiteX20" fmla="*/ 17859 w 40638"/>
                <a:gd name="connsiteY20" fmla="*/ 7025 h 64031"/>
                <a:gd name="connsiteX21" fmla="*/ 10499 w 40638"/>
                <a:gd name="connsiteY21" fmla="*/ 7763 h 64031"/>
                <a:gd name="connsiteX22" fmla="*/ 1860 w 40638"/>
                <a:gd name="connsiteY22" fmla="*/ 10073 h 64031"/>
                <a:gd name="connsiteX23" fmla="*/ 1860 w 40638"/>
                <a:gd name="connsiteY23" fmla="*/ 2643 h 64031"/>
                <a:gd name="connsiteX24" fmla="*/ 10749 w 40638"/>
                <a:gd name="connsiteY24" fmla="*/ 643 h 64031"/>
                <a:gd name="connsiteX25" fmla="*/ 18602 w 40638"/>
                <a:gd name="connsiteY25" fmla="*/ 0 h 64031"/>
                <a:gd name="connsiteX26" fmla="*/ 33652 w 40638"/>
                <a:gd name="connsiteY26" fmla="*/ 4334 h 64031"/>
                <a:gd name="connsiteX27" fmla="*/ 39191 w 40638"/>
                <a:gd name="connsiteY27" fmla="*/ 16002 h 64031"/>
                <a:gd name="connsiteX28" fmla="*/ 36254 w 40638"/>
                <a:gd name="connsiteY28" fmla="*/ 24670 h 64031"/>
                <a:gd name="connsiteX29" fmla="*/ 27903 w 4063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38" h="64031">
                  <a:moveTo>
                    <a:pt x="27903" y="29551"/>
                  </a:moveTo>
                  <a:cubicBezTo>
                    <a:pt x="31902" y="30409"/>
                    <a:pt x="35016" y="32195"/>
                    <a:pt x="37247" y="34885"/>
                  </a:cubicBezTo>
                  <a:cubicBezTo>
                    <a:pt x="39507" y="37576"/>
                    <a:pt x="40638" y="40910"/>
                    <a:pt x="40638" y="44887"/>
                  </a:cubicBezTo>
                  <a:cubicBezTo>
                    <a:pt x="40638" y="50982"/>
                    <a:pt x="38543" y="55697"/>
                    <a:pt x="34354" y="59031"/>
                  </a:cubicBezTo>
                  <a:cubicBezTo>
                    <a:pt x="30166" y="62365"/>
                    <a:pt x="24212" y="64032"/>
                    <a:pt x="16495" y="64032"/>
                  </a:cubicBezTo>
                  <a:cubicBezTo>
                    <a:pt x="13904" y="64032"/>
                    <a:pt x="11230" y="63770"/>
                    <a:pt x="8475" y="63246"/>
                  </a:cubicBezTo>
                  <a:cubicBezTo>
                    <a:pt x="5746" y="62746"/>
                    <a:pt x="2922" y="61984"/>
                    <a:pt x="0" y="60960"/>
                  </a:cubicBezTo>
                  <a:lnTo>
                    <a:pt x="0" y="52911"/>
                  </a:lnTo>
                  <a:cubicBezTo>
                    <a:pt x="2315" y="54268"/>
                    <a:pt x="4851" y="55269"/>
                    <a:pt x="7606" y="55959"/>
                  </a:cubicBezTo>
                  <a:cubicBezTo>
                    <a:pt x="10361" y="56650"/>
                    <a:pt x="13242" y="57007"/>
                    <a:pt x="16247" y="57007"/>
                  </a:cubicBezTo>
                  <a:cubicBezTo>
                    <a:pt x="21484" y="57007"/>
                    <a:pt x="25465" y="55983"/>
                    <a:pt x="28194" y="53912"/>
                  </a:cubicBezTo>
                  <a:cubicBezTo>
                    <a:pt x="30949" y="51840"/>
                    <a:pt x="32328" y="48816"/>
                    <a:pt x="32328" y="44887"/>
                  </a:cubicBezTo>
                  <a:cubicBezTo>
                    <a:pt x="32328" y="41243"/>
                    <a:pt x="31047" y="38410"/>
                    <a:pt x="28484" y="36362"/>
                  </a:cubicBezTo>
                  <a:cubicBezTo>
                    <a:pt x="25948" y="34290"/>
                    <a:pt x="22405" y="33266"/>
                    <a:pt x="17859" y="33266"/>
                  </a:cubicBezTo>
                  <a:lnTo>
                    <a:pt x="10666" y="33266"/>
                  </a:lnTo>
                  <a:lnTo>
                    <a:pt x="10666" y="26408"/>
                  </a:lnTo>
                  <a:lnTo>
                    <a:pt x="18190" y="26408"/>
                  </a:lnTo>
                  <a:cubicBezTo>
                    <a:pt x="22296" y="26408"/>
                    <a:pt x="25437" y="25598"/>
                    <a:pt x="27615" y="23979"/>
                  </a:cubicBezTo>
                  <a:cubicBezTo>
                    <a:pt x="29792" y="22312"/>
                    <a:pt x="30880" y="19931"/>
                    <a:pt x="30880" y="16859"/>
                  </a:cubicBezTo>
                  <a:cubicBezTo>
                    <a:pt x="30880" y="13692"/>
                    <a:pt x="29751" y="11263"/>
                    <a:pt x="27491" y="9573"/>
                  </a:cubicBezTo>
                  <a:cubicBezTo>
                    <a:pt x="25260" y="7882"/>
                    <a:pt x="22048" y="7025"/>
                    <a:pt x="17859" y="7025"/>
                  </a:cubicBezTo>
                  <a:cubicBezTo>
                    <a:pt x="15571" y="7025"/>
                    <a:pt x="13118" y="7263"/>
                    <a:pt x="10499" y="7763"/>
                  </a:cubicBezTo>
                  <a:cubicBezTo>
                    <a:pt x="7882" y="8263"/>
                    <a:pt x="5001" y="9025"/>
                    <a:pt x="1860" y="10073"/>
                  </a:cubicBezTo>
                  <a:lnTo>
                    <a:pt x="1860" y="2643"/>
                  </a:lnTo>
                  <a:cubicBezTo>
                    <a:pt x="5029" y="1762"/>
                    <a:pt x="7994" y="1095"/>
                    <a:pt x="10749" y="643"/>
                  </a:cubicBezTo>
                  <a:cubicBezTo>
                    <a:pt x="13533" y="214"/>
                    <a:pt x="16150" y="0"/>
                    <a:pt x="18602" y="0"/>
                  </a:cubicBezTo>
                  <a:cubicBezTo>
                    <a:pt x="24941" y="0"/>
                    <a:pt x="29958" y="1453"/>
                    <a:pt x="33652" y="4334"/>
                  </a:cubicBezTo>
                  <a:cubicBezTo>
                    <a:pt x="37345" y="7215"/>
                    <a:pt x="39191" y="11096"/>
                    <a:pt x="39191" y="16002"/>
                  </a:cubicBezTo>
                  <a:cubicBezTo>
                    <a:pt x="39191" y="19407"/>
                    <a:pt x="38212" y="22312"/>
                    <a:pt x="36254" y="24670"/>
                  </a:cubicBezTo>
                  <a:cubicBezTo>
                    <a:pt x="34300" y="27027"/>
                    <a:pt x="31516" y="28646"/>
                    <a:pt x="27903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350FF402-3E2F-E8FB-E0F2-8BD71FAF21E3}"/>
              </a:ext>
            </a:extLst>
          </p:cNvPr>
          <p:cNvGrpSpPr/>
          <p:nvPr/>
        </p:nvGrpSpPr>
        <p:grpSpPr>
          <a:xfrm>
            <a:off x="2784885" y="4539897"/>
            <a:ext cx="429898" cy="323326"/>
            <a:chOff x="2992286" y="4154883"/>
            <a:chExt cx="429898" cy="323326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637CB9D-493B-EBC0-4AA0-BB527C514D7C}"/>
                </a:ext>
              </a:extLst>
            </p:cNvPr>
            <p:cNvSpPr/>
            <p:nvPr/>
          </p:nvSpPr>
          <p:spPr>
            <a:xfrm>
              <a:off x="2992286" y="4154883"/>
              <a:ext cx="429898" cy="323326"/>
            </a:xfrm>
            <a:custGeom>
              <a:avLst/>
              <a:gdLst>
                <a:gd name="connsiteX0" fmla="*/ 0 w 429898"/>
                <a:gd name="connsiteY0" fmla="*/ 323326 h 323326"/>
                <a:gd name="connsiteX1" fmla="*/ 429899 w 429898"/>
                <a:gd name="connsiteY1" fmla="*/ 323326 h 323326"/>
                <a:gd name="connsiteX2" fmla="*/ 429899 w 429898"/>
                <a:gd name="connsiteY2" fmla="*/ 0 h 323326"/>
                <a:gd name="connsiteX3" fmla="*/ 0 w 429898"/>
                <a:gd name="connsiteY3" fmla="*/ 0 h 323326"/>
                <a:gd name="connsiteX4" fmla="*/ 0 w 429898"/>
                <a:gd name="connsiteY4" fmla="*/ 323326 h 32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898" h="323326">
                  <a:moveTo>
                    <a:pt x="0" y="323326"/>
                  </a:moveTo>
                  <a:lnTo>
                    <a:pt x="429899" y="323326"/>
                  </a:lnTo>
                  <a:lnTo>
                    <a:pt x="429899" y="0"/>
                  </a:lnTo>
                  <a:lnTo>
                    <a:pt x="0" y="0"/>
                  </a:lnTo>
                  <a:lnTo>
                    <a:pt x="0" y="32332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B78BDA60-03F7-FA8E-82E1-20420C713381}"/>
                </a:ext>
              </a:extLst>
            </p:cNvPr>
            <p:cNvSpPr/>
            <p:nvPr/>
          </p:nvSpPr>
          <p:spPr>
            <a:xfrm>
              <a:off x="3197442" y="4244537"/>
              <a:ext cx="19597" cy="144017"/>
            </a:xfrm>
            <a:custGeom>
              <a:avLst/>
              <a:gdLst>
                <a:gd name="connsiteX0" fmla="*/ 0 w 19597"/>
                <a:gd name="connsiteY0" fmla="*/ 119515 h 144017"/>
                <a:gd name="connsiteX1" fmla="*/ 19598 w 19597"/>
                <a:gd name="connsiteY1" fmla="*/ 119515 h 144017"/>
                <a:gd name="connsiteX2" fmla="*/ 19598 w 19597"/>
                <a:gd name="connsiteY2" fmla="*/ 144018 h 144017"/>
                <a:gd name="connsiteX3" fmla="*/ 0 w 19597"/>
                <a:gd name="connsiteY3" fmla="*/ 144018 h 144017"/>
                <a:gd name="connsiteX4" fmla="*/ 0 w 19597"/>
                <a:gd name="connsiteY4" fmla="*/ 119515 h 144017"/>
                <a:gd name="connsiteX5" fmla="*/ 0 w 19597"/>
                <a:gd name="connsiteY5" fmla="*/ 0 h 144017"/>
                <a:gd name="connsiteX6" fmla="*/ 19598 w 19597"/>
                <a:gd name="connsiteY6" fmla="*/ 0 h 144017"/>
                <a:gd name="connsiteX7" fmla="*/ 19598 w 19597"/>
                <a:gd name="connsiteY7" fmla="*/ 63175 h 144017"/>
                <a:gd name="connsiteX8" fmla="*/ 17669 w 19597"/>
                <a:gd name="connsiteY8" fmla="*/ 97607 h 144017"/>
                <a:gd name="connsiteX9" fmla="*/ 2024 w 19597"/>
                <a:gd name="connsiteY9" fmla="*/ 97607 h 144017"/>
                <a:gd name="connsiteX10" fmla="*/ 0 w 19597"/>
                <a:gd name="connsiteY10" fmla="*/ 63175 h 144017"/>
                <a:gd name="connsiteX11" fmla="*/ 0 w 19597"/>
                <a:gd name="connsiteY11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597" h="144017">
                  <a:moveTo>
                    <a:pt x="0" y="119515"/>
                  </a:moveTo>
                  <a:lnTo>
                    <a:pt x="19598" y="119515"/>
                  </a:lnTo>
                  <a:lnTo>
                    <a:pt x="19598" y="144018"/>
                  </a:lnTo>
                  <a:lnTo>
                    <a:pt x="0" y="144018"/>
                  </a:lnTo>
                  <a:lnTo>
                    <a:pt x="0" y="119515"/>
                  </a:lnTo>
                  <a:moveTo>
                    <a:pt x="0" y="0"/>
                  </a:moveTo>
                  <a:lnTo>
                    <a:pt x="19598" y="0"/>
                  </a:lnTo>
                  <a:lnTo>
                    <a:pt x="19598" y="63175"/>
                  </a:lnTo>
                  <a:lnTo>
                    <a:pt x="17669" y="97607"/>
                  </a:lnTo>
                  <a:lnTo>
                    <a:pt x="2024" y="97607"/>
                  </a:lnTo>
                  <a:lnTo>
                    <a:pt x="0" y="63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DDC85D23-DC31-F96A-8819-97B575C77E4A}"/>
              </a:ext>
            </a:extLst>
          </p:cNvPr>
          <p:cNvGrpSpPr/>
          <p:nvPr/>
        </p:nvGrpSpPr>
        <p:grpSpPr>
          <a:xfrm>
            <a:off x="3258686" y="4507917"/>
            <a:ext cx="230029" cy="64055"/>
            <a:chOff x="3435091" y="4122903"/>
            <a:chExt cx="230029" cy="64055"/>
          </a:xfrm>
        </p:grpSpPr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56F56232-AB2F-5DED-85FE-707508994F8D}"/>
                </a:ext>
              </a:extLst>
            </p:cNvPr>
            <p:cNvSpPr/>
            <p:nvPr/>
          </p:nvSpPr>
          <p:spPr>
            <a:xfrm>
              <a:off x="3435091" y="4122903"/>
              <a:ext cx="42671" cy="64055"/>
            </a:xfrm>
            <a:custGeom>
              <a:avLst/>
              <a:gdLst>
                <a:gd name="connsiteX0" fmla="*/ 21336 w 42671"/>
                <a:gd name="connsiteY0" fmla="*/ 6620 h 64055"/>
                <a:gd name="connsiteX1" fmla="*/ 11621 w 42671"/>
                <a:gd name="connsiteY1" fmla="*/ 12978 h 64055"/>
                <a:gd name="connsiteX2" fmla="*/ 8406 w 42671"/>
                <a:gd name="connsiteY2" fmla="*/ 32052 h 64055"/>
                <a:gd name="connsiteX3" fmla="*/ 11621 w 42671"/>
                <a:gd name="connsiteY3" fmla="*/ 51102 h 64055"/>
                <a:gd name="connsiteX4" fmla="*/ 21336 w 42671"/>
                <a:gd name="connsiteY4" fmla="*/ 57436 h 64055"/>
                <a:gd name="connsiteX5" fmla="*/ 31051 w 42671"/>
                <a:gd name="connsiteY5" fmla="*/ 51102 h 64055"/>
                <a:gd name="connsiteX6" fmla="*/ 34314 w 42671"/>
                <a:gd name="connsiteY6" fmla="*/ 32052 h 64055"/>
                <a:gd name="connsiteX7" fmla="*/ 31051 w 42671"/>
                <a:gd name="connsiteY7" fmla="*/ 12978 h 64055"/>
                <a:gd name="connsiteX8" fmla="*/ 21336 w 42671"/>
                <a:gd name="connsiteY8" fmla="*/ 6620 h 64055"/>
                <a:gd name="connsiteX9" fmla="*/ 21336 w 42671"/>
                <a:gd name="connsiteY9" fmla="*/ 0 h 64055"/>
                <a:gd name="connsiteX10" fmla="*/ 37171 w 42671"/>
                <a:gd name="connsiteY10" fmla="*/ 8239 h 64055"/>
                <a:gd name="connsiteX11" fmla="*/ 42672 w 42671"/>
                <a:gd name="connsiteY11" fmla="*/ 32052 h 64055"/>
                <a:gd name="connsiteX12" fmla="*/ 37171 w 42671"/>
                <a:gd name="connsiteY12" fmla="*/ 55864 h 64055"/>
                <a:gd name="connsiteX13" fmla="*/ 21336 w 42671"/>
                <a:gd name="connsiteY13" fmla="*/ 64056 h 64055"/>
                <a:gd name="connsiteX14" fmla="*/ 5453 w 42671"/>
                <a:gd name="connsiteY14" fmla="*/ 55864 h 64055"/>
                <a:gd name="connsiteX15" fmla="*/ 0 w 42671"/>
                <a:gd name="connsiteY15" fmla="*/ 32052 h 64055"/>
                <a:gd name="connsiteX16" fmla="*/ 5453 w 42671"/>
                <a:gd name="connsiteY16" fmla="*/ 8239 h 64055"/>
                <a:gd name="connsiteX17" fmla="*/ 21336 w 42671"/>
                <a:gd name="connsiteY17" fmla="*/ 0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1" h="64055">
                  <a:moveTo>
                    <a:pt x="21336" y="6620"/>
                  </a:moveTo>
                  <a:cubicBezTo>
                    <a:pt x="17026" y="6620"/>
                    <a:pt x="13787" y="8739"/>
                    <a:pt x="11621" y="12978"/>
                  </a:cubicBezTo>
                  <a:cubicBezTo>
                    <a:pt x="9477" y="17193"/>
                    <a:pt x="8406" y="23551"/>
                    <a:pt x="8406" y="32052"/>
                  </a:cubicBezTo>
                  <a:cubicBezTo>
                    <a:pt x="8406" y="40505"/>
                    <a:pt x="9477" y="46863"/>
                    <a:pt x="11621" y="51102"/>
                  </a:cubicBezTo>
                  <a:cubicBezTo>
                    <a:pt x="13787" y="55316"/>
                    <a:pt x="17026" y="57436"/>
                    <a:pt x="21336" y="57436"/>
                  </a:cubicBezTo>
                  <a:cubicBezTo>
                    <a:pt x="25670" y="57436"/>
                    <a:pt x="28908" y="55316"/>
                    <a:pt x="31051" y="51102"/>
                  </a:cubicBezTo>
                  <a:cubicBezTo>
                    <a:pt x="33218" y="46863"/>
                    <a:pt x="34314" y="40505"/>
                    <a:pt x="34314" y="32052"/>
                  </a:cubicBezTo>
                  <a:cubicBezTo>
                    <a:pt x="34314" y="23551"/>
                    <a:pt x="33218" y="17193"/>
                    <a:pt x="31051" y="12978"/>
                  </a:cubicBezTo>
                  <a:cubicBezTo>
                    <a:pt x="28908" y="8739"/>
                    <a:pt x="25670" y="6620"/>
                    <a:pt x="21336" y="6620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1" y="8239"/>
                  </a:cubicBezTo>
                  <a:cubicBezTo>
                    <a:pt x="40838" y="13692"/>
                    <a:pt x="42672" y="21645"/>
                    <a:pt x="42672" y="32052"/>
                  </a:cubicBezTo>
                  <a:cubicBezTo>
                    <a:pt x="42672" y="42434"/>
                    <a:pt x="40838" y="50363"/>
                    <a:pt x="37171" y="55864"/>
                  </a:cubicBezTo>
                  <a:cubicBezTo>
                    <a:pt x="33528" y="61317"/>
                    <a:pt x="28265" y="64056"/>
                    <a:pt x="21336" y="64056"/>
                  </a:cubicBezTo>
                  <a:cubicBezTo>
                    <a:pt x="14406" y="64056"/>
                    <a:pt x="9120" y="61317"/>
                    <a:pt x="5453" y="55864"/>
                  </a:cubicBezTo>
                  <a:cubicBezTo>
                    <a:pt x="1810" y="50363"/>
                    <a:pt x="0" y="42434"/>
                    <a:pt x="0" y="32052"/>
                  </a:cubicBezTo>
                  <a:cubicBezTo>
                    <a:pt x="0" y="21645"/>
                    <a:pt x="1810" y="13692"/>
                    <a:pt x="5453" y="8239"/>
                  </a:cubicBezTo>
                  <a:cubicBezTo>
                    <a:pt x="9120" y="2738"/>
                    <a:pt x="14406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B4411EBE-8574-A5F2-C872-FCCE0E4F9148}"/>
                </a:ext>
              </a:extLst>
            </p:cNvPr>
            <p:cNvSpPr/>
            <p:nvPr/>
          </p:nvSpPr>
          <p:spPr>
            <a:xfrm>
              <a:off x="3492432" y="4175243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9048F5F1-A522-8105-7E9C-90B5DE927D63}"/>
                </a:ext>
              </a:extLst>
            </p:cNvPr>
            <p:cNvSpPr/>
            <p:nvPr/>
          </p:nvSpPr>
          <p:spPr>
            <a:xfrm>
              <a:off x="3516744" y="4122903"/>
              <a:ext cx="40624" cy="64055"/>
            </a:xfrm>
            <a:custGeom>
              <a:avLst/>
              <a:gdLst>
                <a:gd name="connsiteX0" fmla="*/ 27908 w 40624"/>
                <a:gd name="connsiteY0" fmla="*/ 29575 h 64055"/>
                <a:gd name="connsiteX1" fmla="*/ 37243 w 40624"/>
                <a:gd name="connsiteY1" fmla="*/ 34909 h 64055"/>
                <a:gd name="connsiteX2" fmla="*/ 40624 w 40624"/>
                <a:gd name="connsiteY2" fmla="*/ 44910 h 64055"/>
                <a:gd name="connsiteX3" fmla="*/ 34362 w 40624"/>
                <a:gd name="connsiteY3" fmla="*/ 59031 h 64055"/>
                <a:gd name="connsiteX4" fmla="*/ 16502 w 40624"/>
                <a:gd name="connsiteY4" fmla="*/ 64056 h 64055"/>
                <a:gd name="connsiteX5" fmla="*/ 8477 w 40624"/>
                <a:gd name="connsiteY5" fmla="*/ 63270 h 64055"/>
                <a:gd name="connsiteX6" fmla="*/ 0 w 40624"/>
                <a:gd name="connsiteY6" fmla="*/ 60984 h 64055"/>
                <a:gd name="connsiteX7" fmla="*/ 0 w 40624"/>
                <a:gd name="connsiteY7" fmla="*/ 52935 h 64055"/>
                <a:gd name="connsiteX8" fmla="*/ 7596 w 40624"/>
                <a:gd name="connsiteY8" fmla="*/ 55983 h 64055"/>
                <a:gd name="connsiteX9" fmla="*/ 16240 w 40624"/>
                <a:gd name="connsiteY9" fmla="*/ 57007 h 64055"/>
                <a:gd name="connsiteX10" fmla="*/ 28194 w 40624"/>
                <a:gd name="connsiteY10" fmla="*/ 53912 h 64055"/>
                <a:gd name="connsiteX11" fmla="*/ 32338 w 40624"/>
                <a:gd name="connsiteY11" fmla="*/ 44910 h 64055"/>
                <a:gd name="connsiteX12" fmla="*/ 28480 w 40624"/>
                <a:gd name="connsiteY12" fmla="*/ 36386 h 64055"/>
                <a:gd name="connsiteX13" fmla="*/ 17859 w 40624"/>
                <a:gd name="connsiteY13" fmla="*/ 33290 h 64055"/>
                <a:gd name="connsiteX14" fmla="*/ 10668 w 40624"/>
                <a:gd name="connsiteY14" fmla="*/ 33290 h 64055"/>
                <a:gd name="connsiteX15" fmla="*/ 10668 w 40624"/>
                <a:gd name="connsiteY15" fmla="*/ 26432 h 64055"/>
                <a:gd name="connsiteX16" fmla="*/ 18193 w 40624"/>
                <a:gd name="connsiteY16" fmla="*/ 26432 h 64055"/>
                <a:gd name="connsiteX17" fmla="*/ 27623 w 40624"/>
                <a:gd name="connsiteY17" fmla="*/ 23979 h 64055"/>
                <a:gd name="connsiteX18" fmla="*/ 30885 w 40624"/>
                <a:gd name="connsiteY18" fmla="*/ 16883 h 64055"/>
                <a:gd name="connsiteX19" fmla="*/ 27480 w 40624"/>
                <a:gd name="connsiteY19" fmla="*/ 9597 h 64055"/>
                <a:gd name="connsiteX20" fmla="*/ 17859 w 40624"/>
                <a:gd name="connsiteY20" fmla="*/ 7025 h 64055"/>
                <a:gd name="connsiteX21" fmla="*/ 10501 w 40624"/>
                <a:gd name="connsiteY21" fmla="*/ 7787 h 64055"/>
                <a:gd name="connsiteX22" fmla="*/ 1857 w 40624"/>
                <a:gd name="connsiteY22" fmla="*/ 10096 h 64055"/>
                <a:gd name="connsiteX23" fmla="*/ 1857 w 40624"/>
                <a:gd name="connsiteY23" fmla="*/ 2643 h 64055"/>
                <a:gd name="connsiteX24" fmla="*/ 10739 w 40624"/>
                <a:gd name="connsiteY24" fmla="*/ 667 h 64055"/>
                <a:gd name="connsiteX25" fmla="*/ 18598 w 40624"/>
                <a:gd name="connsiteY25" fmla="*/ 0 h 64055"/>
                <a:gd name="connsiteX26" fmla="*/ 33647 w 40624"/>
                <a:gd name="connsiteY26" fmla="*/ 4358 h 64055"/>
                <a:gd name="connsiteX27" fmla="*/ 39196 w 40624"/>
                <a:gd name="connsiteY27" fmla="*/ 16002 h 64055"/>
                <a:gd name="connsiteX28" fmla="*/ 36243 w 40624"/>
                <a:gd name="connsiteY28" fmla="*/ 24694 h 64055"/>
                <a:gd name="connsiteX29" fmla="*/ 27908 w 40624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24" h="64055">
                  <a:moveTo>
                    <a:pt x="27908" y="29575"/>
                  </a:moveTo>
                  <a:cubicBezTo>
                    <a:pt x="31909" y="30409"/>
                    <a:pt x="35028" y="32195"/>
                    <a:pt x="37243" y="34909"/>
                  </a:cubicBezTo>
                  <a:cubicBezTo>
                    <a:pt x="39505" y="37600"/>
                    <a:pt x="40624" y="40934"/>
                    <a:pt x="40624" y="44910"/>
                  </a:cubicBezTo>
                  <a:cubicBezTo>
                    <a:pt x="40624" y="50983"/>
                    <a:pt x="38529" y="55697"/>
                    <a:pt x="34362" y="59031"/>
                  </a:cubicBezTo>
                  <a:cubicBezTo>
                    <a:pt x="30171" y="62389"/>
                    <a:pt x="24217" y="64056"/>
                    <a:pt x="16502" y="64056"/>
                  </a:cubicBezTo>
                  <a:cubicBezTo>
                    <a:pt x="13907" y="64056"/>
                    <a:pt x="11216" y="63794"/>
                    <a:pt x="8477" y="63270"/>
                  </a:cubicBezTo>
                  <a:cubicBezTo>
                    <a:pt x="5739" y="62770"/>
                    <a:pt x="2929" y="62008"/>
                    <a:pt x="0" y="60984"/>
                  </a:cubicBezTo>
                  <a:lnTo>
                    <a:pt x="0" y="52935"/>
                  </a:lnTo>
                  <a:cubicBezTo>
                    <a:pt x="2310" y="54293"/>
                    <a:pt x="4858" y="55293"/>
                    <a:pt x="7596" y="55983"/>
                  </a:cubicBezTo>
                  <a:cubicBezTo>
                    <a:pt x="10359" y="56674"/>
                    <a:pt x="13240" y="57007"/>
                    <a:pt x="16240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8" y="48839"/>
                    <a:pt x="32338" y="44910"/>
                  </a:cubicBezTo>
                  <a:cubicBezTo>
                    <a:pt x="32338" y="41267"/>
                    <a:pt x="31052" y="38433"/>
                    <a:pt x="28480" y="36386"/>
                  </a:cubicBezTo>
                  <a:cubicBezTo>
                    <a:pt x="25932" y="34314"/>
                    <a:pt x="22408" y="33290"/>
                    <a:pt x="17859" y="33290"/>
                  </a:cubicBezTo>
                  <a:lnTo>
                    <a:pt x="10668" y="33290"/>
                  </a:lnTo>
                  <a:lnTo>
                    <a:pt x="10668" y="26432"/>
                  </a:lnTo>
                  <a:lnTo>
                    <a:pt x="18193" y="26432"/>
                  </a:lnTo>
                  <a:cubicBezTo>
                    <a:pt x="22289" y="26432"/>
                    <a:pt x="25432" y="25622"/>
                    <a:pt x="27623" y="23979"/>
                  </a:cubicBezTo>
                  <a:cubicBezTo>
                    <a:pt x="29789" y="22336"/>
                    <a:pt x="30885" y="19955"/>
                    <a:pt x="30885" y="16883"/>
                  </a:cubicBezTo>
                  <a:cubicBezTo>
                    <a:pt x="30885" y="13716"/>
                    <a:pt x="29742" y="11287"/>
                    <a:pt x="27480" y="9597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86"/>
                    <a:pt x="10501" y="7787"/>
                  </a:cubicBezTo>
                  <a:cubicBezTo>
                    <a:pt x="7882" y="8287"/>
                    <a:pt x="5001" y="9049"/>
                    <a:pt x="1857" y="10096"/>
                  </a:cubicBezTo>
                  <a:lnTo>
                    <a:pt x="1857" y="2643"/>
                  </a:lnTo>
                  <a:cubicBezTo>
                    <a:pt x="5025" y="1762"/>
                    <a:pt x="8001" y="1119"/>
                    <a:pt x="10739" y="667"/>
                  </a:cubicBezTo>
                  <a:cubicBezTo>
                    <a:pt x="13526" y="214"/>
                    <a:pt x="16145" y="0"/>
                    <a:pt x="18598" y="0"/>
                  </a:cubicBezTo>
                  <a:cubicBezTo>
                    <a:pt x="24932" y="0"/>
                    <a:pt x="29956" y="1453"/>
                    <a:pt x="33647" y="4358"/>
                  </a:cubicBezTo>
                  <a:cubicBezTo>
                    <a:pt x="37338" y="7215"/>
                    <a:pt x="39196" y="11097"/>
                    <a:pt x="39196" y="16002"/>
                  </a:cubicBezTo>
                  <a:cubicBezTo>
                    <a:pt x="39196" y="19407"/>
                    <a:pt x="38219" y="22312"/>
                    <a:pt x="36243" y="24694"/>
                  </a:cubicBezTo>
                  <a:cubicBezTo>
                    <a:pt x="34290" y="27027"/>
                    <a:pt x="31504" y="28647"/>
                    <a:pt x="27908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716E2B8E-CF09-C086-B37B-C6A446AEEF3C}"/>
                </a:ext>
              </a:extLst>
            </p:cNvPr>
            <p:cNvSpPr/>
            <p:nvPr/>
          </p:nvSpPr>
          <p:spPr>
            <a:xfrm>
              <a:off x="3568298" y="4124022"/>
              <a:ext cx="44981" cy="61722"/>
            </a:xfrm>
            <a:custGeom>
              <a:avLst/>
              <a:gdLst>
                <a:gd name="connsiteX0" fmla="*/ 27861 w 44981"/>
                <a:gd name="connsiteY0" fmla="*/ 7287 h 61722"/>
                <a:gd name="connsiteX1" fmla="*/ 6787 w 44981"/>
                <a:gd name="connsiteY1" fmla="*/ 40219 h 61722"/>
                <a:gd name="connsiteX2" fmla="*/ 27861 w 44981"/>
                <a:gd name="connsiteY2" fmla="*/ 40219 h 61722"/>
                <a:gd name="connsiteX3" fmla="*/ 27861 w 44981"/>
                <a:gd name="connsiteY3" fmla="*/ 7287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19 h 61722"/>
                <a:gd name="connsiteX7" fmla="*/ 44982 w 44981"/>
                <a:gd name="connsiteY7" fmla="*/ 40219 h 61722"/>
                <a:gd name="connsiteX8" fmla="*/ 44982 w 44981"/>
                <a:gd name="connsiteY8" fmla="*/ 47173 h 61722"/>
                <a:gd name="connsiteX9" fmla="*/ 36171 w 44981"/>
                <a:gd name="connsiteY9" fmla="*/ 47173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3 h 61722"/>
                <a:gd name="connsiteX13" fmla="*/ 0 w 44981"/>
                <a:gd name="connsiteY13" fmla="*/ 47173 h 61722"/>
                <a:gd name="connsiteX14" fmla="*/ 0 w 44981"/>
                <a:gd name="connsiteY14" fmla="*/ 39124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87"/>
                  </a:moveTo>
                  <a:lnTo>
                    <a:pt x="6787" y="40219"/>
                  </a:lnTo>
                  <a:lnTo>
                    <a:pt x="27861" y="40219"/>
                  </a:lnTo>
                  <a:lnTo>
                    <a:pt x="27861" y="728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19"/>
                  </a:lnTo>
                  <a:lnTo>
                    <a:pt x="44982" y="40219"/>
                  </a:lnTo>
                  <a:lnTo>
                    <a:pt x="44982" y="47173"/>
                  </a:lnTo>
                  <a:lnTo>
                    <a:pt x="36171" y="47173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3"/>
                  </a:lnTo>
                  <a:lnTo>
                    <a:pt x="0" y="47173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AA7413F9-7A3A-F526-FAAC-FC949E678E21}"/>
                </a:ext>
              </a:extLst>
            </p:cNvPr>
            <p:cNvSpPr/>
            <p:nvPr/>
          </p:nvSpPr>
          <p:spPr>
            <a:xfrm>
              <a:off x="3624472" y="4122903"/>
              <a:ext cx="40648" cy="64055"/>
            </a:xfrm>
            <a:custGeom>
              <a:avLst/>
              <a:gdLst>
                <a:gd name="connsiteX0" fmla="*/ 27908 w 40648"/>
                <a:gd name="connsiteY0" fmla="*/ 29575 h 64055"/>
                <a:gd name="connsiteX1" fmla="*/ 37243 w 40648"/>
                <a:gd name="connsiteY1" fmla="*/ 34909 h 64055"/>
                <a:gd name="connsiteX2" fmla="*/ 40648 w 40648"/>
                <a:gd name="connsiteY2" fmla="*/ 44910 h 64055"/>
                <a:gd name="connsiteX3" fmla="*/ 34362 w 40648"/>
                <a:gd name="connsiteY3" fmla="*/ 59031 h 64055"/>
                <a:gd name="connsiteX4" fmla="*/ 16502 w 40648"/>
                <a:gd name="connsiteY4" fmla="*/ 64056 h 64055"/>
                <a:gd name="connsiteX5" fmla="*/ 8477 w 40648"/>
                <a:gd name="connsiteY5" fmla="*/ 63270 h 64055"/>
                <a:gd name="connsiteX6" fmla="*/ 0 w 40648"/>
                <a:gd name="connsiteY6" fmla="*/ 60984 h 64055"/>
                <a:gd name="connsiteX7" fmla="*/ 0 w 40648"/>
                <a:gd name="connsiteY7" fmla="*/ 52935 h 64055"/>
                <a:gd name="connsiteX8" fmla="*/ 7620 w 40648"/>
                <a:gd name="connsiteY8" fmla="*/ 55983 h 64055"/>
                <a:gd name="connsiteX9" fmla="*/ 16240 w 40648"/>
                <a:gd name="connsiteY9" fmla="*/ 57007 h 64055"/>
                <a:gd name="connsiteX10" fmla="*/ 28194 w 40648"/>
                <a:gd name="connsiteY10" fmla="*/ 53912 h 64055"/>
                <a:gd name="connsiteX11" fmla="*/ 32338 w 40648"/>
                <a:gd name="connsiteY11" fmla="*/ 44910 h 64055"/>
                <a:gd name="connsiteX12" fmla="*/ 28480 w 40648"/>
                <a:gd name="connsiteY12" fmla="*/ 36386 h 64055"/>
                <a:gd name="connsiteX13" fmla="*/ 17859 w 40648"/>
                <a:gd name="connsiteY13" fmla="*/ 33290 h 64055"/>
                <a:gd name="connsiteX14" fmla="*/ 10668 w 40648"/>
                <a:gd name="connsiteY14" fmla="*/ 33290 h 64055"/>
                <a:gd name="connsiteX15" fmla="*/ 10668 w 40648"/>
                <a:gd name="connsiteY15" fmla="*/ 26432 h 64055"/>
                <a:gd name="connsiteX16" fmla="*/ 18193 w 40648"/>
                <a:gd name="connsiteY16" fmla="*/ 26432 h 64055"/>
                <a:gd name="connsiteX17" fmla="*/ 27623 w 40648"/>
                <a:gd name="connsiteY17" fmla="*/ 23979 h 64055"/>
                <a:gd name="connsiteX18" fmla="*/ 30885 w 40648"/>
                <a:gd name="connsiteY18" fmla="*/ 16883 h 64055"/>
                <a:gd name="connsiteX19" fmla="*/ 27504 w 40648"/>
                <a:gd name="connsiteY19" fmla="*/ 9597 h 64055"/>
                <a:gd name="connsiteX20" fmla="*/ 17859 w 40648"/>
                <a:gd name="connsiteY20" fmla="*/ 7025 h 64055"/>
                <a:gd name="connsiteX21" fmla="*/ 10501 w 40648"/>
                <a:gd name="connsiteY21" fmla="*/ 7787 h 64055"/>
                <a:gd name="connsiteX22" fmla="*/ 1857 w 40648"/>
                <a:gd name="connsiteY22" fmla="*/ 10096 h 64055"/>
                <a:gd name="connsiteX23" fmla="*/ 1857 w 40648"/>
                <a:gd name="connsiteY23" fmla="*/ 2643 h 64055"/>
                <a:gd name="connsiteX24" fmla="*/ 10763 w 40648"/>
                <a:gd name="connsiteY24" fmla="*/ 667 h 64055"/>
                <a:gd name="connsiteX25" fmla="*/ 18598 w 40648"/>
                <a:gd name="connsiteY25" fmla="*/ 0 h 64055"/>
                <a:gd name="connsiteX26" fmla="*/ 33647 w 40648"/>
                <a:gd name="connsiteY26" fmla="*/ 4358 h 64055"/>
                <a:gd name="connsiteX27" fmla="*/ 39196 w 40648"/>
                <a:gd name="connsiteY27" fmla="*/ 16002 h 64055"/>
                <a:gd name="connsiteX28" fmla="*/ 36267 w 40648"/>
                <a:gd name="connsiteY28" fmla="*/ 24694 h 64055"/>
                <a:gd name="connsiteX29" fmla="*/ 27908 w 40648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55">
                  <a:moveTo>
                    <a:pt x="27908" y="29575"/>
                  </a:moveTo>
                  <a:cubicBezTo>
                    <a:pt x="31909" y="30409"/>
                    <a:pt x="35028" y="32195"/>
                    <a:pt x="37243" y="34909"/>
                  </a:cubicBezTo>
                  <a:cubicBezTo>
                    <a:pt x="39505" y="37600"/>
                    <a:pt x="40648" y="40934"/>
                    <a:pt x="40648" y="44910"/>
                  </a:cubicBezTo>
                  <a:cubicBezTo>
                    <a:pt x="40648" y="50983"/>
                    <a:pt x="38553" y="55697"/>
                    <a:pt x="34362" y="59031"/>
                  </a:cubicBezTo>
                  <a:cubicBezTo>
                    <a:pt x="30171" y="62389"/>
                    <a:pt x="24217" y="64056"/>
                    <a:pt x="16502" y="64056"/>
                  </a:cubicBezTo>
                  <a:cubicBezTo>
                    <a:pt x="13907" y="64056"/>
                    <a:pt x="11240" y="63794"/>
                    <a:pt x="8477" y="63270"/>
                  </a:cubicBezTo>
                  <a:cubicBezTo>
                    <a:pt x="5739" y="62770"/>
                    <a:pt x="2929" y="62008"/>
                    <a:pt x="0" y="60984"/>
                  </a:cubicBezTo>
                  <a:lnTo>
                    <a:pt x="0" y="52935"/>
                  </a:lnTo>
                  <a:cubicBezTo>
                    <a:pt x="2310" y="54293"/>
                    <a:pt x="4858" y="55293"/>
                    <a:pt x="7620" y="55983"/>
                  </a:cubicBezTo>
                  <a:cubicBezTo>
                    <a:pt x="10359" y="56674"/>
                    <a:pt x="13240" y="57007"/>
                    <a:pt x="16240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8" y="48839"/>
                    <a:pt x="32338" y="44910"/>
                  </a:cubicBezTo>
                  <a:cubicBezTo>
                    <a:pt x="32338" y="41267"/>
                    <a:pt x="31052" y="38433"/>
                    <a:pt x="28480" y="36386"/>
                  </a:cubicBezTo>
                  <a:cubicBezTo>
                    <a:pt x="25956" y="34314"/>
                    <a:pt x="22408" y="33290"/>
                    <a:pt x="17859" y="33290"/>
                  </a:cubicBezTo>
                  <a:lnTo>
                    <a:pt x="10668" y="33290"/>
                  </a:lnTo>
                  <a:lnTo>
                    <a:pt x="10668" y="26432"/>
                  </a:lnTo>
                  <a:lnTo>
                    <a:pt x="18193" y="26432"/>
                  </a:lnTo>
                  <a:cubicBezTo>
                    <a:pt x="22313" y="26432"/>
                    <a:pt x="25456" y="25622"/>
                    <a:pt x="27623" y="23979"/>
                  </a:cubicBezTo>
                  <a:cubicBezTo>
                    <a:pt x="29789" y="22336"/>
                    <a:pt x="30885" y="19955"/>
                    <a:pt x="30885" y="16883"/>
                  </a:cubicBezTo>
                  <a:cubicBezTo>
                    <a:pt x="30885" y="13716"/>
                    <a:pt x="29766" y="11287"/>
                    <a:pt x="27504" y="9597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86"/>
                    <a:pt x="10501" y="7787"/>
                  </a:cubicBezTo>
                  <a:cubicBezTo>
                    <a:pt x="7882" y="8287"/>
                    <a:pt x="5001" y="9049"/>
                    <a:pt x="1857" y="10096"/>
                  </a:cubicBezTo>
                  <a:lnTo>
                    <a:pt x="1857" y="2643"/>
                  </a:lnTo>
                  <a:cubicBezTo>
                    <a:pt x="5025" y="1762"/>
                    <a:pt x="8001" y="1119"/>
                    <a:pt x="10763" y="667"/>
                  </a:cubicBezTo>
                  <a:cubicBezTo>
                    <a:pt x="13549" y="214"/>
                    <a:pt x="16145" y="0"/>
                    <a:pt x="18598" y="0"/>
                  </a:cubicBezTo>
                  <a:cubicBezTo>
                    <a:pt x="24956" y="0"/>
                    <a:pt x="29956" y="1453"/>
                    <a:pt x="33647" y="4358"/>
                  </a:cubicBezTo>
                  <a:cubicBezTo>
                    <a:pt x="37338" y="7215"/>
                    <a:pt x="39196" y="11097"/>
                    <a:pt x="39196" y="16002"/>
                  </a:cubicBezTo>
                  <a:cubicBezTo>
                    <a:pt x="39196" y="19407"/>
                    <a:pt x="38219" y="22312"/>
                    <a:pt x="36267" y="24694"/>
                  </a:cubicBezTo>
                  <a:cubicBezTo>
                    <a:pt x="34290" y="27027"/>
                    <a:pt x="31504" y="28647"/>
                    <a:pt x="27908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0" name="Freeform 19">
            <a:extLst>
              <a:ext uri="{FF2B5EF4-FFF2-40B4-BE49-F238E27FC236}">
                <a16:creationId xmlns:a16="http://schemas.microsoft.com/office/drawing/2014/main" id="{C70DD66F-FE2F-7C80-A537-E2A812B4ADC7}"/>
              </a:ext>
            </a:extLst>
          </p:cNvPr>
          <p:cNvSpPr/>
          <p:nvPr/>
        </p:nvSpPr>
        <p:spPr>
          <a:xfrm>
            <a:off x="2784885" y="3893269"/>
            <a:ext cx="429898" cy="646628"/>
          </a:xfrm>
          <a:custGeom>
            <a:avLst/>
            <a:gdLst>
              <a:gd name="connsiteX0" fmla="*/ 0 w 429898"/>
              <a:gd name="connsiteY0" fmla="*/ 646628 h 646628"/>
              <a:gd name="connsiteX1" fmla="*/ 429899 w 429898"/>
              <a:gd name="connsiteY1" fmla="*/ 646628 h 646628"/>
              <a:gd name="connsiteX2" fmla="*/ 429899 w 429898"/>
              <a:gd name="connsiteY2" fmla="*/ 0 h 646628"/>
              <a:gd name="connsiteX3" fmla="*/ 0 w 429898"/>
              <a:gd name="connsiteY3" fmla="*/ 0 h 646628"/>
              <a:gd name="connsiteX4" fmla="*/ 0 w 429898"/>
              <a:gd name="connsiteY4" fmla="*/ 646628 h 64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898" h="646628">
                <a:moveTo>
                  <a:pt x="0" y="646628"/>
                </a:moveTo>
                <a:lnTo>
                  <a:pt x="429899" y="646628"/>
                </a:lnTo>
                <a:lnTo>
                  <a:pt x="429899" y="0"/>
                </a:lnTo>
                <a:lnTo>
                  <a:pt x="0" y="0"/>
                </a:lnTo>
                <a:lnTo>
                  <a:pt x="0" y="646628"/>
                </a:lnTo>
              </a:path>
            </a:pathLst>
          </a:custGeom>
          <a:solidFill>
            <a:schemeClr val="bg1"/>
          </a:solidFill>
          <a:ln w="1905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7DEB9361-70FF-293D-61E6-CDCEB14D596F}"/>
              </a:ext>
            </a:extLst>
          </p:cNvPr>
          <p:cNvSpPr/>
          <p:nvPr/>
        </p:nvSpPr>
        <p:spPr>
          <a:xfrm>
            <a:off x="2955037" y="4144586"/>
            <a:ext cx="89606" cy="144017"/>
          </a:xfrm>
          <a:custGeom>
            <a:avLst/>
            <a:gdLst>
              <a:gd name="connsiteX0" fmla="*/ 0 w 89606"/>
              <a:gd name="connsiteY0" fmla="*/ 0 h 144017"/>
              <a:gd name="connsiteX1" fmla="*/ 19478 w 89606"/>
              <a:gd name="connsiteY1" fmla="*/ 0 h 144017"/>
              <a:gd name="connsiteX2" fmla="*/ 19478 w 89606"/>
              <a:gd name="connsiteY2" fmla="*/ 127611 h 144017"/>
              <a:gd name="connsiteX3" fmla="*/ 89606 w 89606"/>
              <a:gd name="connsiteY3" fmla="*/ 127611 h 144017"/>
              <a:gd name="connsiteX4" fmla="*/ 89606 w 89606"/>
              <a:gd name="connsiteY4" fmla="*/ 144018 h 144017"/>
              <a:gd name="connsiteX5" fmla="*/ 0 w 89606"/>
              <a:gd name="connsiteY5" fmla="*/ 144018 h 144017"/>
              <a:gd name="connsiteX6" fmla="*/ 0 w 89606"/>
              <a:gd name="connsiteY6" fmla="*/ 0 h 144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606" h="144017">
                <a:moveTo>
                  <a:pt x="0" y="0"/>
                </a:moveTo>
                <a:lnTo>
                  <a:pt x="19478" y="0"/>
                </a:lnTo>
                <a:lnTo>
                  <a:pt x="19478" y="127611"/>
                </a:lnTo>
                <a:lnTo>
                  <a:pt x="89606" y="127611"/>
                </a:lnTo>
                <a:lnTo>
                  <a:pt x="89606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71" name="Group 270">
            <a:extLst>
              <a:ext uri="{FF2B5EF4-FFF2-40B4-BE49-F238E27FC236}">
                <a16:creationId xmlns:a16="http://schemas.microsoft.com/office/drawing/2014/main" id="{885C1CFC-8848-E7E1-E39A-C16E4CBFA6A3}"/>
              </a:ext>
            </a:extLst>
          </p:cNvPr>
          <p:cNvGrpSpPr/>
          <p:nvPr/>
        </p:nvGrpSpPr>
        <p:grpSpPr>
          <a:xfrm>
            <a:off x="3258686" y="3861312"/>
            <a:ext cx="230862" cy="64031"/>
            <a:chOff x="3435091" y="3476298"/>
            <a:chExt cx="230862" cy="64031"/>
          </a:xfrm>
        </p:grpSpPr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B58CD11D-A4FD-246B-FA7E-40B6DCB83CD2}"/>
                </a:ext>
              </a:extLst>
            </p:cNvPr>
            <p:cNvSpPr/>
            <p:nvPr/>
          </p:nvSpPr>
          <p:spPr>
            <a:xfrm>
              <a:off x="3435091" y="3476298"/>
              <a:ext cx="42671" cy="64031"/>
            </a:xfrm>
            <a:custGeom>
              <a:avLst/>
              <a:gdLst>
                <a:gd name="connsiteX0" fmla="*/ 21336 w 42671"/>
                <a:gd name="connsiteY0" fmla="*/ 6596 h 64031"/>
                <a:gd name="connsiteX1" fmla="*/ 11621 w 42671"/>
                <a:gd name="connsiteY1" fmla="*/ 12978 h 64031"/>
                <a:gd name="connsiteX2" fmla="*/ 8406 w 42671"/>
                <a:gd name="connsiteY2" fmla="*/ 32028 h 64031"/>
                <a:gd name="connsiteX3" fmla="*/ 11621 w 42671"/>
                <a:gd name="connsiteY3" fmla="*/ 51078 h 64031"/>
                <a:gd name="connsiteX4" fmla="*/ 21336 w 42671"/>
                <a:gd name="connsiteY4" fmla="*/ 57412 h 64031"/>
                <a:gd name="connsiteX5" fmla="*/ 31051 w 42671"/>
                <a:gd name="connsiteY5" fmla="*/ 51078 h 64031"/>
                <a:gd name="connsiteX6" fmla="*/ 34314 w 42671"/>
                <a:gd name="connsiteY6" fmla="*/ 32028 h 64031"/>
                <a:gd name="connsiteX7" fmla="*/ 31051 w 42671"/>
                <a:gd name="connsiteY7" fmla="*/ 12978 h 64031"/>
                <a:gd name="connsiteX8" fmla="*/ 21336 w 42671"/>
                <a:gd name="connsiteY8" fmla="*/ 6596 h 64031"/>
                <a:gd name="connsiteX9" fmla="*/ 21336 w 42671"/>
                <a:gd name="connsiteY9" fmla="*/ 0 h 64031"/>
                <a:gd name="connsiteX10" fmla="*/ 37171 w 42671"/>
                <a:gd name="connsiteY10" fmla="*/ 8215 h 64031"/>
                <a:gd name="connsiteX11" fmla="*/ 42672 w 42671"/>
                <a:gd name="connsiteY11" fmla="*/ 32028 h 64031"/>
                <a:gd name="connsiteX12" fmla="*/ 37171 w 42671"/>
                <a:gd name="connsiteY12" fmla="*/ 55840 h 64031"/>
                <a:gd name="connsiteX13" fmla="*/ 21336 w 42671"/>
                <a:gd name="connsiteY13" fmla="*/ 64032 h 64031"/>
                <a:gd name="connsiteX14" fmla="*/ 5453 w 42671"/>
                <a:gd name="connsiteY14" fmla="*/ 55840 h 64031"/>
                <a:gd name="connsiteX15" fmla="*/ 0 w 42671"/>
                <a:gd name="connsiteY15" fmla="*/ 32028 h 64031"/>
                <a:gd name="connsiteX16" fmla="*/ 5453 w 42671"/>
                <a:gd name="connsiteY16" fmla="*/ 8215 h 64031"/>
                <a:gd name="connsiteX17" fmla="*/ 21336 w 42671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1" h="64031">
                  <a:moveTo>
                    <a:pt x="21336" y="6596"/>
                  </a:moveTo>
                  <a:cubicBezTo>
                    <a:pt x="17026" y="6596"/>
                    <a:pt x="13787" y="8715"/>
                    <a:pt x="11621" y="12978"/>
                  </a:cubicBezTo>
                  <a:cubicBezTo>
                    <a:pt x="9477" y="17193"/>
                    <a:pt x="8406" y="23527"/>
                    <a:pt x="8406" y="32028"/>
                  </a:cubicBezTo>
                  <a:cubicBezTo>
                    <a:pt x="8406" y="40481"/>
                    <a:pt x="9477" y="46839"/>
                    <a:pt x="11621" y="51078"/>
                  </a:cubicBezTo>
                  <a:cubicBezTo>
                    <a:pt x="13787" y="55293"/>
                    <a:pt x="17026" y="57412"/>
                    <a:pt x="21336" y="57412"/>
                  </a:cubicBezTo>
                  <a:cubicBezTo>
                    <a:pt x="25670" y="57412"/>
                    <a:pt x="28908" y="55293"/>
                    <a:pt x="31051" y="51078"/>
                  </a:cubicBezTo>
                  <a:cubicBezTo>
                    <a:pt x="33218" y="46839"/>
                    <a:pt x="34314" y="40481"/>
                    <a:pt x="34314" y="32028"/>
                  </a:cubicBezTo>
                  <a:cubicBezTo>
                    <a:pt x="34314" y="23527"/>
                    <a:pt x="33218" y="17193"/>
                    <a:pt x="31051" y="12978"/>
                  </a:cubicBezTo>
                  <a:cubicBezTo>
                    <a:pt x="28908" y="8715"/>
                    <a:pt x="25670" y="6596"/>
                    <a:pt x="21336" y="6596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1" y="8215"/>
                  </a:cubicBezTo>
                  <a:cubicBezTo>
                    <a:pt x="40838" y="13668"/>
                    <a:pt x="42672" y="21622"/>
                    <a:pt x="42672" y="32028"/>
                  </a:cubicBezTo>
                  <a:cubicBezTo>
                    <a:pt x="42672" y="42434"/>
                    <a:pt x="40838" y="50363"/>
                    <a:pt x="37171" y="55840"/>
                  </a:cubicBezTo>
                  <a:cubicBezTo>
                    <a:pt x="33528" y="61293"/>
                    <a:pt x="28265" y="64032"/>
                    <a:pt x="21336" y="64032"/>
                  </a:cubicBezTo>
                  <a:cubicBezTo>
                    <a:pt x="14406" y="64032"/>
                    <a:pt x="9120" y="61293"/>
                    <a:pt x="5453" y="55840"/>
                  </a:cubicBezTo>
                  <a:cubicBezTo>
                    <a:pt x="1810" y="50363"/>
                    <a:pt x="0" y="42434"/>
                    <a:pt x="0" y="32028"/>
                  </a:cubicBezTo>
                  <a:cubicBezTo>
                    <a:pt x="0" y="21622"/>
                    <a:pt x="1810" y="13668"/>
                    <a:pt x="5453" y="8215"/>
                  </a:cubicBezTo>
                  <a:cubicBezTo>
                    <a:pt x="9120" y="2738"/>
                    <a:pt x="14406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2263BB90-A047-F324-E634-2431DAD0D923}"/>
                </a:ext>
              </a:extLst>
            </p:cNvPr>
            <p:cNvSpPr/>
            <p:nvPr/>
          </p:nvSpPr>
          <p:spPr>
            <a:xfrm>
              <a:off x="3492432" y="3528614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27E4D1AC-8D2F-DDA8-8338-897F885AAAEC}"/>
                </a:ext>
              </a:extLst>
            </p:cNvPr>
            <p:cNvSpPr/>
            <p:nvPr/>
          </p:nvSpPr>
          <p:spPr>
            <a:xfrm>
              <a:off x="3516744" y="3476298"/>
              <a:ext cx="40624" cy="64031"/>
            </a:xfrm>
            <a:custGeom>
              <a:avLst/>
              <a:gdLst>
                <a:gd name="connsiteX0" fmla="*/ 27908 w 40624"/>
                <a:gd name="connsiteY0" fmla="*/ 29551 h 64031"/>
                <a:gd name="connsiteX1" fmla="*/ 37243 w 40624"/>
                <a:gd name="connsiteY1" fmla="*/ 34885 h 64031"/>
                <a:gd name="connsiteX2" fmla="*/ 40624 w 40624"/>
                <a:gd name="connsiteY2" fmla="*/ 44887 h 64031"/>
                <a:gd name="connsiteX3" fmla="*/ 34362 w 40624"/>
                <a:gd name="connsiteY3" fmla="*/ 59031 h 64031"/>
                <a:gd name="connsiteX4" fmla="*/ 16502 w 40624"/>
                <a:gd name="connsiteY4" fmla="*/ 64032 h 64031"/>
                <a:gd name="connsiteX5" fmla="*/ 8477 w 40624"/>
                <a:gd name="connsiteY5" fmla="*/ 63246 h 64031"/>
                <a:gd name="connsiteX6" fmla="*/ 0 w 40624"/>
                <a:gd name="connsiteY6" fmla="*/ 60960 h 64031"/>
                <a:gd name="connsiteX7" fmla="*/ 0 w 40624"/>
                <a:gd name="connsiteY7" fmla="*/ 52911 h 64031"/>
                <a:gd name="connsiteX8" fmla="*/ 7596 w 40624"/>
                <a:gd name="connsiteY8" fmla="*/ 55959 h 64031"/>
                <a:gd name="connsiteX9" fmla="*/ 16240 w 40624"/>
                <a:gd name="connsiteY9" fmla="*/ 57007 h 64031"/>
                <a:gd name="connsiteX10" fmla="*/ 28194 w 40624"/>
                <a:gd name="connsiteY10" fmla="*/ 53888 h 64031"/>
                <a:gd name="connsiteX11" fmla="*/ 32338 w 40624"/>
                <a:gd name="connsiteY11" fmla="*/ 44887 h 64031"/>
                <a:gd name="connsiteX12" fmla="*/ 28480 w 40624"/>
                <a:gd name="connsiteY12" fmla="*/ 36362 h 64031"/>
                <a:gd name="connsiteX13" fmla="*/ 17859 w 40624"/>
                <a:gd name="connsiteY13" fmla="*/ 33266 h 64031"/>
                <a:gd name="connsiteX14" fmla="*/ 10668 w 40624"/>
                <a:gd name="connsiteY14" fmla="*/ 33266 h 64031"/>
                <a:gd name="connsiteX15" fmla="*/ 10668 w 40624"/>
                <a:gd name="connsiteY15" fmla="*/ 26408 h 64031"/>
                <a:gd name="connsiteX16" fmla="*/ 18193 w 40624"/>
                <a:gd name="connsiteY16" fmla="*/ 26408 h 64031"/>
                <a:gd name="connsiteX17" fmla="*/ 27623 w 40624"/>
                <a:gd name="connsiteY17" fmla="*/ 23956 h 64031"/>
                <a:gd name="connsiteX18" fmla="*/ 30885 w 40624"/>
                <a:gd name="connsiteY18" fmla="*/ 16859 h 64031"/>
                <a:gd name="connsiteX19" fmla="*/ 27480 w 40624"/>
                <a:gd name="connsiteY19" fmla="*/ 9573 h 64031"/>
                <a:gd name="connsiteX20" fmla="*/ 17859 w 40624"/>
                <a:gd name="connsiteY20" fmla="*/ 7025 h 64031"/>
                <a:gd name="connsiteX21" fmla="*/ 10501 w 40624"/>
                <a:gd name="connsiteY21" fmla="*/ 7763 h 64031"/>
                <a:gd name="connsiteX22" fmla="*/ 1857 w 40624"/>
                <a:gd name="connsiteY22" fmla="*/ 10073 h 64031"/>
                <a:gd name="connsiteX23" fmla="*/ 1857 w 40624"/>
                <a:gd name="connsiteY23" fmla="*/ 2643 h 64031"/>
                <a:gd name="connsiteX24" fmla="*/ 10739 w 40624"/>
                <a:gd name="connsiteY24" fmla="*/ 643 h 64031"/>
                <a:gd name="connsiteX25" fmla="*/ 18598 w 40624"/>
                <a:gd name="connsiteY25" fmla="*/ 0 h 64031"/>
                <a:gd name="connsiteX26" fmla="*/ 33647 w 40624"/>
                <a:gd name="connsiteY26" fmla="*/ 4334 h 64031"/>
                <a:gd name="connsiteX27" fmla="*/ 39196 w 40624"/>
                <a:gd name="connsiteY27" fmla="*/ 15978 h 64031"/>
                <a:gd name="connsiteX28" fmla="*/ 36243 w 40624"/>
                <a:gd name="connsiteY28" fmla="*/ 24670 h 64031"/>
                <a:gd name="connsiteX29" fmla="*/ 27908 w 40624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24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24" y="40910"/>
                    <a:pt x="40624" y="44887"/>
                  </a:cubicBezTo>
                  <a:cubicBezTo>
                    <a:pt x="40624" y="50983"/>
                    <a:pt x="38529" y="55697"/>
                    <a:pt x="34362" y="59031"/>
                  </a:cubicBezTo>
                  <a:cubicBezTo>
                    <a:pt x="30171" y="62365"/>
                    <a:pt x="24217" y="64032"/>
                    <a:pt x="16502" y="64032"/>
                  </a:cubicBezTo>
                  <a:cubicBezTo>
                    <a:pt x="13907" y="64032"/>
                    <a:pt x="11216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9"/>
                    <a:pt x="4858" y="55269"/>
                    <a:pt x="7596" y="55959"/>
                  </a:cubicBezTo>
                  <a:cubicBezTo>
                    <a:pt x="10359" y="56650"/>
                    <a:pt x="13240" y="57007"/>
                    <a:pt x="16240" y="57007"/>
                  </a:cubicBezTo>
                  <a:cubicBezTo>
                    <a:pt x="21479" y="57007"/>
                    <a:pt x="25456" y="55959"/>
                    <a:pt x="28194" y="53888"/>
                  </a:cubicBezTo>
                  <a:cubicBezTo>
                    <a:pt x="30956" y="51816"/>
                    <a:pt x="32338" y="48816"/>
                    <a:pt x="32338" y="44887"/>
                  </a:cubicBezTo>
                  <a:cubicBezTo>
                    <a:pt x="32338" y="41243"/>
                    <a:pt x="31052" y="38410"/>
                    <a:pt x="28480" y="36362"/>
                  </a:cubicBezTo>
                  <a:cubicBezTo>
                    <a:pt x="25932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289" y="26408"/>
                    <a:pt x="25432" y="25598"/>
                    <a:pt x="27623" y="23956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42" y="11263"/>
                    <a:pt x="27480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5" y="1762"/>
                    <a:pt x="8001" y="1096"/>
                    <a:pt x="10739" y="643"/>
                  </a:cubicBezTo>
                  <a:cubicBezTo>
                    <a:pt x="13526" y="215"/>
                    <a:pt x="16145" y="0"/>
                    <a:pt x="18598" y="0"/>
                  </a:cubicBezTo>
                  <a:cubicBezTo>
                    <a:pt x="24932" y="0"/>
                    <a:pt x="29956" y="1453"/>
                    <a:pt x="33647" y="4334"/>
                  </a:cubicBezTo>
                  <a:cubicBezTo>
                    <a:pt x="37338" y="7191"/>
                    <a:pt x="39196" y="11073"/>
                    <a:pt x="39196" y="15978"/>
                  </a:cubicBezTo>
                  <a:cubicBezTo>
                    <a:pt x="39196" y="19407"/>
                    <a:pt x="38219" y="22312"/>
                    <a:pt x="36243" y="24670"/>
                  </a:cubicBezTo>
                  <a:cubicBezTo>
                    <a:pt x="34290" y="27027"/>
                    <a:pt x="31504" y="28647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E4BB5029-566E-3882-289C-D6C4A6A35E15}"/>
                </a:ext>
              </a:extLst>
            </p:cNvPr>
            <p:cNvSpPr/>
            <p:nvPr/>
          </p:nvSpPr>
          <p:spPr>
            <a:xfrm>
              <a:off x="3568298" y="3477394"/>
              <a:ext cx="44981" cy="61721"/>
            </a:xfrm>
            <a:custGeom>
              <a:avLst/>
              <a:gdLst>
                <a:gd name="connsiteX0" fmla="*/ 27861 w 44981"/>
                <a:gd name="connsiteY0" fmla="*/ 7286 h 61721"/>
                <a:gd name="connsiteX1" fmla="*/ 6787 w 44981"/>
                <a:gd name="connsiteY1" fmla="*/ 40243 h 61721"/>
                <a:gd name="connsiteX2" fmla="*/ 27861 w 44981"/>
                <a:gd name="connsiteY2" fmla="*/ 40243 h 61721"/>
                <a:gd name="connsiteX3" fmla="*/ 27861 w 44981"/>
                <a:gd name="connsiteY3" fmla="*/ 728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43 h 61721"/>
                <a:gd name="connsiteX7" fmla="*/ 44982 w 44981"/>
                <a:gd name="connsiteY7" fmla="*/ 40243 h 61721"/>
                <a:gd name="connsiteX8" fmla="*/ 44982 w 44981"/>
                <a:gd name="connsiteY8" fmla="*/ 47172 h 61721"/>
                <a:gd name="connsiteX9" fmla="*/ 36171 w 44981"/>
                <a:gd name="connsiteY9" fmla="*/ 47172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2 h 61721"/>
                <a:gd name="connsiteX13" fmla="*/ 0 w 44981"/>
                <a:gd name="connsiteY13" fmla="*/ 47172 h 61721"/>
                <a:gd name="connsiteX14" fmla="*/ 0 w 44981"/>
                <a:gd name="connsiteY14" fmla="*/ 39124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86"/>
                  </a:moveTo>
                  <a:lnTo>
                    <a:pt x="6787" y="40243"/>
                  </a:lnTo>
                  <a:lnTo>
                    <a:pt x="27861" y="40243"/>
                  </a:lnTo>
                  <a:lnTo>
                    <a:pt x="27861" y="728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43"/>
                  </a:lnTo>
                  <a:lnTo>
                    <a:pt x="44982" y="40243"/>
                  </a:lnTo>
                  <a:lnTo>
                    <a:pt x="44982" y="47172"/>
                  </a:lnTo>
                  <a:lnTo>
                    <a:pt x="36171" y="47172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2"/>
                  </a:lnTo>
                  <a:lnTo>
                    <a:pt x="0" y="47172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0066326-D141-63DC-C1F5-4064F9290957}"/>
                </a:ext>
              </a:extLst>
            </p:cNvPr>
            <p:cNvSpPr/>
            <p:nvPr/>
          </p:nvSpPr>
          <p:spPr>
            <a:xfrm>
              <a:off x="3623353" y="3476298"/>
              <a:ext cx="42600" cy="64031"/>
            </a:xfrm>
            <a:custGeom>
              <a:avLst/>
              <a:gdLst>
                <a:gd name="connsiteX0" fmla="*/ 3977 w 42600"/>
                <a:gd name="connsiteY0" fmla="*/ 61555 h 64031"/>
                <a:gd name="connsiteX1" fmla="*/ 3977 w 42600"/>
                <a:gd name="connsiteY1" fmla="*/ 53935 h 64031"/>
                <a:gd name="connsiteX2" fmla="*/ 10335 w 42600"/>
                <a:gd name="connsiteY2" fmla="*/ 56221 h 64031"/>
                <a:gd name="connsiteX3" fmla="*/ 16669 w 42600"/>
                <a:gd name="connsiteY3" fmla="*/ 57007 h 64031"/>
                <a:gd name="connsiteX4" fmla="*/ 29266 w 42600"/>
                <a:gd name="connsiteY4" fmla="*/ 51459 h 64031"/>
                <a:gd name="connsiteX5" fmla="*/ 34290 w 42600"/>
                <a:gd name="connsiteY5" fmla="*/ 34552 h 64031"/>
                <a:gd name="connsiteX6" fmla="*/ 28194 w 42600"/>
                <a:gd name="connsiteY6" fmla="*/ 40005 h 64031"/>
                <a:gd name="connsiteX7" fmla="*/ 20050 w 42600"/>
                <a:gd name="connsiteY7" fmla="*/ 41910 h 64031"/>
                <a:gd name="connsiteX8" fmla="*/ 5382 w 42600"/>
                <a:gd name="connsiteY8" fmla="*/ 36338 h 64031"/>
                <a:gd name="connsiteX9" fmla="*/ 0 w 42600"/>
                <a:gd name="connsiteY9" fmla="*/ 20979 h 64031"/>
                <a:gd name="connsiteX10" fmla="*/ 5620 w 42600"/>
                <a:gd name="connsiteY10" fmla="*/ 5739 h 64031"/>
                <a:gd name="connsiteX11" fmla="*/ 20598 w 42600"/>
                <a:gd name="connsiteY11" fmla="*/ 0 h 64031"/>
                <a:gd name="connsiteX12" fmla="*/ 36933 w 42600"/>
                <a:gd name="connsiteY12" fmla="*/ 8215 h 64031"/>
                <a:gd name="connsiteX13" fmla="*/ 42601 w 42600"/>
                <a:gd name="connsiteY13" fmla="*/ 32028 h 64031"/>
                <a:gd name="connsiteX14" fmla="*/ 35647 w 42600"/>
                <a:gd name="connsiteY14" fmla="*/ 55340 h 64031"/>
                <a:gd name="connsiteX15" fmla="*/ 17050 w 42600"/>
                <a:gd name="connsiteY15" fmla="*/ 64032 h 64031"/>
                <a:gd name="connsiteX16" fmla="*/ 10668 w 42600"/>
                <a:gd name="connsiteY16" fmla="*/ 63413 h 64031"/>
                <a:gd name="connsiteX17" fmla="*/ 3977 w 42600"/>
                <a:gd name="connsiteY17" fmla="*/ 61555 h 64031"/>
                <a:gd name="connsiteX18" fmla="*/ 20598 w 42600"/>
                <a:gd name="connsiteY18" fmla="*/ 35385 h 64031"/>
                <a:gd name="connsiteX19" fmla="*/ 29480 w 42600"/>
                <a:gd name="connsiteY19" fmla="*/ 31528 h 64031"/>
                <a:gd name="connsiteX20" fmla="*/ 32790 w 42600"/>
                <a:gd name="connsiteY20" fmla="*/ 20979 h 64031"/>
                <a:gd name="connsiteX21" fmla="*/ 29480 w 42600"/>
                <a:gd name="connsiteY21" fmla="*/ 10478 h 64031"/>
                <a:gd name="connsiteX22" fmla="*/ 20598 w 42600"/>
                <a:gd name="connsiteY22" fmla="*/ 6596 h 64031"/>
                <a:gd name="connsiteX23" fmla="*/ 11668 w 42600"/>
                <a:gd name="connsiteY23" fmla="*/ 10478 h 64031"/>
                <a:gd name="connsiteX24" fmla="*/ 8406 w 42600"/>
                <a:gd name="connsiteY24" fmla="*/ 20979 h 64031"/>
                <a:gd name="connsiteX25" fmla="*/ 11668 w 42600"/>
                <a:gd name="connsiteY25" fmla="*/ 31528 h 64031"/>
                <a:gd name="connsiteX26" fmla="*/ 20598 w 42600"/>
                <a:gd name="connsiteY26" fmla="*/ 35385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00" h="64031">
                  <a:moveTo>
                    <a:pt x="3977" y="61555"/>
                  </a:moveTo>
                  <a:lnTo>
                    <a:pt x="3977" y="53935"/>
                  </a:lnTo>
                  <a:cubicBezTo>
                    <a:pt x="6072" y="54936"/>
                    <a:pt x="8192" y="55697"/>
                    <a:pt x="10335" y="56221"/>
                  </a:cubicBezTo>
                  <a:cubicBezTo>
                    <a:pt x="12502" y="56745"/>
                    <a:pt x="14597" y="57007"/>
                    <a:pt x="16669" y="57007"/>
                  </a:cubicBezTo>
                  <a:cubicBezTo>
                    <a:pt x="22170" y="57007"/>
                    <a:pt x="26384" y="55150"/>
                    <a:pt x="29266" y="51459"/>
                  </a:cubicBezTo>
                  <a:cubicBezTo>
                    <a:pt x="32195" y="47744"/>
                    <a:pt x="33885" y="42101"/>
                    <a:pt x="34290" y="34552"/>
                  </a:cubicBezTo>
                  <a:cubicBezTo>
                    <a:pt x="32695" y="36909"/>
                    <a:pt x="30647" y="38743"/>
                    <a:pt x="28194" y="40005"/>
                  </a:cubicBezTo>
                  <a:cubicBezTo>
                    <a:pt x="25741" y="41267"/>
                    <a:pt x="23027" y="41910"/>
                    <a:pt x="20050" y="41910"/>
                  </a:cubicBezTo>
                  <a:cubicBezTo>
                    <a:pt x="13883" y="41910"/>
                    <a:pt x="8977" y="40053"/>
                    <a:pt x="5382" y="36338"/>
                  </a:cubicBezTo>
                  <a:cubicBezTo>
                    <a:pt x="1786" y="32576"/>
                    <a:pt x="0" y="27456"/>
                    <a:pt x="0" y="20979"/>
                  </a:cubicBezTo>
                  <a:cubicBezTo>
                    <a:pt x="0" y="14645"/>
                    <a:pt x="1881" y="9573"/>
                    <a:pt x="5620" y="5739"/>
                  </a:cubicBezTo>
                  <a:cubicBezTo>
                    <a:pt x="9382" y="1905"/>
                    <a:pt x="14383" y="0"/>
                    <a:pt x="20598" y="0"/>
                  </a:cubicBezTo>
                  <a:cubicBezTo>
                    <a:pt x="27742" y="0"/>
                    <a:pt x="33195" y="2738"/>
                    <a:pt x="36933" y="8215"/>
                  </a:cubicBezTo>
                  <a:cubicBezTo>
                    <a:pt x="40719" y="13668"/>
                    <a:pt x="42601" y="21622"/>
                    <a:pt x="42601" y="32028"/>
                  </a:cubicBezTo>
                  <a:cubicBezTo>
                    <a:pt x="42601" y="41767"/>
                    <a:pt x="40291" y="49530"/>
                    <a:pt x="35647" y="55340"/>
                  </a:cubicBezTo>
                  <a:cubicBezTo>
                    <a:pt x="31052" y="61127"/>
                    <a:pt x="24837" y="64032"/>
                    <a:pt x="17050" y="64032"/>
                  </a:cubicBezTo>
                  <a:cubicBezTo>
                    <a:pt x="14954" y="64032"/>
                    <a:pt x="12835" y="63818"/>
                    <a:pt x="10668" y="63413"/>
                  </a:cubicBezTo>
                  <a:cubicBezTo>
                    <a:pt x="8525" y="63008"/>
                    <a:pt x="6287" y="62389"/>
                    <a:pt x="3977" y="61555"/>
                  </a:cubicBezTo>
                  <a:moveTo>
                    <a:pt x="20598" y="35385"/>
                  </a:moveTo>
                  <a:cubicBezTo>
                    <a:pt x="24336" y="35385"/>
                    <a:pt x="27313" y="34100"/>
                    <a:pt x="29480" y="31528"/>
                  </a:cubicBezTo>
                  <a:cubicBezTo>
                    <a:pt x="31695" y="28980"/>
                    <a:pt x="32790" y="25456"/>
                    <a:pt x="32790" y="20979"/>
                  </a:cubicBezTo>
                  <a:cubicBezTo>
                    <a:pt x="32790" y="16550"/>
                    <a:pt x="31695" y="13049"/>
                    <a:pt x="29480" y="10478"/>
                  </a:cubicBezTo>
                  <a:cubicBezTo>
                    <a:pt x="27313" y="7882"/>
                    <a:pt x="24336" y="6596"/>
                    <a:pt x="20598" y="6596"/>
                  </a:cubicBezTo>
                  <a:cubicBezTo>
                    <a:pt x="16859" y="6596"/>
                    <a:pt x="13883" y="7882"/>
                    <a:pt x="11668" y="10478"/>
                  </a:cubicBezTo>
                  <a:cubicBezTo>
                    <a:pt x="9501" y="13049"/>
                    <a:pt x="8406" y="16550"/>
                    <a:pt x="8406" y="20979"/>
                  </a:cubicBezTo>
                  <a:cubicBezTo>
                    <a:pt x="8406" y="25456"/>
                    <a:pt x="9501" y="28980"/>
                    <a:pt x="11668" y="31528"/>
                  </a:cubicBezTo>
                  <a:cubicBezTo>
                    <a:pt x="13883" y="34100"/>
                    <a:pt x="16859" y="35385"/>
                    <a:pt x="20598" y="3538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6" name="Group 245">
            <a:extLst>
              <a:ext uri="{FF2B5EF4-FFF2-40B4-BE49-F238E27FC236}">
                <a16:creationId xmlns:a16="http://schemas.microsoft.com/office/drawing/2014/main" id="{75278FE4-57C6-14A3-B89F-5C661EFBBAEA}"/>
              </a:ext>
            </a:extLst>
          </p:cNvPr>
          <p:cNvGrpSpPr/>
          <p:nvPr/>
        </p:nvGrpSpPr>
        <p:grpSpPr>
          <a:xfrm>
            <a:off x="2784885" y="3569966"/>
            <a:ext cx="429898" cy="323302"/>
            <a:chOff x="2992286" y="3184952"/>
            <a:chExt cx="429898" cy="323302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CA73C739-7C67-839F-0A7F-546F5356059B}"/>
                </a:ext>
              </a:extLst>
            </p:cNvPr>
            <p:cNvSpPr/>
            <p:nvPr/>
          </p:nvSpPr>
          <p:spPr>
            <a:xfrm>
              <a:off x="2992286" y="3184952"/>
              <a:ext cx="429898" cy="323302"/>
            </a:xfrm>
            <a:custGeom>
              <a:avLst/>
              <a:gdLst>
                <a:gd name="connsiteX0" fmla="*/ 0 w 429898"/>
                <a:gd name="connsiteY0" fmla="*/ 323302 h 323302"/>
                <a:gd name="connsiteX1" fmla="*/ 429899 w 429898"/>
                <a:gd name="connsiteY1" fmla="*/ 323302 h 323302"/>
                <a:gd name="connsiteX2" fmla="*/ 429899 w 429898"/>
                <a:gd name="connsiteY2" fmla="*/ 0 h 323302"/>
                <a:gd name="connsiteX3" fmla="*/ 0 w 429898"/>
                <a:gd name="connsiteY3" fmla="*/ 0 h 323302"/>
                <a:gd name="connsiteX4" fmla="*/ 0 w 429898"/>
                <a:gd name="connsiteY4" fmla="*/ 323302 h 323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898" h="323302">
                  <a:moveTo>
                    <a:pt x="0" y="323302"/>
                  </a:moveTo>
                  <a:lnTo>
                    <a:pt x="429899" y="323302"/>
                  </a:lnTo>
                  <a:lnTo>
                    <a:pt x="429899" y="0"/>
                  </a:lnTo>
                  <a:lnTo>
                    <a:pt x="0" y="0"/>
                  </a:lnTo>
                  <a:lnTo>
                    <a:pt x="0" y="323302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41202298-D04F-0804-5EB8-9CA9394F8F94}"/>
                </a:ext>
              </a:extLst>
            </p:cNvPr>
            <p:cNvSpPr/>
            <p:nvPr/>
          </p:nvSpPr>
          <p:spPr>
            <a:xfrm>
              <a:off x="3152365" y="3274599"/>
              <a:ext cx="109751" cy="144025"/>
            </a:xfrm>
            <a:custGeom>
              <a:avLst/>
              <a:gdLst>
                <a:gd name="connsiteX0" fmla="*/ 0 w 109751"/>
                <a:gd name="connsiteY0" fmla="*/ 0 h 144025"/>
                <a:gd name="connsiteX1" fmla="*/ 19478 w 109751"/>
                <a:gd name="connsiteY1" fmla="*/ 0 h 144025"/>
                <a:gd name="connsiteX2" fmla="*/ 19478 w 109751"/>
                <a:gd name="connsiteY2" fmla="*/ 59033 h 144025"/>
                <a:gd name="connsiteX3" fmla="*/ 90273 w 109751"/>
                <a:gd name="connsiteY3" fmla="*/ 59033 h 144025"/>
                <a:gd name="connsiteX4" fmla="*/ 90273 w 109751"/>
                <a:gd name="connsiteY4" fmla="*/ 0 h 144025"/>
                <a:gd name="connsiteX5" fmla="*/ 109752 w 109751"/>
                <a:gd name="connsiteY5" fmla="*/ 0 h 144025"/>
                <a:gd name="connsiteX6" fmla="*/ 109752 w 109751"/>
                <a:gd name="connsiteY6" fmla="*/ 144025 h 144025"/>
                <a:gd name="connsiteX7" fmla="*/ 90273 w 109751"/>
                <a:gd name="connsiteY7" fmla="*/ 144025 h 144025"/>
                <a:gd name="connsiteX8" fmla="*/ 90273 w 109751"/>
                <a:gd name="connsiteY8" fmla="*/ 75433 h 144025"/>
                <a:gd name="connsiteX9" fmla="*/ 19478 w 109751"/>
                <a:gd name="connsiteY9" fmla="*/ 75433 h 144025"/>
                <a:gd name="connsiteX10" fmla="*/ 19478 w 109751"/>
                <a:gd name="connsiteY10" fmla="*/ 144025 h 144025"/>
                <a:gd name="connsiteX11" fmla="*/ 0 w 109751"/>
                <a:gd name="connsiteY11" fmla="*/ 144025 h 144025"/>
                <a:gd name="connsiteX12" fmla="*/ 0 w 109751"/>
                <a:gd name="connsiteY12" fmla="*/ 0 h 14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751" h="144025">
                  <a:moveTo>
                    <a:pt x="0" y="0"/>
                  </a:moveTo>
                  <a:lnTo>
                    <a:pt x="19478" y="0"/>
                  </a:lnTo>
                  <a:lnTo>
                    <a:pt x="19478" y="59033"/>
                  </a:lnTo>
                  <a:lnTo>
                    <a:pt x="90273" y="59033"/>
                  </a:lnTo>
                  <a:lnTo>
                    <a:pt x="90273" y="0"/>
                  </a:lnTo>
                  <a:lnTo>
                    <a:pt x="109752" y="0"/>
                  </a:lnTo>
                  <a:lnTo>
                    <a:pt x="109752" y="144025"/>
                  </a:lnTo>
                  <a:lnTo>
                    <a:pt x="90273" y="144025"/>
                  </a:lnTo>
                  <a:lnTo>
                    <a:pt x="90273" y="75433"/>
                  </a:lnTo>
                  <a:lnTo>
                    <a:pt x="19478" y="75433"/>
                  </a:lnTo>
                  <a:lnTo>
                    <a:pt x="19478" y="144025"/>
                  </a:lnTo>
                  <a:lnTo>
                    <a:pt x="0" y="144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AC29D5CE-46E8-3D07-9132-F3D824268173}"/>
              </a:ext>
            </a:extLst>
          </p:cNvPr>
          <p:cNvGrpSpPr/>
          <p:nvPr/>
        </p:nvGrpSpPr>
        <p:grpSpPr>
          <a:xfrm>
            <a:off x="3258686" y="3537989"/>
            <a:ext cx="228338" cy="64036"/>
            <a:chOff x="3435091" y="3152975"/>
            <a:chExt cx="228338" cy="64036"/>
          </a:xfrm>
        </p:grpSpPr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C341D052-CDBB-9FA7-7276-A0B9F73277EE}"/>
                </a:ext>
              </a:extLst>
            </p:cNvPr>
            <p:cNvSpPr/>
            <p:nvPr/>
          </p:nvSpPr>
          <p:spPr>
            <a:xfrm>
              <a:off x="3435091" y="3152975"/>
              <a:ext cx="42671" cy="64036"/>
            </a:xfrm>
            <a:custGeom>
              <a:avLst/>
              <a:gdLst>
                <a:gd name="connsiteX0" fmla="*/ 21336 w 42671"/>
                <a:gd name="connsiteY0" fmla="*/ 6615 h 64036"/>
                <a:gd name="connsiteX1" fmla="*/ 11621 w 42671"/>
                <a:gd name="connsiteY1" fmla="*/ 12983 h 64036"/>
                <a:gd name="connsiteX2" fmla="*/ 8406 w 42671"/>
                <a:gd name="connsiteY2" fmla="*/ 32040 h 64036"/>
                <a:gd name="connsiteX3" fmla="*/ 11621 w 42671"/>
                <a:gd name="connsiteY3" fmla="*/ 51097 h 64036"/>
                <a:gd name="connsiteX4" fmla="*/ 21336 w 42671"/>
                <a:gd name="connsiteY4" fmla="*/ 57424 h 64036"/>
                <a:gd name="connsiteX5" fmla="*/ 31051 w 42671"/>
                <a:gd name="connsiteY5" fmla="*/ 51097 h 64036"/>
                <a:gd name="connsiteX6" fmla="*/ 34314 w 42671"/>
                <a:gd name="connsiteY6" fmla="*/ 32040 h 64036"/>
                <a:gd name="connsiteX7" fmla="*/ 31051 w 42671"/>
                <a:gd name="connsiteY7" fmla="*/ 12983 h 64036"/>
                <a:gd name="connsiteX8" fmla="*/ 21336 w 42671"/>
                <a:gd name="connsiteY8" fmla="*/ 6615 h 64036"/>
                <a:gd name="connsiteX9" fmla="*/ 21336 w 42671"/>
                <a:gd name="connsiteY9" fmla="*/ 0 h 64036"/>
                <a:gd name="connsiteX10" fmla="*/ 37171 w 42671"/>
                <a:gd name="connsiteY10" fmla="*/ 8227 h 64036"/>
                <a:gd name="connsiteX11" fmla="*/ 42672 w 42671"/>
                <a:gd name="connsiteY11" fmla="*/ 32040 h 64036"/>
                <a:gd name="connsiteX12" fmla="*/ 37171 w 42671"/>
                <a:gd name="connsiteY12" fmla="*/ 55852 h 64036"/>
                <a:gd name="connsiteX13" fmla="*/ 21336 w 42671"/>
                <a:gd name="connsiteY13" fmla="*/ 64037 h 64036"/>
                <a:gd name="connsiteX14" fmla="*/ 5453 w 42671"/>
                <a:gd name="connsiteY14" fmla="*/ 55852 h 64036"/>
                <a:gd name="connsiteX15" fmla="*/ 0 w 42671"/>
                <a:gd name="connsiteY15" fmla="*/ 32040 h 64036"/>
                <a:gd name="connsiteX16" fmla="*/ 5453 w 42671"/>
                <a:gd name="connsiteY16" fmla="*/ 8227 h 64036"/>
                <a:gd name="connsiteX17" fmla="*/ 21336 w 42671"/>
                <a:gd name="connsiteY17" fmla="*/ 0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1" h="64036">
                  <a:moveTo>
                    <a:pt x="21336" y="6615"/>
                  </a:moveTo>
                  <a:cubicBezTo>
                    <a:pt x="17026" y="6615"/>
                    <a:pt x="13787" y="8737"/>
                    <a:pt x="11621" y="12983"/>
                  </a:cubicBezTo>
                  <a:cubicBezTo>
                    <a:pt x="9477" y="17200"/>
                    <a:pt x="8406" y="23551"/>
                    <a:pt x="8406" y="32040"/>
                  </a:cubicBezTo>
                  <a:cubicBezTo>
                    <a:pt x="8406" y="40500"/>
                    <a:pt x="9477" y="46854"/>
                    <a:pt x="11621" y="51097"/>
                  </a:cubicBezTo>
                  <a:cubicBezTo>
                    <a:pt x="13787" y="55314"/>
                    <a:pt x="17026" y="57424"/>
                    <a:pt x="21336" y="57424"/>
                  </a:cubicBezTo>
                  <a:cubicBezTo>
                    <a:pt x="25670" y="57424"/>
                    <a:pt x="28908" y="55314"/>
                    <a:pt x="31051" y="51097"/>
                  </a:cubicBezTo>
                  <a:cubicBezTo>
                    <a:pt x="33218" y="46854"/>
                    <a:pt x="34314" y="40500"/>
                    <a:pt x="34314" y="32040"/>
                  </a:cubicBezTo>
                  <a:cubicBezTo>
                    <a:pt x="34314" y="23551"/>
                    <a:pt x="33218" y="17200"/>
                    <a:pt x="31051" y="12983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1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1" y="55852"/>
                  </a:cubicBezTo>
                  <a:cubicBezTo>
                    <a:pt x="33528" y="61308"/>
                    <a:pt x="28265" y="64037"/>
                    <a:pt x="21336" y="64037"/>
                  </a:cubicBezTo>
                  <a:cubicBezTo>
                    <a:pt x="14406" y="64037"/>
                    <a:pt x="9120" y="61308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6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7C769AC8-ECA7-96E6-FE4C-8D6158671BC6}"/>
                </a:ext>
              </a:extLst>
            </p:cNvPr>
            <p:cNvSpPr/>
            <p:nvPr/>
          </p:nvSpPr>
          <p:spPr>
            <a:xfrm>
              <a:off x="3492432" y="3205312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80301320-8351-1E3B-B8C3-050A38CA0FBD}"/>
                </a:ext>
              </a:extLst>
            </p:cNvPr>
            <p:cNvSpPr/>
            <p:nvPr/>
          </p:nvSpPr>
          <p:spPr>
            <a:xfrm>
              <a:off x="3516744" y="3152975"/>
              <a:ext cx="40624" cy="64036"/>
            </a:xfrm>
            <a:custGeom>
              <a:avLst/>
              <a:gdLst>
                <a:gd name="connsiteX0" fmla="*/ 27908 w 40624"/>
                <a:gd name="connsiteY0" fmla="*/ 29559 h 64036"/>
                <a:gd name="connsiteX1" fmla="*/ 37243 w 40624"/>
                <a:gd name="connsiteY1" fmla="*/ 34892 h 64036"/>
                <a:gd name="connsiteX2" fmla="*/ 40624 w 40624"/>
                <a:gd name="connsiteY2" fmla="*/ 44896 h 64036"/>
                <a:gd name="connsiteX3" fmla="*/ 34362 w 40624"/>
                <a:gd name="connsiteY3" fmla="*/ 59036 h 64036"/>
                <a:gd name="connsiteX4" fmla="*/ 16502 w 40624"/>
                <a:gd name="connsiteY4" fmla="*/ 64037 h 64036"/>
                <a:gd name="connsiteX5" fmla="*/ 8477 w 40624"/>
                <a:gd name="connsiteY5" fmla="*/ 63253 h 64036"/>
                <a:gd name="connsiteX6" fmla="*/ 0 w 40624"/>
                <a:gd name="connsiteY6" fmla="*/ 60979 h 64036"/>
                <a:gd name="connsiteX7" fmla="*/ 0 w 40624"/>
                <a:gd name="connsiteY7" fmla="*/ 52916 h 64036"/>
                <a:gd name="connsiteX8" fmla="*/ 7596 w 40624"/>
                <a:gd name="connsiteY8" fmla="*/ 55976 h 64036"/>
                <a:gd name="connsiteX9" fmla="*/ 16240 w 40624"/>
                <a:gd name="connsiteY9" fmla="*/ 57010 h 64036"/>
                <a:gd name="connsiteX10" fmla="*/ 28194 w 40624"/>
                <a:gd name="connsiteY10" fmla="*/ 53909 h 64036"/>
                <a:gd name="connsiteX11" fmla="*/ 32338 w 40624"/>
                <a:gd name="connsiteY11" fmla="*/ 44896 h 64036"/>
                <a:gd name="connsiteX12" fmla="*/ 28480 w 40624"/>
                <a:gd name="connsiteY12" fmla="*/ 36381 h 64036"/>
                <a:gd name="connsiteX13" fmla="*/ 17859 w 40624"/>
                <a:gd name="connsiteY13" fmla="*/ 33280 h 64036"/>
                <a:gd name="connsiteX14" fmla="*/ 10668 w 40624"/>
                <a:gd name="connsiteY14" fmla="*/ 33280 h 64036"/>
                <a:gd name="connsiteX15" fmla="*/ 10668 w 40624"/>
                <a:gd name="connsiteY15" fmla="*/ 26418 h 64036"/>
                <a:gd name="connsiteX16" fmla="*/ 18193 w 40624"/>
                <a:gd name="connsiteY16" fmla="*/ 26418 h 64036"/>
                <a:gd name="connsiteX17" fmla="*/ 27623 w 40624"/>
                <a:gd name="connsiteY17" fmla="*/ 23979 h 64036"/>
                <a:gd name="connsiteX18" fmla="*/ 30885 w 40624"/>
                <a:gd name="connsiteY18" fmla="*/ 16866 h 64036"/>
                <a:gd name="connsiteX19" fmla="*/ 27480 w 40624"/>
                <a:gd name="connsiteY19" fmla="*/ 9592 h 64036"/>
                <a:gd name="connsiteX20" fmla="*/ 17859 w 40624"/>
                <a:gd name="connsiteY20" fmla="*/ 7030 h 64036"/>
                <a:gd name="connsiteX21" fmla="*/ 10501 w 40624"/>
                <a:gd name="connsiteY21" fmla="*/ 7772 h 64036"/>
                <a:gd name="connsiteX22" fmla="*/ 1857 w 40624"/>
                <a:gd name="connsiteY22" fmla="*/ 10087 h 64036"/>
                <a:gd name="connsiteX23" fmla="*/ 1857 w 40624"/>
                <a:gd name="connsiteY23" fmla="*/ 2646 h 64036"/>
                <a:gd name="connsiteX24" fmla="*/ 10739 w 40624"/>
                <a:gd name="connsiteY24" fmla="*/ 662 h 64036"/>
                <a:gd name="connsiteX25" fmla="*/ 18598 w 40624"/>
                <a:gd name="connsiteY25" fmla="*/ 0 h 64036"/>
                <a:gd name="connsiteX26" fmla="*/ 33647 w 40624"/>
                <a:gd name="connsiteY26" fmla="*/ 4341 h 64036"/>
                <a:gd name="connsiteX27" fmla="*/ 39196 w 40624"/>
                <a:gd name="connsiteY27" fmla="*/ 16000 h 64036"/>
                <a:gd name="connsiteX28" fmla="*/ 36243 w 40624"/>
                <a:gd name="connsiteY28" fmla="*/ 24682 h 64036"/>
                <a:gd name="connsiteX29" fmla="*/ 27908 w 40624"/>
                <a:gd name="connsiteY29" fmla="*/ 29559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24" h="64036">
                  <a:moveTo>
                    <a:pt x="27908" y="29559"/>
                  </a:moveTo>
                  <a:cubicBezTo>
                    <a:pt x="31909" y="30413"/>
                    <a:pt x="35028" y="32190"/>
                    <a:pt x="37243" y="34892"/>
                  </a:cubicBezTo>
                  <a:cubicBezTo>
                    <a:pt x="39505" y="37593"/>
                    <a:pt x="40624" y="40927"/>
                    <a:pt x="40624" y="44896"/>
                  </a:cubicBezTo>
                  <a:cubicBezTo>
                    <a:pt x="40624" y="50987"/>
                    <a:pt x="38529" y="55700"/>
                    <a:pt x="34362" y="59036"/>
                  </a:cubicBezTo>
                  <a:cubicBezTo>
                    <a:pt x="30171" y="62370"/>
                    <a:pt x="24217" y="64037"/>
                    <a:pt x="16502" y="64037"/>
                  </a:cubicBezTo>
                  <a:cubicBezTo>
                    <a:pt x="13907" y="64037"/>
                    <a:pt x="11216" y="63775"/>
                    <a:pt x="8477" y="63253"/>
                  </a:cubicBezTo>
                  <a:cubicBezTo>
                    <a:pt x="5739" y="62755"/>
                    <a:pt x="2929" y="61998"/>
                    <a:pt x="0" y="60979"/>
                  </a:cubicBezTo>
                  <a:lnTo>
                    <a:pt x="0" y="52916"/>
                  </a:lnTo>
                  <a:cubicBezTo>
                    <a:pt x="2310" y="54266"/>
                    <a:pt x="4858" y="55288"/>
                    <a:pt x="7596" y="55976"/>
                  </a:cubicBezTo>
                  <a:cubicBezTo>
                    <a:pt x="10359" y="56664"/>
                    <a:pt x="13240" y="57010"/>
                    <a:pt x="16240" y="57010"/>
                  </a:cubicBezTo>
                  <a:cubicBezTo>
                    <a:pt x="21479" y="57010"/>
                    <a:pt x="25456" y="55976"/>
                    <a:pt x="28194" y="53909"/>
                  </a:cubicBezTo>
                  <a:cubicBezTo>
                    <a:pt x="30956" y="51842"/>
                    <a:pt x="32338" y="48837"/>
                    <a:pt x="32338" y="44896"/>
                  </a:cubicBezTo>
                  <a:cubicBezTo>
                    <a:pt x="32338" y="41260"/>
                    <a:pt x="31052" y="38421"/>
                    <a:pt x="28480" y="36381"/>
                  </a:cubicBezTo>
                  <a:cubicBezTo>
                    <a:pt x="25932" y="34314"/>
                    <a:pt x="22408" y="33280"/>
                    <a:pt x="17859" y="33280"/>
                  </a:cubicBezTo>
                  <a:lnTo>
                    <a:pt x="10668" y="33280"/>
                  </a:lnTo>
                  <a:lnTo>
                    <a:pt x="10668" y="26418"/>
                  </a:lnTo>
                  <a:lnTo>
                    <a:pt x="18193" y="26418"/>
                  </a:lnTo>
                  <a:cubicBezTo>
                    <a:pt x="22289" y="26418"/>
                    <a:pt x="25432" y="25606"/>
                    <a:pt x="27623" y="23979"/>
                  </a:cubicBezTo>
                  <a:cubicBezTo>
                    <a:pt x="29789" y="22324"/>
                    <a:pt x="30885" y="19955"/>
                    <a:pt x="30885" y="16866"/>
                  </a:cubicBezTo>
                  <a:cubicBezTo>
                    <a:pt x="30885" y="13697"/>
                    <a:pt x="29742" y="11273"/>
                    <a:pt x="27480" y="9592"/>
                  </a:cubicBezTo>
                  <a:cubicBezTo>
                    <a:pt x="25265" y="7884"/>
                    <a:pt x="22050" y="7030"/>
                    <a:pt x="17859" y="7030"/>
                  </a:cubicBezTo>
                  <a:cubicBezTo>
                    <a:pt x="15573" y="7030"/>
                    <a:pt x="13121" y="7277"/>
                    <a:pt x="10501" y="7772"/>
                  </a:cubicBezTo>
                  <a:cubicBezTo>
                    <a:pt x="7882" y="8270"/>
                    <a:pt x="5001" y="9042"/>
                    <a:pt x="1857" y="10087"/>
                  </a:cubicBezTo>
                  <a:lnTo>
                    <a:pt x="1857" y="2646"/>
                  </a:lnTo>
                  <a:cubicBezTo>
                    <a:pt x="5025" y="1765"/>
                    <a:pt x="8001" y="1103"/>
                    <a:pt x="10739" y="662"/>
                  </a:cubicBezTo>
                  <a:cubicBezTo>
                    <a:pt x="13526" y="221"/>
                    <a:pt x="16145" y="0"/>
                    <a:pt x="18598" y="0"/>
                  </a:cubicBezTo>
                  <a:cubicBezTo>
                    <a:pt x="24932" y="0"/>
                    <a:pt x="29956" y="1448"/>
                    <a:pt x="33647" y="4341"/>
                  </a:cubicBezTo>
                  <a:cubicBezTo>
                    <a:pt x="37338" y="7208"/>
                    <a:pt x="39196" y="11094"/>
                    <a:pt x="39196" y="16000"/>
                  </a:cubicBezTo>
                  <a:cubicBezTo>
                    <a:pt x="39196" y="19417"/>
                    <a:pt x="38219" y="22312"/>
                    <a:pt x="36243" y="24682"/>
                  </a:cubicBezTo>
                  <a:cubicBezTo>
                    <a:pt x="34290" y="27022"/>
                    <a:pt x="31504" y="28649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1A48047C-A9A5-925A-5760-EF4115DE0763}"/>
                </a:ext>
              </a:extLst>
            </p:cNvPr>
            <p:cNvSpPr/>
            <p:nvPr/>
          </p:nvSpPr>
          <p:spPr>
            <a:xfrm>
              <a:off x="3570703" y="3154091"/>
              <a:ext cx="39933" cy="62919"/>
            </a:xfrm>
            <a:custGeom>
              <a:avLst/>
              <a:gdLst>
                <a:gd name="connsiteX0" fmla="*/ 2595 w 39933"/>
                <a:gd name="connsiteY0" fmla="*/ 0 h 62919"/>
                <a:gd name="connsiteX1" fmla="*/ 35385 w 39933"/>
                <a:gd name="connsiteY1" fmla="*/ 0 h 62919"/>
                <a:gd name="connsiteX2" fmla="*/ 35385 w 39933"/>
                <a:gd name="connsiteY2" fmla="*/ 7027 h 62919"/>
                <a:gd name="connsiteX3" fmla="*/ 10239 w 39933"/>
                <a:gd name="connsiteY3" fmla="*/ 7027 h 62919"/>
                <a:gd name="connsiteX4" fmla="*/ 10239 w 39933"/>
                <a:gd name="connsiteY4" fmla="*/ 22158 h 62919"/>
                <a:gd name="connsiteX5" fmla="*/ 13883 w 39933"/>
                <a:gd name="connsiteY5" fmla="*/ 21248 h 62919"/>
                <a:gd name="connsiteX6" fmla="*/ 17526 w 39933"/>
                <a:gd name="connsiteY6" fmla="*/ 20919 h 62919"/>
                <a:gd name="connsiteX7" fmla="*/ 33885 w 39933"/>
                <a:gd name="connsiteY7" fmla="*/ 26582 h 62919"/>
                <a:gd name="connsiteX8" fmla="*/ 39934 w 39933"/>
                <a:gd name="connsiteY8" fmla="*/ 41920 h 62919"/>
                <a:gd name="connsiteX9" fmla="*/ 33719 w 39933"/>
                <a:gd name="connsiteY9" fmla="*/ 57421 h 62919"/>
                <a:gd name="connsiteX10" fmla="*/ 16240 w 39933"/>
                <a:gd name="connsiteY10" fmla="*/ 62920 h 62919"/>
                <a:gd name="connsiteX11" fmla="*/ 8287 w 39933"/>
                <a:gd name="connsiteY11" fmla="*/ 62260 h 62919"/>
                <a:gd name="connsiteX12" fmla="*/ 0 w 39933"/>
                <a:gd name="connsiteY12" fmla="*/ 60274 h 62919"/>
                <a:gd name="connsiteX13" fmla="*/ 0 w 39933"/>
                <a:gd name="connsiteY13" fmla="*/ 51883 h 62919"/>
                <a:gd name="connsiteX14" fmla="*/ 7668 w 39933"/>
                <a:gd name="connsiteY14" fmla="*/ 54900 h 62919"/>
                <a:gd name="connsiteX15" fmla="*/ 16073 w 39933"/>
                <a:gd name="connsiteY15" fmla="*/ 55893 h 62919"/>
                <a:gd name="connsiteX16" fmla="*/ 27408 w 39933"/>
                <a:gd name="connsiteY16" fmla="*/ 52130 h 62919"/>
                <a:gd name="connsiteX17" fmla="*/ 31575 w 39933"/>
                <a:gd name="connsiteY17" fmla="*/ 41920 h 62919"/>
                <a:gd name="connsiteX18" fmla="*/ 27408 w 39933"/>
                <a:gd name="connsiteY18" fmla="*/ 31709 h 62919"/>
                <a:gd name="connsiteX19" fmla="*/ 16073 w 39933"/>
                <a:gd name="connsiteY19" fmla="*/ 27946 h 62919"/>
                <a:gd name="connsiteX20" fmla="*/ 9382 w 39933"/>
                <a:gd name="connsiteY20" fmla="*/ 28689 h 62919"/>
                <a:gd name="connsiteX21" fmla="*/ 2595 w 39933"/>
                <a:gd name="connsiteY21" fmla="*/ 31006 h 62919"/>
                <a:gd name="connsiteX22" fmla="*/ 2595 w 39933"/>
                <a:gd name="connsiteY22" fmla="*/ 0 h 62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933" h="62919">
                  <a:moveTo>
                    <a:pt x="2595" y="0"/>
                  </a:moveTo>
                  <a:lnTo>
                    <a:pt x="35385" y="0"/>
                  </a:lnTo>
                  <a:lnTo>
                    <a:pt x="35385" y="7027"/>
                  </a:lnTo>
                  <a:lnTo>
                    <a:pt x="10239" y="7027"/>
                  </a:lnTo>
                  <a:lnTo>
                    <a:pt x="10239" y="22158"/>
                  </a:lnTo>
                  <a:cubicBezTo>
                    <a:pt x="11454" y="21746"/>
                    <a:pt x="12668" y="21441"/>
                    <a:pt x="13883" y="21248"/>
                  </a:cubicBezTo>
                  <a:cubicBezTo>
                    <a:pt x="15097" y="21029"/>
                    <a:pt x="16312" y="20919"/>
                    <a:pt x="17526" y="20919"/>
                  </a:cubicBezTo>
                  <a:cubicBezTo>
                    <a:pt x="24408" y="20919"/>
                    <a:pt x="29861" y="22808"/>
                    <a:pt x="33885" y="26582"/>
                  </a:cubicBezTo>
                  <a:cubicBezTo>
                    <a:pt x="37910" y="30359"/>
                    <a:pt x="39934" y="35471"/>
                    <a:pt x="39934" y="41920"/>
                  </a:cubicBezTo>
                  <a:cubicBezTo>
                    <a:pt x="39934" y="48561"/>
                    <a:pt x="37862" y="53728"/>
                    <a:pt x="33719" y="57421"/>
                  </a:cubicBezTo>
                  <a:cubicBezTo>
                    <a:pt x="29599" y="61086"/>
                    <a:pt x="23765" y="62920"/>
                    <a:pt x="16240" y="62920"/>
                  </a:cubicBezTo>
                  <a:cubicBezTo>
                    <a:pt x="13645" y="62920"/>
                    <a:pt x="11001" y="62701"/>
                    <a:pt x="8287" y="62260"/>
                  </a:cubicBezTo>
                  <a:cubicBezTo>
                    <a:pt x="5620" y="61820"/>
                    <a:pt x="2858" y="61158"/>
                    <a:pt x="0" y="60274"/>
                  </a:cubicBezTo>
                  <a:lnTo>
                    <a:pt x="0" y="51883"/>
                  </a:lnTo>
                  <a:cubicBezTo>
                    <a:pt x="2477" y="53233"/>
                    <a:pt x="5024" y="54240"/>
                    <a:pt x="7668" y="54900"/>
                  </a:cubicBezTo>
                  <a:cubicBezTo>
                    <a:pt x="10311" y="55562"/>
                    <a:pt x="13121" y="55893"/>
                    <a:pt x="16073" y="55893"/>
                  </a:cubicBezTo>
                  <a:cubicBezTo>
                    <a:pt x="20836" y="55893"/>
                    <a:pt x="24622" y="54638"/>
                    <a:pt x="27408" y="52130"/>
                  </a:cubicBezTo>
                  <a:cubicBezTo>
                    <a:pt x="30194" y="49623"/>
                    <a:pt x="31575" y="46218"/>
                    <a:pt x="31575" y="41920"/>
                  </a:cubicBezTo>
                  <a:cubicBezTo>
                    <a:pt x="31575" y="37621"/>
                    <a:pt x="30194" y="34216"/>
                    <a:pt x="27408" y="31709"/>
                  </a:cubicBezTo>
                  <a:cubicBezTo>
                    <a:pt x="24622" y="29201"/>
                    <a:pt x="20836" y="27946"/>
                    <a:pt x="16073" y="27946"/>
                  </a:cubicBezTo>
                  <a:cubicBezTo>
                    <a:pt x="13835" y="27946"/>
                    <a:pt x="11597" y="28194"/>
                    <a:pt x="9382" y="28689"/>
                  </a:cubicBezTo>
                  <a:cubicBezTo>
                    <a:pt x="7168" y="29187"/>
                    <a:pt x="4906" y="29959"/>
                    <a:pt x="2595" y="31006"/>
                  </a:cubicBezTo>
                  <a:lnTo>
                    <a:pt x="2595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682CBCB4-1998-915C-1A7A-6981E6011C62}"/>
                </a:ext>
              </a:extLst>
            </p:cNvPr>
            <p:cNvSpPr/>
            <p:nvPr/>
          </p:nvSpPr>
          <p:spPr>
            <a:xfrm>
              <a:off x="3624234" y="3152975"/>
              <a:ext cx="39195" cy="62838"/>
            </a:xfrm>
            <a:custGeom>
              <a:avLst/>
              <a:gdLst>
                <a:gd name="connsiteX0" fmla="*/ 10049 w 39195"/>
                <a:gd name="connsiteY0" fmla="*/ 55812 h 62838"/>
                <a:gd name="connsiteX1" fmla="*/ 39196 w 39195"/>
                <a:gd name="connsiteY1" fmla="*/ 55812 h 62838"/>
                <a:gd name="connsiteX2" fmla="*/ 39196 w 39195"/>
                <a:gd name="connsiteY2" fmla="*/ 62839 h 62838"/>
                <a:gd name="connsiteX3" fmla="*/ 0 w 39195"/>
                <a:gd name="connsiteY3" fmla="*/ 62839 h 62838"/>
                <a:gd name="connsiteX4" fmla="*/ 0 w 39195"/>
                <a:gd name="connsiteY4" fmla="*/ 55812 h 62838"/>
                <a:gd name="connsiteX5" fmla="*/ 12930 w 39195"/>
                <a:gd name="connsiteY5" fmla="*/ 42622 h 62838"/>
                <a:gd name="connsiteX6" fmla="*/ 23265 w 39195"/>
                <a:gd name="connsiteY6" fmla="*/ 31916 h 62838"/>
                <a:gd name="connsiteX7" fmla="*/ 28861 w 39195"/>
                <a:gd name="connsiteY7" fmla="*/ 24308 h 62838"/>
                <a:gd name="connsiteX8" fmla="*/ 30456 w 39195"/>
                <a:gd name="connsiteY8" fmla="*/ 18150 h 62838"/>
                <a:gd name="connsiteX9" fmla="*/ 26980 w 39195"/>
                <a:gd name="connsiteY9" fmla="*/ 10130 h 62838"/>
                <a:gd name="connsiteX10" fmla="*/ 18026 w 39195"/>
                <a:gd name="connsiteY10" fmla="*/ 7030 h 62838"/>
                <a:gd name="connsiteX11" fmla="*/ 9716 w 39195"/>
                <a:gd name="connsiteY11" fmla="*/ 8392 h 62838"/>
                <a:gd name="connsiteX12" fmla="*/ 405 w 39195"/>
                <a:gd name="connsiteY12" fmla="*/ 12528 h 62838"/>
                <a:gd name="connsiteX13" fmla="*/ 405 w 39195"/>
                <a:gd name="connsiteY13" fmla="*/ 4093 h 62838"/>
                <a:gd name="connsiteX14" fmla="*/ 9835 w 39195"/>
                <a:gd name="connsiteY14" fmla="*/ 1034 h 62838"/>
                <a:gd name="connsiteX15" fmla="*/ 17859 w 39195"/>
                <a:gd name="connsiteY15" fmla="*/ 0 h 62838"/>
                <a:gd name="connsiteX16" fmla="*/ 33147 w 39195"/>
                <a:gd name="connsiteY16" fmla="*/ 4796 h 62838"/>
                <a:gd name="connsiteX17" fmla="*/ 38862 w 39195"/>
                <a:gd name="connsiteY17" fmla="*/ 17612 h 62838"/>
                <a:gd name="connsiteX18" fmla="*/ 37410 w 39195"/>
                <a:gd name="connsiteY18" fmla="*/ 24846 h 62838"/>
                <a:gd name="connsiteX19" fmla="*/ 32242 w 39195"/>
                <a:gd name="connsiteY19" fmla="*/ 32866 h 62838"/>
                <a:gd name="connsiteX20" fmla="*/ 25670 w 39195"/>
                <a:gd name="connsiteY20" fmla="*/ 39812 h 62838"/>
                <a:gd name="connsiteX21" fmla="*/ 10049 w 39195"/>
                <a:gd name="connsiteY21" fmla="*/ 55812 h 62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195" h="62838">
                  <a:moveTo>
                    <a:pt x="10049" y="55812"/>
                  </a:moveTo>
                  <a:lnTo>
                    <a:pt x="39196" y="55812"/>
                  </a:lnTo>
                  <a:lnTo>
                    <a:pt x="39196" y="62839"/>
                  </a:lnTo>
                  <a:lnTo>
                    <a:pt x="0" y="62839"/>
                  </a:lnTo>
                  <a:lnTo>
                    <a:pt x="0" y="55812"/>
                  </a:lnTo>
                  <a:cubicBezTo>
                    <a:pt x="3167" y="52533"/>
                    <a:pt x="7477" y="48135"/>
                    <a:pt x="12930" y="42622"/>
                  </a:cubicBezTo>
                  <a:cubicBezTo>
                    <a:pt x="18431" y="37083"/>
                    <a:pt x="21860" y="33514"/>
                    <a:pt x="23265" y="31916"/>
                  </a:cubicBezTo>
                  <a:cubicBezTo>
                    <a:pt x="25956" y="28913"/>
                    <a:pt x="27813" y="26377"/>
                    <a:pt x="28861" y="24308"/>
                  </a:cubicBezTo>
                  <a:cubicBezTo>
                    <a:pt x="29932" y="22215"/>
                    <a:pt x="30456" y="20162"/>
                    <a:pt x="30456" y="18150"/>
                  </a:cubicBezTo>
                  <a:cubicBezTo>
                    <a:pt x="30456" y="14871"/>
                    <a:pt x="29289" y="12197"/>
                    <a:pt x="26980" y="10130"/>
                  </a:cubicBezTo>
                  <a:cubicBezTo>
                    <a:pt x="24694" y="8063"/>
                    <a:pt x="21717" y="7030"/>
                    <a:pt x="18026" y="7030"/>
                  </a:cubicBezTo>
                  <a:cubicBezTo>
                    <a:pt x="15407" y="7030"/>
                    <a:pt x="12645" y="7484"/>
                    <a:pt x="9716" y="8392"/>
                  </a:cubicBezTo>
                  <a:cubicBezTo>
                    <a:pt x="6810" y="9301"/>
                    <a:pt x="3715" y="10680"/>
                    <a:pt x="405" y="12528"/>
                  </a:cubicBezTo>
                  <a:lnTo>
                    <a:pt x="405" y="4093"/>
                  </a:lnTo>
                  <a:cubicBezTo>
                    <a:pt x="3763" y="2743"/>
                    <a:pt x="6906" y="1722"/>
                    <a:pt x="9835" y="1034"/>
                  </a:cubicBezTo>
                  <a:cubicBezTo>
                    <a:pt x="12763" y="345"/>
                    <a:pt x="15430" y="0"/>
                    <a:pt x="17859" y="0"/>
                  </a:cubicBezTo>
                  <a:cubicBezTo>
                    <a:pt x="24265" y="0"/>
                    <a:pt x="29361" y="1598"/>
                    <a:pt x="33147" y="4796"/>
                  </a:cubicBezTo>
                  <a:cubicBezTo>
                    <a:pt x="36957" y="7994"/>
                    <a:pt x="38862" y="12266"/>
                    <a:pt x="38862" y="17612"/>
                  </a:cubicBezTo>
                  <a:cubicBezTo>
                    <a:pt x="38862" y="20148"/>
                    <a:pt x="38386" y="22558"/>
                    <a:pt x="37410" y="24846"/>
                  </a:cubicBezTo>
                  <a:cubicBezTo>
                    <a:pt x="36481" y="27106"/>
                    <a:pt x="34743" y="29780"/>
                    <a:pt x="32242" y="32866"/>
                  </a:cubicBezTo>
                  <a:cubicBezTo>
                    <a:pt x="31552" y="33666"/>
                    <a:pt x="29361" y="35981"/>
                    <a:pt x="25670" y="39812"/>
                  </a:cubicBezTo>
                  <a:cubicBezTo>
                    <a:pt x="21979" y="43615"/>
                    <a:pt x="16764" y="48949"/>
                    <a:pt x="10049" y="55812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DABB84EC-9D59-60B8-5A6A-6B5C7EBB4A0D}"/>
              </a:ext>
            </a:extLst>
          </p:cNvPr>
          <p:cNvGrpSpPr/>
          <p:nvPr/>
        </p:nvGrpSpPr>
        <p:grpSpPr>
          <a:xfrm>
            <a:off x="2784885" y="2600031"/>
            <a:ext cx="429898" cy="969935"/>
            <a:chOff x="2992286" y="2215017"/>
            <a:chExt cx="429898" cy="969935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D6B1FD2-45BA-A958-1C21-8893403244CD}"/>
                </a:ext>
              </a:extLst>
            </p:cNvPr>
            <p:cNvSpPr/>
            <p:nvPr/>
          </p:nvSpPr>
          <p:spPr>
            <a:xfrm>
              <a:off x="2992286" y="2215017"/>
              <a:ext cx="429898" cy="969935"/>
            </a:xfrm>
            <a:custGeom>
              <a:avLst/>
              <a:gdLst>
                <a:gd name="connsiteX0" fmla="*/ 0 w 429898"/>
                <a:gd name="connsiteY0" fmla="*/ 969936 h 969935"/>
                <a:gd name="connsiteX1" fmla="*/ 429899 w 429898"/>
                <a:gd name="connsiteY1" fmla="*/ 969936 h 969935"/>
                <a:gd name="connsiteX2" fmla="*/ 429899 w 429898"/>
                <a:gd name="connsiteY2" fmla="*/ 0 h 969935"/>
                <a:gd name="connsiteX3" fmla="*/ 0 w 429898"/>
                <a:gd name="connsiteY3" fmla="*/ 0 h 969935"/>
                <a:gd name="connsiteX4" fmla="*/ 0 w 429898"/>
                <a:gd name="connsiteY4" fmla="*/ 969936 h 969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898" h="969935">
                  <a:moveTo>
                    <a:pt x="0" y="969936"/>
                  </a:moveTo>
                  <a:lnTo>
                    <a:pt x="429899" y="969936"/>
                  </a:lnTo>
                  <a:lnTo>
                    <a:pt x="429899" y="0"/>
                  </a:lnTo>
                  <a:lnTo>
                    <a:pt x="0" y="0"/>
                  </a:lnTo>
                  <a:lnTo>
                    <a:pt x="0" y="96993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95742FD5-7328-98F2-8592-9F35AD76177B}"/>
                </a:ext>
              </a:extLst>
            </p:cNvPr>
            <p:cNvSpPr/>
            <p:nvPr/>
          </p:nvSpPr>
          <p:spPr>
            <a:xfrm>
              <a:off x="3160843" y="2627976"/>
              <a:ext cx="92797" cy="144017"/>
            </a:xfrm>
            <a:custGeom>
              <a:avLst/>
              <a:gdLst>
                <a:gd name="connsiteX0" fmla="*/ 0 w 92797"/>
                <a:gd name="connsiteY0" fmla="*/ 0 h 144017"/>
                <a:gd name="connsiteX1" fmla="*/ 91059 w 92797"/>
                <a:gd name="connsiteY1" fmla="*/ 0 h 144017"/>
                <a:gd name="connsiteX2" fmla="*/ 91059 w 92797"/>
                <a:gd name="connsiteY2" fmla="*/ 16400 h 144017"/>
                <a:gd name="connsiteX3" fmla="*/ 19479 w 92797"/>
                <a:gd name="connsiteY3" fmla="*/ 16400 h 144017"/>
                <a:gd name="connsiteX4" fmla="*/ 19479 w 92797"/>
                <a:gd name="connsiteY4" fmla="*/ 59036 h 144017"/>
                <a:gd name="connsiteX5" fmla="*/ 88059 w 92797"/>
                <a:gd name="connsiteY5" fmla="*/ 59036 h 144017"/>
                <a:gd name="connsiteX6" fmla="*/ 88059 w 92797"/>
                <a:gd name="connsiteY6" fmla="*/ 75433 h 144017"/>
                <a:gd name="connsiteX7" fmla="*/ 19479 w 92797"/>
                <a:gd name="connsiteY7" fmla="*/ 75433 h 144017"/>
                <a:gd name="connsiteX8" fmla="*/ 19479 w 92797"/>
                <a:gd name="connsiteY8" fmla="*/ 127618 h 144017"/>
                <a:gd name="connsiteX9" fmla="*/ 92797 w 92797"/>
                <a:gd name="connsiteY9" fmla="*/ 127618 h 144017"/>
                <a:gd name="connsiteX10" fmla="*/ 92797 w 92797"/>
                <a:gd name="connsiteY10" fmla="*/ 144018 h 144017"/>
                <a:gd name="connsiteX11" fmla="*/ 0 w 92797"/>
                <a:gd name="connsiteY11" fmla="*/ 144018 h 144017"/>
                <a:gd name="connsiteX12" fmla="*/ 0 w 92797"/>
                <a:gd name="connsiteY12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797" h="144017">
                  <a:moveTo>
                    <a:pt x="0" y="0"/>
                  </a:moveTo>
                  <a:lnTo>
                    <a:pt x="91059" y="0"/>
                  </a:lnTo>
                  <a:lnTo>
                    <a:pt x="91059" y="16400"/>
                  </a:lnTo>
                  <a:lnTo>
                    <a:pt x="19479" y="16400"/>
                  </a:lnTo>
                  <a:lnTo>
                    <a:pt x="19479" y="59036"/>
                  </a:lnTo>
                  <a:lnTo>
                    <a:pt x="88059" y="59036"/>
                  </a:lnTo>
                  <a:lnTo>
                    <a:pt x="88059" y="75433"/>
                  </a:lnTo>
                  <a:lnTo>
                    <a:pt x="19479" y="75433"/>
                  </a:lnTo>
                  <a:lnTo>
                    <a:pt x="19479" y="127618"/>
                  </a:lnTo>
                  <a:lnTo>
                    <a:pt x="92797" y="127618"/>
                  </a:lnTo>
                  <a:lnTo>
                    <a:pt x="92797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04DBAA9B-003F-05D2-2659-67310217D727}"/>
              </a:ext>
            </a:extLst>
          </p:cNvPr>
          <p:cNvGrpSpPr/>
          <p:nvPr/>
        </p:nvGrpSpPr>
        <p:grpSpPr>
          <a:xfrm>
            <a:off x="3258686" y="2568053"/>
            <a:ext cx="228980" cy="64038"/>
            <a:chOff x="3435091" y="2183039"/>
            <a:chExt cx="228980" cy="64038"/>
          </a:xfrm>
        </p:grpSpPr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6640DFB7-B452-7523-1759-E01286F71336}"/>
                </a:ext>
              </a:extLst>
            </p:cNvPr>
            <p:cNvSpPr/>
            <p:nvPr/>
          </p:nvSpPr>
          <p:spPr>
            <a:xfrm>
              <a:off x="3435091" y="2183039"/>
              <a:ext cx="42671" cy="64038"/>
            </a:xfrm>
            <a:custGeom>
              <a:avLst/>
              <a:gdLst>
                <a:gd name="connsiteX0" fmla="*/ 21336 w 42671"/>
                <a:gd name="connsiteY0" fmla="*/ 6615 h 64038"/>
                <a:gd name="connsiteX1" fmla="*/ 11621 w 42671"/>
                <a:gd name="connsiteY1" fmla="*/ 12983 h 64038"/>
                <a:gd name="connsiteX2" fmla="*/ 8406 w 42671"/>
                <a:gd name="connsiteY2" fmla="*/ 32040 h 64038"/>
                <a:gd name="connsiteX3" fmla="*/ 11621 w 42671"/>
                <a:gd name="connsiteY3" fmla="*/ 51099 h 64038"/>
                <a:gd name="connsiteX4" fmla="*/ 21336 w 42671"/>
                <a:gd name="connsiteY4" fmla="*/ 57424 h 64038"/>
                <a:gd name="connsiteX5" fmla="*/ 31051 w 42671"/>
                <a:gd name="connsiteY5" fmla="*/ 51099 h 64038"/>
                <a:gd name="connsiteX6" fmla="*/ 34314 w 42671"/>
                <a:gd name="connsiteY6" fmla="*/ 32040 h 64038"/>
                <a:gd name="connsiteX7" fmla="*/ 31051 w 42671"/>
                <a:gd name="connsiteY7" fmla="*/ 12983 h 64038"/>
                <a:gd name="connsiteX8" fmla="*/ 21336 w 42671"/>
                <a:gd name="connsiteY8" fmla="*/ 6615 h 64038"/>
                <a:gd name="connsiteX9" fmla="*/ 21336 w 42671"/>
                <a:gd name="connsiteY9" fmla="*/ 0 h 64038"/>
                <a:gd name="connsiteX10" fmla="*/ 37171 w 42671"/>
                <a:gd name="connsiteY10" fmla="*/ 8227 h 64038"/>
                <a:gd name="connsiteX11" fmla="*/ 42672 w 42671"/>
                <a:gd name="connsiteY11" fmla="*/ 32040 h 64038"/>
                <a:gd name="connsiteX12" fmla="*/ 37171 w 42671"/>
                <a:gd name="connsiteY12" fmla="*/ 55852 h 64038"/>
                <a:gd name="connsiteX13" fmla="*/ 21336 w 42671"/>
                <a:gd name="connsiteY13" fmla="*/ 64039 h 64038"/>
                <a:gd name="connsiteX14" fmla="*/ 5453 w 42671"/>
                <a:gd name="connsiteY14" fmla="*/ 55852 h 64038"/>
                <a:gd name="connsiteX15" fmla="*/ 0 w 42671"/>
                <a:gd name="connsiteY15" fmla="*/ 32040 h 64038"/>
                <a:gd name="connsiteX16" fmla="*/ 5453 w 42671"/>
                <a:gd name="connsiteY16" fmla="*/ 8227 h 64038"/>
                <a:gd name="connsiteX17" fmla="*/ 21336 w 42671"/>
                <a:gd name="connsiteY17" fmla="*/ 0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1" h="64038">
                  <a:moveTo>
                    <a:pt x="21336" y="6615"/>
                  </a:moveTo>
                  <a:cubicBezTo>
                    <a:pt x="17026" y="6615"/>
                    <a:pt x="13787" y="8737"/>
                    <a:pt x="11621" y="12983"/>
                  </a:cubicBezTo>
                  <a:cubicBezTo>
                    <a:pt x="9477" y="17200"/>
                    <a:pt x="8406" y="23551"/>
                    <a:pt x="8406" y="32040"/>
                  </a:cubicBezTo>
                  <a:cubicBezTo>
                    <a:pt x="8406" y="40500"/>
                    <a:pt x="9477" y="46854"/>
                    <a:pt x="11621" y="51099"/>
                  </a:cubicBezTo>
                  <a:cubicBezTo>
                    <a:pt x="13787" y="55316"/>
                    <a:pt x="17026" y="57424"/>
                    <a:pt x="21336" y="57424"/>
                  </a:cubicBezTo>
                  <a:cubicBezTo>
                    <a:pt x="25670" y="57424"/>
                    <a:pt x="28908" y="55316"/>
                    <a:pt x="31051" y="51099"/>
                  </a:cubicBezTo>
                  <a:cubicBezTo>
                    <a:pt x="33218" y="46854"/>
                    <a:pt x="34314" y="40500"/>
                    <a:pt x="34314" y="32040"/>
                  </a:cubicBezTo>
                  <a:cubicBezTo>
                    <a:pt x="34314" y="23551"/>
                    <a:pt x="33218" y="17200"/>
                    <a:pt x="31051" y="12983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1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1" y="55852"/>
                  </a:cubicBezTo>
                  <a:cubicBezTo>
                    <a:pt x="33528" y="61310"/>
                    <a:pt x="28265" y="64039"/>
                    <a:pt x="21336" y="64039"/>
                  </a:cubicBezTo>
                  <a:cubicBezTo>
                    <a:pt x="14406" y="64039"/>
                    <a:pt x="9120" y="61310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6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61886467-AD20-9FDA-340D-4E733B6E0805}"/>
                </a:ext>
              </a:extLst>
            </p:cNvPr>
            <p:cNvSpPr/>
            <p:nvPr/>
          </p:nvSpPr>
          <p:spPr>
            <a:xfrm>
              <a:off x="3492432" y="2235377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4F909F79-1E93-C2B0-A1CA-F607C2FCCD22}"/>
                </a:ext>
              </a:extLst>
            </p:cNvPr>
            <p:cNvSpPr/>
            <p:nvPr/>
          </p:nvSpPr>
          <p:spPr>
            <a:xfrm>
              <a:off x="3516744" y="2183039"/>
              <a:ext cx="40624" cy="64038"/>
            </a:xfrm>
            <a:custGeom>
              <a:avLst/>
              <a:gdLst>
                <a:gd name="connsiteX0" fmla="*/ 27908 w 40624"/>
                <a:gd name="connsiteY0" fmla="*/ 29559 h 64038"/>
                <a:gd name="connsiteX1" fmla="*/ 37243 w 40624"/>
                <a:gd name="connsiteY1" fmla="*/ 34892 h 64038"/>
                <a:gd name="connsiteX2" fmla="*/ 40624 w 40624"/>
                <a:gd name="connsiteY2" fmla="*/ 44896 h 64038"/>
                <a:gd name="connsiteX3" fmla="*/ 34362 w 40624"/>
                <a:gd name="connsiteY3" fmla="*/ 59036 h 64038"/>
                <a:gd name="connsiteX4" fmla="*/ 16502 w 40624"/>
                <a:gd name="connsiteY4" fmla="*/ 64039 h 64038"/>
                <a:gd name="connsiteX5" fmla="*/ 8477 w 40624"/>
                <a:gd name="connsiteY5" fmla="*/ 63253 h 64038"/>
                <a:gd name="connsiteX6" fmla="*/ 0 w 40624"/>
                <a:gd name="connsiteY6" fmla="*/ 60979 h 64038"/>
                <a:gd name="connsiteX7" fmla="*/ 0 w 40624"/>
                <a:gd name="connsiteY7" fmla="*/ 52916 h 64038"/>
                <a:gd name="connsiteX8" fmla="*/ 7596 w 40624"/>
                <a:gd name="connsiteY8" fmla="*/ 55976 h 64038"/>
                <a:gd name="connsiteX9" fmla="*/ 16240 w 40624"/>
                <a:gd name="connsiteY9" fmla="*/ 57010 h 64038"/>
                <a:gd name="connsiteX10" fmla="*/ 28194 w 40624"/>
                <a:gd name="connsiteY10" fmla="*/ 53909 h 64038"/>
                <a:gd name="connsiteX11" fmla="*/ 32338 w 40624"/>
                <a:gd name="connsiteY11" fmla="*/ 44896 h 64038"/>
                <a:gd name="connsiteX12" fmla="*/ 28480 w 40624"/>
                <a:gd name="connsiteY12" fmla="*/ 36381 h 64038"/>
                <a:gd name="connsiteX13" fmla="*/ 17859 w 40624"/>
                <a:gd name="connsiteY13" fmla="*/ 33280 h 64038"/>
                <a:gd name="connsiteX14" fmla="*/ 10668 w 40624"/>
                <a:gd name="connsiteY14" fmla="*/ 33280 h 64038"/>
                <a:gd name="connsiteX15" fmla="*/ 10668 w 40624"/>
                <a:gd name="connsiteY15" fmla="*/ 26418 h 64038"/>
                <a:gd name="connsiteX16" fmla="*/ 18193 w 40624"/>
                <a:gd name="connsiteY16" fmla="*/ 26418 h 64038"/>
                <a:gd name="connsiteX17" fmla="*/ 27623 w 40624"/>
                <a:gd name="connsiteY17" fmla="*/ 23979 h 64038"/>
                <a:gd name="connsiteX18" fmla="*/ 30885 w 40624"/>
                <a:gd name="connsiteY18" fmla="*/ 16869 h 64038"/>
                <a:gd name="connsiteX19" fmla="*/ 27480 w 40624"/>
                <a:gd name="connsiteY19" fmla="*/ 9592 h 64038"/>
                <a:gd name="connsiteX20" fmla="*/ 17859 w 40624"/>
                <a:gd name="connsiteY20" fmla="*/ 7030 h 64038"/>
                <a:gd name="connsiteX21" fmla="*/ 10501 w 40624"/>
                <a:gd name="connsiteY21" fmla="*/ 7772 h 64038"/>
                <a:gd name="connsiteX22" fmla="*/ 1857 w 40624"/>
                <a:gd name="connsiteY22" fmla="*/ 10087 h 64038"/>
                <a:gd name="connsiteX23" fmla="*/ 1857 w 40624"/>
                <a:gd name="connsiteY23" fmla="*/ 2646 h 64038"/>
                <a:gd name="connsiteX24" fmla="*/ 10739 w 40624"/>
                <a:gd name="connsiteY24" fmla="*/ 662 h 64038"/>
                <a:gd name="connsiteX25" fmla="*/ 18598 w 40624"/>
                <a:gd name="connsiteY25" fmla="*/ 0 h 64038"/>
                <a:gd name="connsiteX26" fmla="*/ 33647 w 40624"/>
                <a:gd name="connsiteY26" fmla="*/ 4341 h 64038"/>
                <a:gd name="connsiteX27" fmla="*/ 39196 w 40624"/>
                <a:gd name="connsiteY27" fmla="*/ 16000 h 64038"/>
                <a:gd name="connsiteX28" fmla="*/ 36243 w 40624"/>
                <a:gd name="connsiteY28" fmla="*/ 24682 h 64038"/>
                <a:gd name="connsiteX29" fmla="*/ 27908 w 40624"/>
                <a:gd name="connsiteY29" fmla="*/ 29559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24" h="64038">
                  <a:moveTo>
                    <a:pt x="27908" y="29559"/>
                  </a:moveTo>
                  <a:cubicBezTo>
                    <a:pt x="31909" y="30413"/>
                    <a:pt x="35028" y="32192"/>
                    <a:pt x="37243" y="34892"/>
                  </a:cubicBezTo>
                  <a:cubicBezTo>
                    <a:pt x="39505" y="37593"/>
                    <a:pt x="40624" y="40927"/>
                    <a:pt x="40624" y="44896"/>
                  </a:cubicBezTo>
                  <a:cubicBezTo>
                    <a:pt x="40624" y="50987"/>
                    <a:pt x="38529" y="55700"/>
                    <a:pt x="34362" y="59036"/>
                  </a:cubicBezTo>
                  <a:cubicBezTo>
                    <a:pt x="30171" y="62372"/>
                    <a:pt x="24217" y="64039"/>
                    <a:pt x="16502" y="64039"/>
                  </a:cubicBezTo>
                  <a:cubicBezTo>
                    <a:pt x="13907" y="64039"/>
                    <a:pt x="11216" y="63777"/>
                    <a:pt x="8477" y="63253"/>
                  </a:cubicBezTo>
                  <a:cubicBezTo>
                    <a:pt x="5739" y="62755"/>
                    <a:pt x="2929" y="61998"/>
                    <a:pt x="0" y="60979"/>
                  </a:cubicBezTo>
                  <a:lnTo>
                    <a:pt x="0" y="52916"/>
                  </a:lnTo>
                  <a:cubicBezTo>
                    <a:pt x="2310" y="54266"/>
                    <a:pt x="4858" y="55288"/>
                    <a:pt x="7596" y="55976"/>
                  </a:cubicBezTo>
                  <a:cubicBezTo>
                    <a:pt x="10359" y="56664"/>
                    <a:pt x="13240" y="57010"/>
                    <a:pt x="16240" y="57010"/>
                  </a:cubicBezTo>
                  <a:cubicBezTo>
                    <a:pt x="21479" y="57010"/>
                    <a:pt x="25456" y="55976"/>
                    <a:pt x="28194" y="53909"/>
                  </a:cubicBezTo>
                  <a:cubicBezTo>
                    <a:pt x="30956" y="51842"/>
                    <a:pt x="32338" y="48837"/>
                    <a:pt x="32338" y="44896"/>
                  </a:cubicBezTo>
                  <a:cubicBezTo>
                    <a:pt x="32338" y="41260"/>
                    <a:pt x="31052" y="38421"/>
                    <a:pt x="28480" y="36381"/>
                  </a:cubicBezTo>
                  <a:cubicBezTo>
                    <a:pt x="25932" y="34314"/>
                    <a:pt x="22408" y="33280"/>
                    <a:pt x="17859" y="33280"/>
                  </a:cubicBezTo>
                  <a:lnTo>
                    <a:pt x="10668" y="33280"/>
                  </a:lnTo>
                  <a:lnTo>
                    <a:pt x="10668" y="26418"/>
                  </a:lnTo>
                  <a:lnTo>
                    <a:pt x="18193" y="26418"/>
                  </a:lnTo>
                  <a:cubicBezTo>
                    <a:pt x="22289" y="26418"/>
                    <a:pt x="25432" y="25606"/>
                    <a:pt x="27623" y="23979"/>
                  </a:cubicBezTo>
                  <a:cubicBezTo>
                    <a:pt x="29789" y="22324"/>
                    <a:pt x="30885" y="19955"/>
                    <a:pt x="30885" y="16869"/>
                  </a:cubicBezTo>
                  <a:cubicBezTo>
                    <a:pt x="30885" y="13699"/>
                    <a:pt x="29742" y="11273"/>
                    <a:pt x="27480" y="9592"/>
                  </a:cubicBezTo>
                  <a:cubicBezTo>
                    <a:pt x="25265" y="7884"/>
                    <a:pt x="22050" y="7030"/>
                    <a:pt x="17859" y="7030"/>
                  </a:cubicBezTo>
                  <a:cubicBezTo>
                    <a:pt x="15573" y="7030"/>
                    <a:pt x="13121" y="7277"/>
                    <a:pt x="10501" y="7772"/>
                  </a:cubicBezTo>
                  <a:cubicBezTo>
                    <a:pt x="7882" y="8270"/>
                    <a:pt x="5001" y="9042"/>
                    <a:pt x="1857" y="10087"/>
                  </a:cubicBezTo>
                  <a:lnTo>
                    <a:pt x="1857" y="2646"/>
                  </a:lnTo>
                  <a:cubicBezTo>
                    <a:pt x="5025" y="1764"/>
                    <a:pt x="8001" y="1103"/>
                    <a:pt x="10739" y="662"/>
                  </a:cubicBezTo>
                  <a:cubicBezTo>
                    <a:pt x="13526" y="221"/>
                    <a:pt x="16145" y="0"/>
                    <a:pt x="18598" y="0"/>
                  </a:cubicBezTo>
                  <a:cubicBezTo>
                    <a:pt x="24932" y="0"/>
                    <a:pt x="29956" y="1448"/>
                    <a:pt x="33647" y="4341"/>
                  </a:cubicBezTo>
                  <a:cubicBezTo>
                    <a:pt x="37338" y="7208"/>
                    <a:pt x="39196" y="11094"/>
                    <a:pt x="39196" y="16000"/>
                  </a:cubicBezTo>
                  <a:cubicBezTo>
                    <a:pt x="39196" y="19417"/>
                    <a:pt x="38219" y="22312"/>
                    <a:pt x="36243" y="24682"/>
                  </a:cubicBezTo>
                  <a:cubicBezTo>
                    <a:pt x="34290" y="27025"/>
                    <a:pt x="31504" y="28651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161E89E2-F69A-9D4C-1BFC-D2FC778B51F7}"/>
                </a:ext>
              </a:extLst>
            </p:cNvPr>
            <p:cNvSpPr/>
            <p:nvPr/>
          </p:nvSpPr>
          <p:spPr>
            <a:xfrm>
              <a:off x="3570060" y="2183039"/>
              <a:ext cx="42624" cy="64038"/>
            </a:xfrm>
            <a:custGeom>
              <a:avLst/>
              <a:gdLst>
                <a:gd name="connsiteX0" fmla="*/ 22050 w 42624"/>
                <a:gd name="connsiteY0" fmla="*/ 28651 h 64038"/>
                <a:gd name="connsiteX1" fmla="*/ 13121 w 42624"/>
                <a:gd name="connsiteY1" fmla="*/ 32495 h 64038"/>
                <a:gd name="connsiteX2" fmla="*/ 9858 w 42624"/>
                <a:gd name="connsiteY2" fmla="*/ 43036 h 64038"/>
                <a:gd name="connsiteX3" fmla="*/ 13121 w 42624"/>
                <a:gd name="connsiteY3" fmla="*/ 53578 h 64038"/>
                <a:gd name="connsiteX4" fmla="*/ 22050 w 42624"/>
                <a:gd name="connsiteY4" fmla="*/ 57424 h 64038"/>
                <a:gd name="connsiteX5" fmla="*/ 30932 w 42624"/>
                <a:gd name="connsiteY5" fmla="*/ 53578 h 64038"/>
                <a:gd name="connsiteX6" fmla="*/ 34242 w 42624"/>
                <a:gd name="connsiteY6" fmla="*/ 43036 h 64038"/>
                <a:gd name="connsiteX7" fmla="*/ 30932 w 42624"/>
                <a:gd name="connsiteY7" fmla="*/ 32495 h 64038"/>
                <a:gd name="connsiteX8" fmla="*/ 22050 w 42624"/>
                <a:gd name="connsiteY8" fmla="*/ 28651 h 64038"/>
                <a:gd name="connsiteX9" fmla="*/ 38624 w 42624"/>
                <a:gd name="connsiteY9" fmla="*/ 2481 h 64038"/>
                <a:gd name="connsiteX10" fmla="*/ 38624 w 42624"/>
                <a:gd name="connsiteY10" fmla="*/ 10087 h 64038"/>
                <a:gd name="connsiteX11" fmla="*/ 32266 w 42624"/>
                <a:gd name="connsiteY11" fmla="*/ 7815 h 64038"/>
                <a:gd name="connsiteX12" fmla="*/ 25932 w 42624"/>
                <a:gd name="connsiteY12" fmla="*/ 7030 h 64038"/>
                <a:gd name="connsiteX13" fmla="*/ 13288 w 42624"/>
                <a:gd name="connsiteY13" fmla="*/ 12609 h 64038"/>
                <a:gd name="connsiteX14" fmla="*/ 8311 w 42624"/>
                <a:gd name="connsiteY14" fmla="*/ 29477 h 64038"/>
                <a:gd name="connsiteX15" fmla="*/ 14431 w 42624"/>
                <a:gd name="connsiteY15" fmla="*/ 23979 h 64038"/>
                <a:gd name="connsiteX16" fmla="*/ 22551 w 42624"/>
                <a:gd name="connsiteY16" fmla="*/ 22036 h 64038"/>
                <a:gd name="connsiteX17" fmla="*/ 37219 w 42624"/>
                <a:gd name="connsiteY17" fmla="*/ 27699 h 64038"/>
                <a:gd name="connsiteX18" fmla="*/ 42624 w 42624"/>
                <a:gd name="connsiteY18" fmla="*/ 43036 h 64038"/>
                <a:gd name="connsiteX19" fmla="*/ 37005 w 42624"/>
                <a:gd name="connsiteY19" fmla="*/ 58291 h 64038"/>
                <a:gd name="connsiteX20" fmla="*/ 22050 w 42624"/>
                <a:gd name="connsiteY20" fmla="*/ 64039 h 64038"/>
                <a:gd name="connsiteX21" fmla="*/ 5667 w 42624"/>
                <a:gd name="connsiteY21" fmla="*/ 55852 h 64038"/>
                <a:gd name="connsiteX22" fmla="*/ 0 w 42624"/>
                <a:gd name="connsiteY22" fmla="*/ 32040 h 64038"/>
                <a:gd name="connsiteX23" fmla="*/ 6953 w 42624"/>
                <a:gd name="connsiteY23" fmla="*/ 8725 h 64038"/>
                <a:gd name="connsiteX24" fmla="*/ 25598 w 42624"/>
                <a:gd name="connsiteY24" fmla="*/ 0 h 64038"/>
                <a:gd name="connsiteX25" fmla="*/ 31933 w 42624"/>
                <a:gd name="connsiteY25" fmla="*/ 622 h 64038"/>
                <a:gd name="connsiteX26" fmla="*/ 38624 w 42624"/>
                <a:gd name="connsiteY26" fmla="*/ 2481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24" h="64038">
                  <a:moveTo>
                    <a:pt x="22050" y="28651"/>
                  </a:moveTo>
                  <a:cubicBezTo>
                    <a:pt x="18312" y="28651"/>
                    <a:pt x="15335" y="29932"/>
                    <a:pt x="13121" y="32495"/>
                  </a:cubicBezTo>
                  <a:cubicBezTo>
                    <a:pt x="10954" y="35059"/>
                    <a:pt x="9858" y="38571"/>
                    <a:pt x="9858" y="43036"/>
                  </a:cubicBezTo>
                  <a:cubicBezTo>
                    <a:pt x="9858" y="47473"/>
                    <a:pt x="10954" y="50987"/>
                    <a:pt x="13121" y="53578"/>
                  </a:cubicBezTo>
                  <a:cubicBezTo>
                    <a:pt x="15335" y="56143"/>
                    <a:pt x="18312" y="57424"/>
                    <a:pt x="22050" y="57424"/>
                  </a:cubicBezTo>
                  <a:cubicBezTo>
                    <a:pt x="25789" y="57424"/>
                    <a:pt x="28766" y="56143"/>
                    <a:pt x="30932" y="53578"/>
                  </a:cubicBezTo>
                  <a:cubicBezTo>
                    <a:pt x="33147" y="50987"/>
                    <a:pt x="34242" y="47473"/>
                    <a:pt x="34242" y="43036"/>
                  </a:cubicBezTo>
                  <a:cubicBezTo>
                    <a:pt x="34242" y="38571"/>
                    <a:pt x="33147" y="35059"/>
                    <a:pt x="30932" y="32495"/>
                  </a:cubicBezTo>
                  <a:cubicBezTo>
                    <a:pt x="28766" y="29932"/>
                    <a:pt x="25789" y="28651"/>
                    <a:pt x="22050" y="28651"/>
                  </a:cubicBezTo>
                  <a:moveTo>
                    <a:pt x="38624" y="2481"/>
                  </a:moveTo>
                  <a:lnTo>
                    <a:pt x="38624" y="10087"/>
                  </a:lnTo>
                  <a:cubicBezTo>
                    <a:pt x="36529" y="9094"/>
                    <a:pt x="34409" y="8337"/>
                    <a:pt x="32266" y="7815"/>
                  </a:cubicBezTo>
                  <a:cubicBezTo>
                    <a:pt x="30147" y="7291"/>
                    <a:pt x="28027" y="7030"/>
                    <a:pt x="25932" y="7030"/>
                  </a:cubicBezTo>
                  <a:cubicBezTo>
                    <a:pt x="20431" y="7030"/>
                    <a:pt x="16216" y="8889"/>
                    <a:pt x="13288" y="12609"/>
                  </a:cubicBezTo>
                  <a:cubicBezTo>
                    <a:pt x="10382" y="16331"/>
                    <a:pt x="8715" y="21953"/>
                    <a:pt x="8311" y="29477"/>
                  </a:cubicBezTo>
                  <a:cubicBezTo>
                    <a:pt x="9954" y="27080"/>
                    <a:pt x="11978" y="25246"/>
                    <a:pt x="14431" y="23979"/>
                  </a:cubicBezTo>
                  <a:cubicBezTo>
                    <a:pt x="16883" y="22684"/>
                    <a:pt x="19598" y="22036"/>
                    <a:pt x="22551" y="22036"/>
                  </a:cubicBezTo>
                  <a:cubicBezTo>
                    <a:pt x="28742" y="22036"/>
                    <a:pt x="33623" y="23924"/>
                    <a:pt x="37219" y="27699"/>
                  </a:cubicBezTo>
                  <a:cubicBezTo>
                    <a:pt x="40815" y="31447"/>
                    <a:pt x="42624" y="36559"/>
                    <a:pt x="42624" y="43036"/>
                  </a:cubicBezTo>
                  <a:cubicBezTo>
                    <a:pt x="42624" y="49375"/>
                    <a:pt x="40743" y="54459"/>
                    <a:pt x="37005" y="58291"/>
                  </a:cubicBezTo>
                  <a:cubicBezTo>
                    <a:pt x="33266" y="62122"/>
                    <a:pt x="28265" y="64039"/>
                    <a:pt x="22050" y="64039"/>
                  </a:cubicBezTo>
                  <a:cubicBezTo>
                    <a:pt x="14907" y="64039"/>
                    <a:pt x="9454" y="61310"/>
                    <a:pt x="5667" y="55852"/>
                  </a:cubicBezTo>
                  <a:cubicBezTo>
                    <a:pt x="1881" y="50368"/>
                    <a:pt x="0" y="42429"/>
                    <a:pt x="0" y="32040"/>
                  </a:cubicBezTo>
                  <a:cubicBezTo>
                    <a:pt x="0" y="22284"/>
                    <a:pt x="2310" y="14511"/>
                    <a:pt x="6953" y="8725"/>
                  </a:cubicBezTo>
                  <a:cubicBezTo>
                    <a:pt x="11597" y="2908"/>
                    <a:pt x="17812" y="0"/>
                    <a:pt x="25598" y="0"/>
                  </a:cubicBezTo>
                  <a:cubicBezTo>
                    <a:pt x="27694" y="0"/>
                    <a:pt x="29813" y="207"/>
                    <a:pt x="31933" y="622"/>
                  </a:cubicBezTo>
                  <a:cubicBezTo>
                    <a:pt x="34076" y="1034"/>
                    <a:pt x="36314" y="1655"/>
                    <a:pt x="38624" y="248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3A0D8D93-96A5-A431-14C5-7D8044D96DF5}"/>
                </a:ext>
              </a:extLst>
            </p:cNvPr>
            <p:cNvSpPr/>
            <p:nvPr/>
          </p:nvSpPr>
          <p:spPr>
            <a:xfrm>
              <a:off x="3627329" y="2184156"/>
              <a:ext cx="36742" cy="61721"/>
            </a:xfrm>
            <a:custGeom>
              <a:avLst/>
              <a:gdLst>
                <a:gd name="connsiteX0" fmla="*/ 1191 w 36742"/>
                <a:gd name="connsiteY0" fmla="*/ 54695 h 61721"/>
                <a:gd name="connsiteX1" fmla="*/ 14835 w 36742"/>
                <a:gd name="connsiteY1" fmla="*/ 54695 h 61721"/>
                <a:gd name="connsiteX2" fmla="*/ 14835 w 36742"/>
                <a:gd name="connsiteY2" fmla="*/ 7608 h 61721"/>
                <a:gd name="connsiteX3" fmla="*/ 0 w 36742"/>
                <a:gd name="connsiteY3" fmla="*/ 10585 h 61721"/>
                <a:gd name="connsiteX4" fmla="*/ 0 w 36742"/>
                <a:gd name="connsiteY4" fmla="*/ 2977 h 61721"/>
                <a:gd name="connsiteX5" fmla="*/ 14764 w 36742"/>
                <a:gd name="connsiteY5" fmla="*/ 0 h 61721"/>
                <a:gd name="connsiteX6" fmla="*/ 23098 w 36742"/>
                <a:gd name="connsiteY6" fmla="*/ 0 h 61721"/>
                <a:gd name="connsiteX7" fmla="*/ 23098 w 36742"/>
                <a:gd name="connsiteY7" fmla="*/ 54695 h 61721"/>
                <a:gd name="connsiteX8" fmla="*/ 36743 w 36742"/>
                <a:gd name="connsiteY8" fmla="*/ 54695 h 61721"/>
                <a:gd name="connsiteX9" fmla="*/ 36743 w 36742"/>
                <a:gd name="connsiteY9" fmla="*/ 61722 h 61721"/>
                <a:gd name="connsiteX10" fmla="*/ 1191 w 36742"/>
                <a:gd name="connsiteY10" fmla="*/ 61722 h 61721"/>
                <a:gd name="connsiteX11" fmla="*/ 1191 w 36742"/>
                <a:gd name="connsiteY11" fmla="*/ 54695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6742" h="61721">
                  <a:moveTo>
                    <a:pt x="1191" y="54695"/>
                  </a:moveTo>
                  <a:lnTo>
                    <a:pt x="14835" y="54695"/>
                  </a:lnTo>
                  <a:lnTo>
                    <a:pt x="14835" y="7608"/>
                  </a:lnTo>
                  <a:lnTo>
                    <a:pt x="0" y="10585"/>
                  </a:lnTo>
                  <a:lnTo>
                    <a:pt x="0" y="2977"/>
                  </a:lnTo>
                  <a:lnTo>
                    <a:pt x="14764" y="0"/>
                  </a:lnTo>
                  <a:lnTo>
                    <a:pt x="23098" y="0"/>
                  </a:lnTo>
                  <a:lnTo>
                    <a:pt x="23098" y="54695"/>
                  </a:lnTo>
                  <a:lnTo>
                    <a:pt x="36743" y="54695"/>
                  </a:lnTo>
                  <a:lnTo>
                    <a:pt x="36743" y="61722"/>
                  </a:lnTo>
                  <a:lnTo>
                    <a:pt x="1191" y="61722"/>
                  </a:lnTo>
                  <a:lnTo>
                    <a:pt x="1191" y="54695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4" name="Group 253">
            <a:extLst>
              <a:ext uri="{FF2B5EF4-FFF2-40B4-BE49-F238E27FC236}">
                <a16:creationId xmlns:a16="http://schemas.microsoft.com/office/drawing/2014/main" id="{00B99C90-3C2F-661D-288C-87E68EC7EBA6}"/>
              </a:ext>
            </a:extLst>
          </p:cNvPr>
          <p:cNvGrpSpPr/>
          <p:nvPr/>
        </p:nvGrpSpPr>
        <p:grpSpPr>
          <a:xfrm>
            <a:off x="2784885" y="1630096"/>
            <a:ext cx="429898" cy="969934"/>
            <a:chOff x="2992286" y="1245082"/>
            <a:chExt cx="429898" cy="969934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67F44F74-B83A-5EA0-FC86-B2673099C14A}"/>
                </a:ext>
              </a:extLst>
            </p:cNvPr>
            <p:cNvSpPr/>
            <p:nvPr/>
          </p:nvSpPr>
          <p:spPr>
            <a:xfrm>
              <a:off x="2992286" y="1245082"/>
              <a:ext cx="429898" cy="969934"/>
            </a:xfrm>
            <a:custGeom>
              <a:avLst/>
              <a:gdLst>
                <a:gd name="connsiteX0" fmla="*/ 0 w 429898"/>
                <a:gd name="connsiteY0" fmla="*/ 969935 h 969934"/>
                <a:gd name="connsiteX1" fmla="*/ 429899 w 429898"/>
                <a:gd name="connsiteY1" fmla="*/ 969935 h 969934"/>
                <a:gd name="connsiteX2" fmla="*/ 429899 w 429898"/>
                <a:gd name="connsiteY2" fmla="*/ 0 h 969934"/>
                <a:gd name="connsiteX3" fmla="*/ 0 w 429898"/>
                <a:gd name="connsiteY3" fmla="*/ 0 h 969934"/>
                <a:gd name="connsiteX4" fmla="*/ 0 w 429898"/>
                <a:gd name="connsiteY4" fmla="*/ 969935 h 969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898" h="969934">
                  <a:moveTo>
                    <a:pt x="0" y="969935"/>
                  </a:moveTo>
                  <a:lnTo>
                    <a:pt x="429899" y="969935"/>
                  </a:lnTo>
                  <a:lnTo>
                    <a:pt x="429899" y="0"/>
                  </a:lnTo>
                  <a:lnTo>
                    <a:pt x="0" y="0"/>
                  </a:lnTo>
                  <a:lnTo>
                    <a:pt x="0" y="969935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0332F5BA-DE0B-19E9-0A28-D6EDFE0F411C}"/>
                </a:ext>
              </a:extLst>
            </p:cNvPr>
            <p:cNvSpPr/>
            <p:nvPr/>
          </p:nvSpPr>
          <p:spPr>
            <a:xfrm>
              <a:off x="3140578" y="1655435"/>
              <a:ext cx="133326" cy="149421"/>
            </a:xfrm>
            <a:custGeom>
              <a:avLst/>
              <a:gdLst>
                <a:gd name="connsiteX0" fmla="*/ 66770 w 133326"/>
                <a:gd name="connsiteY0" fmla="*/ 15821 h 149421"/>
                <a:gd name="connsiteX1" fmla="*/ 33004 w 133326"/>
                <a:gd name="connsiteY1" fmla="*/ 31640 h 149421"/>
                <a:gd name="connsiteX2" fmla="*/ 20550 w 133326"/>
                <a:gd name="connsiteY2" fmla="*/ 74759 h 149421"/>
                <a:gd name="connsiteX3" fmla="*/ 33004 w 133326"/>
                <a:gd name="connsiteY3" fmla="*/ 117781 h 149421"/>
                <a:gd name="connsiteX4" fmla="*/ 66770 w 133326"/>
                <a:gd name="connsiteY4" fmla="*/ 133600 h 149421"/>
                <a:gd name="connsiteX5" fmla="*/ 100322 w 133326"/>
                <a:gd name="connsiteY5" fmla="*/ 117781 h 149421"/>
                <a:gd name="connsiteX6" fmla="*/ 112776 w 133326"/>
                <a:gd name="connsiteY6" fmla="*/ 74759 h 149421"/>
                <a:gd name="connsiteX7" fmla="*/ 100322 w 133326"/>
                <a:gd name="connsiteY7" fmla="*/ 31640 h 149421"/>
                <a:gd name="connsiteX8" fmla="*/ 66770 w 133326"/>
                <a:gd name="connsiteY8" fmla="*/ 15821 h 149421"/>
                <a:gd name="connsiteX9" fmla="*/ 66770 w 133326"/>
                <a:gd name="connsiteY9" fmla="*/ 0 h 149421"/>
                <a:gd name="connsiteX10" fmla="*/ 115181 w 133326"/>
                <a:gd name="connsiteY10" fmla="*/ 20355 h 149421"/>
                <a:gd name="connsiteX11" fmla="*/ 133326 w 133326"/>
                <a:gd name="connsiteY11" fmla="*/ 74759 h 149421"/>
                <a:gd name="connsiteX12" fmla="*/ 115181 w 133326"/>
                <a:gd name="connsiteY12" fmla="*/ 129164 h 149421"/>
                <a:gd name="connsiteX13" fmla="*/ 66770 w 133326"/>
                <a:gd name="connsiteY13" fmla="*/ 149421 h 149421"/>
                <a:gd name="connsiteX14" fmla="*/ 18145 w 133326"/>
                <a:gd name="connsiteY14" fmla="*/ 129164 h 149421"/>
                <a:gd name="connsiteX15" fmla="*/ 0 w 133326"/>
                <a:gd name="connsiteY15" fmla="*/ 74759 h 149421"/>
                <a:gd name="connsiteX16" fmla="*/ 18145 w 133326"/>
                <a:gd name="connsiteY16" fmla="*/ 20355 h 149421"/>
                <a:gd name="connsiteX17" fmla="*/ 66770 w 133326"/>
                <a:gd name="connsiteY17" fmla="*/ 0 h 1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3326" h="149421">
                  <a:moveTo>
                    <a:pt x="66770" y="15821"/>
                  </a:moveTo>
                  <a:cubicBezTo>
                    <a:pt x="52602" y="15821"/>
                    <a:pt x="41362" y="21093"/>
                    <a:pt x="33004" y="31640"/>
                  </a:cubicBezTo>
                  <a:cubicBezTo>
                    <a:pt x="24694" y="42186"/>
                    <a:pt x="20550" y="56559"/>
                    <a:pt x="20550" y="74759"/>
                  </a:cubicBezTo>
                  <a:cubicBezTo>
                    <a:pt x="20550" y="92895"/>
                    <a:pt x="24694" y="107235"/>
                    <a:pt x="33004" y="117781"/>
                  </a:cubicBezTo>
                  <a:cubicBezTo>
                    <a:pt x="41362" y="128328"/>
                    <a:pt x="52602" y="133600"/>
                    <a:pt x="66770" y="133600"/>
                  </a:cubicBezTo>
                  <a:cubicBezTo>
                    <a:pt x="80915" y="133600"/>
                    <a:pt x="92107" y="128328"/>
                    <a:pt x="100322" y="117781"/>
                  </a:cubicBezTo>
                  <a:cubicBezTo>
                    <a:pt x="108633" y="107235"/>
                    <a:pt x="112776" y="92895"/>
                    <a:pt x="112776" y="74759"/>
                  </a:cubicBezTo>
                  <a:cubicBezTo>
                    <a:pt x="112776" y="56559"/>
                    <a:pt x="108633" y="42186"/>
                    <a:pt x="100322" y="31640"/>
                  </a:cubicBezTo>
                  <a:cubicBezTo>
                    <a:pt x="92107" y="21093"/>
                    <a:pt x="80915" y="15821"/>
                    <a:pt x="66770" y="15821"/>
                  </a:cubicBezTo>
                  <a:moveTo>
                    <a:pt x="66770" y="0"/>
                  </a:moveTo>
                  <a:cubicBezTo>
                    <a:pt x="86963" y="0"/>
                    <a:pt x="103108" y="6784"/>
                    <a:pt x="115181" y="20355"/>
                  </a:cubicBezTo>
                  <a:cubicBezTo>
                    <a:pt x="127278" y="33859"/>
                    <a:pt x="133326" y="51995"/>
                    <a:pt x="133326" y="74759"/>
                  </a:cubicBezTo>
                  <a:cubicBezTo>
                    <a:pt x="133326" y="97460"/>
                    <a:pt x="127278" y="115595"/>
                    <a:pt x="115181" y="129164"/>
                  </a:cubicBezTo>
                  <a:cubicBezTo>
                    <a:pt x="103108" y="142668"/>
                    <a:pt x="86963" y="149421"/>
                    <a:pt x="66770" y="149421"/>
                  </a:cubicBezTo>
                  <a:cubicBezTo>
                    <a:pt x="46506" y="149421"/>
                    <a:pt x="30289" y="142668"/>
                    <a:pt x="18145" y="129164"/>
                  </a:cubicBezTo>
                  <a:cubicBezTo>
                    <a:pt x="6048" y="115660"/>
                    <a:pt x="0" y="97524"/>
                    <a:pt x="0" y="74759"/>
                  </a:cubicBezTo>
                  <a:cubicBezTo>
                    <a:pt x="0" y="51995"/>
                    <a:pt x="6048" y="33859"/>
                    <a:pt x="18145" y="20355"/>
                  </a:cubicBezTo>
                  <a:cubicBezTo>
                    <a:pt x="30289" y="6784"/>
                    <a:pt x="46506" y="0"/>
                    <a:pt x="66770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FABBB88B-AC00-F4C1-5D57-C45E59D93A90}"/>
              </a:ext>
            </a:extLst>
          </p:cNvPr>
          <p:cNvGrpSpPr/>
          <p:nvPr/>
        </p:nvGrpSpPr>
        <p:grpSpPr>
          <a:xfrm>
            <a:off x="3258686" y="1598119"/>
            <a:ext cx="175712" cy="64037"/>
            <a:chOff x="3435091" y="1213105"/>
            <a:chExt cx="175712" cy="64037"/>
          </a:xfrm>
        </p:grpSpPr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88F4651F-AE2D-413D-6385-6CB4BB2DFC81}"/>
                </a:ext>
              </a:extLst>
            </p:cNvPr>
            <p:cNvSpPr/>
            <p:nvPr/>
          </p:nvSpPr>
          <p:spPr>
            <a:xfrm>
              <a:off x="3435091" y="1213105"/>
              <a:ext cx="42671" cy="64037"/>
            </a:xfrm>
            <a:custGeom>
              <a:avLst/>
              <a:gdLst>
                <a:gd name="connsiteX0" fmla="*/ 21336 w 42671"/>
                <a:gd name="connsiteY0" fmla="*/ 6615 h 64037"/>
                <a:gd name="connsiteX1" fmla="*/ 11621 w 42671"/>
                <a:gd name="connsiteY1" fmla="*/ 12981 h 64037"/>
                <a:gd name="connsiteX2" fmla="*/ 8406 w 42671"/>
                <a:gd name="connsiteY2" fmla="*/ 32039 h 64037"/>
                <a:gd name="connsiteX3" fmla="*/ 11621 w 42671"/>
                <a:gd name="connsiteY3" fmla="*/ 51097 h 64037"/>
                <a:gd name="connsiteX4" fmla="*/ 21336 w 42671"/>
                <a:gd name="connsiteY4" fmla="*/ 57423 h 64037"/>
                <a:gd name="connsiteX5" fmla="*/ 31051 w 42671"/>
                <a:gd name="connsiteY5" fmla="*/ 51097 h 64037"/>
                <a:gd name="connsiteX6" fmla="*/ 34314 w 42671"/>
                <a:gd name="connsiteY6" fmla="*/ 32039 h 64037"/>
                <a:gd name="connsiteX7" fmla="*/ 31051 w 42671"/>
                <a:gd name="connsiteY7" fmla="*/ 12981 h 64037"/>
                <a:gd name="connsiteX8" fmla="*/ 21336 w 42671"/>
                <a:gd name="connsiteY8" fmla="*/ 6615 h 64037"/>
                <a:gd name="connsiteX9" fmla="*/ 21336 w 42671"/>
                <a:gd name="connsiteY9" fmla="*/ 0 h 64037"/>
                <a:gd name="connsiteX10" fmla="*/ 37171 w 42671"/>
                <a:gd name="connsiteY10" fmla="*/ 8227 h 64037"/>
                <a:gd name="connsiteX11" fmla="*/ 42672 w 42671"/>
                <a:gd name="connsiteY11" fmla="*/ 32039 h 64037"/>
                <a:gd name="connsiteX12" fmla="*/ 37171 w 42671"/>
                <a:gd name="connsiteY12" fmla="*/ 55852 h 64037"/>
                <a:gd name="connsiteX13" fmla="*/ 21336 w 42671"/>
                <a:gd name="connsiteY13" fmla="*/ 64038 h 64037"/>
                <a:gd name="connsiteX14" fmla="*/ 5453 w 42671"/>
                <a:gd name="connsiteY14" fmla="*/ 55852 h 64037"/>
                <a:gd name="connsiteX15" fmla="*/ 0 w 42671"/>
                <a:gd name="connsiteY15" fmla="*/ 32039 h 64037"/>
                <a:gd name="connsiteX16" fmla="*/ 5453 w 42671"/>
                <a:gd name="connsiteY16" fmla="*/ 8227 h 64037"/>
                <a:gd name="connsiteX17" fmla="*/ 21336 w 42671"/>
                <a:gd name="connsiteY17" fmla="*/ 0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1" h="64037">
                  <a:moveTo>
                    <a:pt x="21336" y="6615"/>
                  </a:moveTo>
                  <a:cubicBezTo>
                    <a:pt x="17026" y="6615"/>
                    <a:pt x="13787" y="8737"/>
                    <a:pt x="11621" y="12981"/>
                  </a:cubicBezTo>
                  <a:cubicBezTo>
                    <a:pt x="9477" y="17198"/>
                    <a:pt x="8406" y="23551"/>
                    <a:pt x="8406" y="32039"/>
                  </a:cubicBezTo>
                  <a:cubicBezTo>
                    <a:pt x="8406" y="40501"/>
                    <a:pt x="9477" y="46853"/>
                    <a:pt x="11621" y="51097"/>
                  </a:cubicBezTo>
                  <a:cubicBezTo>
                    <a:pt x="13787" y="55314"/>
                    <a:pt x="17026" y="57423"/>
                    <a:pt x="21336" y="57423"/>
                  </a:cubicBezTo>
                  <a:cubicBezTo>
                    <a:pt x="25670" y="57423"/>
                    <a:pt x="28908" y="55314"/>
                    <a:pt x="31051" y="51097"/>
                  </a:cubicBezTo>
                  <a:cubicBezTo>
                    <a:pt x="33218" y="46853"/>
                    <a:pt x="34314" y="40501"/>
                    <a:pt x="34314" y="32039"/>
                  </a:cubicBezTo>
                  <a:cubicBezTo>
                    <a:pt x="34314" y="23551"/>
                    <a:pt x="33218" y="17198"/>
                    <a:pt x="31051" y="12981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2"/>
                    <a:pt x="37171" y="8227"/>
                  </a:cubicBezTo>
                  <a:cubicBezTo>
                    <a:pt x="40838" y="13684"/>
                    <a:pt x="42672" y="21622"/>
                    <a:pt x="42672" y="32039"/>
                  </a:cubicBezTo>
                  <a:cubicBezTo>
                    <a:pt x="42672" y="42430"/>
                    <a:pt x="40838" y="50367"/>
                    <a:pt x="37171" y="55852"/>
                  </a:cubicBezTo>
                  <a:cubicBezTo>
                    <a:pt x="33528" y="61309"/>
                    <a:pt x="28265" y="64038"/>
                    <a:pt x="21336" y="64038"/>
                  </a:cubicBezTo>
                  <a:cubicBezTo>
                    <a:pt x="14406" y="64038"/>
                    <a:pt x="9120" y="61309"/>
                    <a:pt x="5453" y="55852"/>
                  </a:cubicBezTo>
                  <a:cubicBezTo>
                    <a:pt x="1810" y="50367"/>
                    <a:pt x="0" y="42430"/>
                    <a:pt x="0" y="32039"/>
                  </a:cubicBezTo>
                  <a:cubicBezTo>
                    <a:pt x="0" y="21622"/>
                    <a:pt x="1810" y="13684"/>
                    <a:pt x="5453" y="8227"/>
                  </a:cubicBezTo>
                  <a:cubicBezTo>
                    <a:pt x="9120" y="2742"/>
                    <a:pt x="14406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B8632345-3559-477B-0A12-65D84168D5B3}"/>
                </a:ext>
              </a:extLst>
            </p:cNvPr>
            <p:cNvSpPr/>
            <p:nvPr/>
          </p:nvSpPr>
          <p:spPr>
            <a:xfrm>
              <a:off x="3492432" y="1265442"/>
              <a:ext cx="8715" cy="10499"/>
            </a:xfrm>
            <a:custGeom>
              <a:avLst/>
              <a:gdLst>
                <a:gd name="connsiteX0" fmla="*/ 0 w 8715"/>
                <a:gd name="connsiteY0" fmla="*/ 0 h 10499"/>
                <a:gd name="connsiteX1" fmla="*/ 8715 w 8715"/>
                <a:gd name="connsiteY1" fmla="*/ 0 h 10499"/>
                <a:gd name="connsiteX2" fmla="*/ 8715 w 8715"/>
                <a:gd name="connsiteY2" fmla="*/ 10500 h 10499"/>
                <a:gd name="connsiteX3" fmla="*/ 0 w 8715"/>
                <a:gd name="connsiteY3" fmla="*/ 10500 h 10499"/>
                <a:gd name="connsiteX4" fmla="*/ 0 w 8715"/>
                <a:gd name="connsiteY4" fmla="*/ 0 h 1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499">
                  <a:moveTo>
                    <a:pt x="0" y="0"/>
                  </a:moveTo>
                  <a:lnTo>
                    <a:pt x="8715" y="0"/>
                  </a:lnTo>
                  <a:lnTo>
                    <a:pt x="8715" y="10500"/>
                  </a:lnTo>
                  <a:lnTo>
                    <a:pt x="0" y="1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F4D48E3C-36B3-2010-35B1-98359E972D07}"/>
                </a:ext>
              </a:extLst>
            </p:cNvPr>
            <p:cNvSpPr/>
            <p:nvPr/>
          </p:nvSpPr>
          <p:spPr>
            <a:xfrm>
              <a:off x="3516744" y="1213105"/>
              <a:ext cx="40624" cy="64037"/>
            </a:xfrm>
            <a:custGeom>
              <a:avLst/>
              <a:gdLst>
                <a:gd name="connsiteX0" fmla="*/ 27908 w 40624"/>
                <a:gd name="connsiteY0" fmla="*/ 29559 h 64037"/>
                <a:gd name="connsiteX1" fmla="*/ 37243 w 40624"/>
                <a:gd name="connsiteY1" fmla="*/ 34892 h 64037"/>
                <a:gd name="connsiteX2" fmla="*/ 40624 w 40624"/>
                <a:gd name="connsiteY2" fmla="*/ 44896 h 64037"/>
                <a:gd name="connsiteX3" fmla="*/ 34362 w 40624"/>
                <a:gd name="connsiteY3" fmla="*/ 59035 h 64037"/>
                <a:gd name="connsiteX4" fmla="*/ 16502 w 40624"/>
                <a:gd name="connsiteY4" fmla="*/ 64038 h 64037"/>
                <a:gd name="connsiteX5" fmla="*/ 8477 w 40624"/>
                <a:gd name="connsiteY5" fmla="*/ 63252 h 64037"/>
                <a:gd name="connsiteX6" fmla="*/ 0 w 40624"/>
                <a:gd name="connsiteY6" fmla="*/ 60978 h 64037"/>
                <a:gd name="connsiteX7" fmla="*/ 0 w 40624"/>
                <a:gd name="connsiteY7" fmla="*/ 52916 h 64037"/>
                <a:gd name="connsiteX8" fmla="*/ 7596 w 40624"/>
                <a:gd name="connsiteY8" fmla="*/ 55976 h 64037"/>
                <a:gd name="connsiteX9" fmla="*/ 16240 w 40624"/>
                <a:gd name="connsiteY9" fmla="*/ 57009 h 64037"/>
                <a:gd name="connsiteX10" fmla="*/ 28194 w 40624"/>
                <a:gd name="connsiteY10" fmla="*/ 53909 h 64037"/>
                <a:gd name="connsiteX11" fmla="*/ 32338 w 40624"/>
                <a:gd name="connsiteY11" fmla="*/ 44896 h 64037"/>
                <a:gd name="connsiteX12" fmla="*/ 28480 w 40624"/>
                <a:gd name="connsiteY12" fmla="*/ 36380 h 64037"/>
                <a:gd name="connsiteX13" fmla="*/ 17859 w 40624"/>
                <a:gd name="connsiteY13" fmla="*/ 33279 h 64037"/>
                <a:gd name="connsiteX14" fmla="*/ 10668 w 40624"/>
                <a:gd name="connsiteY14" fmla="*/ 33279 h 64037"/>
                <a:gd name="connsiteX15" fmla="*/ 10668 w 40624"/>
                <a:gd name="connsiteY15" fmla="*/ 26417 h 64037"/>
                <a:gd name="connsiteX16" fmla="*/ 18193 w 40624"/>
                <a:gd name="connsiteY16" fmla="*/ 26417 h 64037"/>
                <a:gd name="connsiteX17" fmla="*/ 27623 w 40624"/>
                <a:gd name="connsiteY17" fmla="*/ 23978 h 64037"/>
                <a:gd name="connsiteX18" fmla="*/ 30885 w 40624"/>
                <a:gd name="connsiteY18" fmla="*/ 16867 h 64037"/>
                <a:gd name="connsiteX19" fmla="*/ 27480 w 40624"/>
                <a:gd name="connsiteY19" fmla="*/ 9591 h 64037"/>
                <a:gd name="connsiteX20" fmla="*/ 17859 w 40624"/>
                <a:gd name="connsiteY20" fmla="*/ 7028 h 64037"/>
                <a:gd name="connsiteX21" fmla="*/ 10501 w 40624"/>
                <a:gd name="connsiteY21" fmla="*/ 7772 h 64037"/>
                <a:gd name="connsiteX22" fmla="*/ 1857 w 40624"/>
                <a:gd name="connsiteY22" fmla="*/ 10087 h 64037"/>
                <a:gd name="connsiteX23" fmla="*/ 1857 w 40624"/>
                <a:gd name="connsiteY23" fmla="*/ 2646 h 64037"/>
                <a:gd name="connsiteX24" fmla="*/ 10739 w 40624"/>
                <a:gd name="connsiteY24" fmla="*/ 662 h 64037"/>
                <a:gd name="connsiteX25" fmla="*/ 18598 w 40624"/>
                <a:gd name="connsiteY25" fmla="*/ 0 h 64037"/>
                <a:gd name="connsiteX26" fmla="*/ 33647 w 40624"/>
                <a:gd name="connsiteY26" fmla="*/ 4341 h 64037"/>
                <a:gd name="connsiteX27" fmla="*/ 39196 w 40624"/>
                <a:gd name="connsiteY27" fmla="*/ 15999 h 64037"/>
                <a:gd name="connsiteX28" fmla="*/ 36243 w 40624"/>
                <a:gd name="connsiteY28" fmla="*/ 24681 h 64037"/>
                <a:gd name="connsiteX29" fmla="*/ 27908 w 40624"/>
                <a:gd name="connsiteY29" fmla="*/ 29559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24" h="64037">
                  <a:moveTo>
                    <a:pt x="27908" y="29559"/>
                  </a:moveTo>
                  <a:cubicBezTo>
                    <a:pt x="31909" y="30413"/>
                    <a:pt x="35028" y="32191"/>
                    <a:pt x="37243" y="34892"/>
                  </a:cubicBezTo>
                  <a:cubicBezTo>
                    <a:pt x="39505" y="37593"/>
                    <a:pt x="40624" y="40928"/>
                    <a:pt x="40624" y="44896"/>
                  </a:cubicBezTo>
                  <a:cubicBezTo>
                    <a:pt x="40624" y="50987"/>
                    <a:pt x="38529" y="55700"/>
                    <a:pt x="34362" y="59035"/>
                  </a:cubicBezTo>
                  <a:cubicBezTo>
                    <a:pt x="30171" y="62371"/>
                    <a:pt x="24217" y="64038"/>
                    <a:pt x="16502" y="64038"/>
                  </a:cubicBezTo>
                  <a:cubicBezTo>
                    <a:pt x="13907" y="64038"/>
                    <a:pt x="11216" y="63776"/>
                    <a:pt x="8477" y="63252"/>
                  </a:cubicBezTo>
                  <a:cubicBezTo>
                    <a:pt x="5739" y="62754"/>
                    <a:pt x="2929" y="61997"/>
                    <a:pt x="0" y="60978"/>
                  </a:cubicBezTo>
                  <a:lnTo>
                    <a:pt x="0" y="52916"/>
                  </a:lnTo>
                  <a:cubicBezTo>
                    <a:pt x="2310" y="54267"/>
                    <a:pt x="4858" y="55287"/>
                    <a:pt x="7596" y="55976"/>
                  </a:cubicBezTo>
                  <a:cubicBezTo>
                    <a:pt x="10359" y="56665"/>
                    <a:pt x="13240" y="57009"/>
                    <a:pt x="16240" y="57009"/>
                  </a:cubicBezTo>
                  <a:cubicBezTo>
                    <a:pt x="21479" y="57009"/>
                    <a:pt x="25456" y="55976"/>
                    <a:pt x="28194" y="53909"/>
                  </a:cubicBezTo>
                  <a:cubicBezTo>
                    <a:pt x="30956" y="51841"/>
                    <a:pt x="32338" y="48838"/>
                    <a:pt x="32338" y="44896"/>
                  </a:cubicBezTo>
                  <a:cubicBezTo>
                    <a:pt x="32338" y="41258"/>
                    <a:pt x="31052" y="38420"/>
                    <a:pt x="28480" y="36380"/>
                  </a:cubicBezTo>
                  <a:cubicBezTo>
                    <a:pt x="25932" y="34313"/>
                    <a:pt x="22408" y="33279"/>
                    <a:pt x="17859" y="33279"/>
                  </a:cubicBezTo>
                  <a:lnTo>
                    <a:pt x="10668" y="33279"/>
                  </a:lnTo>
                  <a:lnTo>
                    <a:pt x="10668" y="26417"/>
                  </a:lnTo>
                  <a:lnTo>
                    <a:pt x="18193" y="26417"/>
                  </a:lnTo>
                  <a:cubicBezTo>
                    <a:pt x="22289" y="26417"/>
                    <a:pt x="25432" y="25604"/>
                    <a:pt x="27623" y="23978"/>
                  </a:cubicBezTo>
                  <a:cubicBezTo>
                    <a:pt x="29789" y="22324"/>
                    <a:pt x="30885" y="19954"/>
                    <a:pt x="30885" y="16867"/>
                  </a:cubicBezTo>
                  <a:cubicBezTo>
                    <a:pt x="30885" y="13698"/>
                    <a:pt x="29742" y="11272"/>
                    <a:pt x="27480" y="9591"/>
                  </a:cubicBezTo>
                  <a:cubicBezTo>
                    <a:pt x="25265" y="7882"/>
                    <a:pt x="22050" y="7028"/>
                    <a:pt x="17859" y="7028"/>
                  </a:cubicBezTo>
                  <a:cubicBezTo>
                    <a:pt x="15573" y="7028"/>
                    <a:pt x="13121" y="7276"/>
                    <a:pt x="10501" y="7772"/>
                  </a:cubicBezTo>
                  <a:cubicBezTo>
                    <a:pt x="7882" y="8268"/>
                    <a:pt x="5001" y="9040"/>
                    <a:pt x="1857" y="10087"/>
                  </a:cubicBezTo>
                  <a:lnTo>
                    <a:pt x="1857" y="2646"/>
                  </a:lnTo>
                  <a:cubicBezTo>
                    <a:pt x="5025" y="1764"/>
                    <a:pt x="8001" y="1103"/>
                    <a:pt x="10739" y="662"/>
                  </a:cubicBezTo>
                  <a:cubicBezTo>
                    <a:pt x="13526" y="220"/>
                    <a:pt x="16145" y="0"/>
                    <a:pt x="18598" y="0"/>
                  </a:cubicBezTo>
                  <a:cubicBezTo>
                    <a:pt x="24932" y="0"/>
                    <a:pt x="29956" y="1447"/>
                    <a:pt x="33647" y="4341"/>
                  </a:cubicBezTo>
                  <a:cubicBezTo>
                    <a:pt x="37338" y="7207"/>
                    <a:pt x="39196" y="11093"/>
                    <a:pt x="39196" y="15999"/>
                  </a:cubicBezTo>
                  <a:cubicBezTo>
                    <a:pt x="39196" y="19416"/>
                    <a:pt x="38219" y="22310"/>
                    <a:pt x="36243" y="24681"/>
                  </a:cubicBezTo>
                  <a:cubicBezTo>
                    <a:pt x="34290" y="27023"/>
                    <a:pt x="31504" y="28649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BD04F09C-7773-6CBB-91DE-65569AF9AF4A}"/>
                </a:ext>
              </a:extLst>
            </p:cNvPr>
            <p:cNvSpPr/>
            <p:nvPr/>
          </p:nvSpPr>
          <p:spPr>
            <a:xfrm>
              <a:off x="3571108" y="1214221"/>
              <a:ext cx="39695" cy="61721"/>
            </a:xfrm>
            <a:custGeom>
              <a:avLst/>
              <a:gdLst>
                <a:gd name="connsiteX0" fmla="*/ 0 w 39695"/>
                <a:gd name="connsiteY0" fmla="*/ 0 h 61721"/>
                <a:gd name="connsiteX1" fmla="*/ 39695 w 39695"/>
                <a:gd name="connsiteY1" fmla="*/ 0 h 61721"/>
                <a:gd name="connsiteX2" fmla="*/ 39695 w 39695"/>
                <a:gd name="connsiteY2" fmla="*/ 3555 h 61721"/>
                <a:gd name="connsiteX3" fmla="*/ 17288 w 39695"/>
                <a:gd name="connsiteY3" fmla="*/ 61721 h 61721"/>
                <a:gd name="connsiteX4" fmla="*/ 8549 w 39695"/>
                <a:gd name="connsiteY4" fmla="*/ 61721 h 61721"/>
                <a:gd name="connsiteX5" fmla="*/ 29646 w 39695"/>
                <a:gd name="connsiteY5" fmla="*/ 7028 h 61721"/>
                <a:gd name="connsiteX6" fmla="*/ 0 w 39695"/>
                <a:gd name="connsiteY6" fmla="*/ 7028 h 61721"/>
                <a:gd name="connsiteX7" fmla="*/ 0 w 39695"/>
                <a:gd name="connsiteY7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695" h="61721">
                  <a:moveTo>
                    <a:pt x="0" y="0"/>
                  </a:moveTo>
                  <a:lnTo>
                    <a:pt x="39695" y="0"/>
                  </a:lnTo>
                  <a:lnTo>
                    <a:pt x="39695" y="3555"/>
                  </a:lnTo>
                  <a:lnTo>
                    <a:pt x="17288" y="61721"/>
                  </a:lnTo>
                  <a:lnTo>
                    <a:pt x="8549" y="61721"/>
                  </a:lnTo>
                  <a:lnTo>
                    <a:pt x="29646" y="7028"/>
                  </a:lnTo>
                  <a:lnTo>
                    <a:pt x="0" y="70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60ED0AF-7BCB-4AAE-9CE5-96E0BB61CFEC}"/>
              </a:ext>
            </a:extLst>
          </p:cNvPr>
          <p:cNvGrpSpPr/>
          <p:nvPr/>
        </p:nvGrpSpPr>
        <p:grpSpPr>
          <a:xfrm>
            <a:off x="3258686" y="4831243"/>
            <a:ext cx="178188" cy="64031"/>
            <a:chOff x="3435091" y="4446229"/>
            <a:chExt cx="178188" cy="64031"/>
          </a:xfrm>
        </p:grpSpPr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CC5AF7B7-4B01-814A-EB76-4BF43287318C}"/>
                </a:ext>
              </a:extLst>
            </p:cNvPr>
            <p:cNvSpPr/>
            <p:nvPr/>
          </p:nvSpPr>
          <p:spPr>
            <a:xfrm>
              <a:off x="3435091" y="4446229"/>
              <a:ext cx="42671" cy="64031"/>
            </a:xfrm>
            <a:custGeom>
              <a:avLst/>
              <a:gdLst>
                <a:gd name="connsiteX0" fmla="*/ 21336 w 42671"/>
                <a:gd name="connsiteY0" fmla="*/ 6596 h 64031"/>
                <a:gd name="connsiteX1" fmla="*/ 11621 w 42671"/>
                <a:gd name="connsiteY1" fmla="*/ 12978 h 64031"/>
                <a:gd name="connsiteX2" fmla="*/ 8406 w 42671"/>
                <a:gd name="connsiteY2" fmla="*/ 32028 h 64031"/>
                <a:gd name="connsiteX3" fmla="*/ 11621 w 42671"/>
                <a:gd name="connsiteY3" fmla="*/ 51102 h 64031"/>
                <a:gd name="connsiteX4" fmla="*/ 21336 w 42671"/>
                <a:gd name="connsiteY4" fmla="*/ 57412 h 64031"/>
                <a:gd name="connsiteX5" fmla="*/ 31051 w 42671"/>
                <a:gd name="connsiteY5" fmla="*/ 51102 h 64031"/>
                <a:gd name="connsiteX6" fmla="*/ 34314 w 42671"/>
                <a:gd name="connsiteY6" fmla="*/ 32028 h 64031"/>
                <a:gd name="connsiteX7" fmla="*/ 31051 w 42671"/>
                <a:gd name="connsiteY7" fmla="*/ 12978 h 64031"/>
                <a:gd name="connsiteX8" fmla="*/ 21336 w 42671"/>
                <a:gd name="connsiteY8" fmla="*/ 6596 h 64031"/>
                <a:gd name="connsiteX9" fmla="*/ 21336 w 42671"/>
                <a:gd name="connsiteY9" fmla="*/ 0 h 64031"/>
                <a:gd name="connsiteX10" fmla="*/ 37171 w 42671"/>
                <a:gd name="connsiteY10" fmla="*/ 8215 h 64031"/>
                <a:gd name="connsiteX11" fmla="*/ 42672 w 42671"/>
                <a:gd name="connsiteY11" fmla="*/ 32028 h 64031"/>
                <a:gd name="connsiteX12" fmla="*/ 37171 w 42671"/>
                <a:gd name="connsiteY12" fmla="*/ 55840 h 64031"/>
                <a:gd name="connsiteX13" fmla="*/ 21336 w 42671"/>
                <a:gd name="connsiteY13" fmla="*/ 64032 h 64031"/>
                <a:gd name="connsiteX14" fmla="*/ 5453 w 42671"/>
                <a:gd name="connsiteY14" fmla="*/ 55840 h 64031"/>
                <a:gd name="connsiteX15" fmla="*/ 0 w 42671"/>
                <a:gd name="connsiteY15" fmla="*/ 32028 h 64031"/>
                <a:gd name="connsiteX16" fmla="*/ 5453 w 42671"/>
                <a:gd name="connsiteY16" fmla="*/ 8215 h 64031"/>
                <a:gd name="connsiteX17" fmla="*/ 21336 w 42671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1" h="64031">
                  <a:moveTo>
                    <a:pt x="21336" y="6596"/>
                  </a:moveTo>
                  <a:cubicBezTo>
                    <a:pt x="17026" y="6596"/>
                    <a:pt x="13787" y="8715"/>
                    <a:pt x="11621" y="12978"/>
                  </a:cubicBezTo>
                  <a:cubicBezTo>
                    <a:pt x="9477" y="17193"/>
                    <a:pt x="8406" y="23527"/>
                    <a:pt x="8406" y="32028"/>
                  </a:cubicBezTo>
                  <a:cubicBezTo>
                    <a:pt x="8406" y="40481"/>
                    <a:pt x="9477" y="46839"/>
                    <a:pt x="11621" y="51102"/>
                  </a:cubicBezTo>
                  <a:cubicBezTo>
                    <a:pt x="13787" y="55316"/>
                    <a:pt x="17026" y="57412"/>
                    <a:pt x="21336" y="57412"/>
                  </a:cubicBezTo>
                  <a:cubicBezTo>
                    <a:pt x="25670" y="57412"/>
                    <a:pt x="28908" y="55316"/>
                    <a:pt x="31051" y="51102"/>
                  </a:cubicBezTo>
                  <a:cubicBezTo>
                    <a:pt x="33218" y="46839"/>
                    <a:pt x="34314" y="40481"/>
                    <a:pt x="34314" y="32028"/>
                  </a:cubicBezTo>
                  <a:cubicBezTo>
                    <a:pt x="34314" y="23527"/>
                    <a:pt x="33218" y="17193"/>
                    <a:pt x="31051" y="12978"/>
                  </a:cubicBezTo>
                  <a:cubicBezTo>
                    <a:pt x="28908" y="8715"/>
                    <a:pt x="25670" y="6596"/>
                    <a:pt x="21336" y="6596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1" y="8215"/>
                  </a:cubicBezTo>
                  <a:cubicBezTo>
                    <a:pt x="40838" y="13668"/>
                    <a:pt x="42672" y="21622"/>
                    <a:pt x="42672" y="32028"/>
                  </a:cubicBezTo>
                  <a:cubicBezTo>
                    <a:pt x="42672" y="42434"/>
                    <a:pt x="40838" y="50363"/>
                    <a:pt x="37171" y="55840"/>
                  </a:cubicBezTo>
                  <a:cubicBezTo>
                    <a:pt x="33528" y="61293"/>
                    <a:pt x="28265" y="64032"/>
                    <a:pt x="21336" y="64032"/>
                  </a:cubicBezTo>
                  <a:cubicBezTo>
                    <a:pt x="14406" y="64032"/>
                    <a:pt x="9120" y="61293"/>
                    <a:pt x="5453" y="55840"/>
                  </a:cubicBezTo>
                  <a:cubicBezTo>
                    <a:pt x="1810" y="50363"/>
                    <a:pt x="0" y="42434"/>
                    <a:pt x="0" y="32028"/>
                  </a:cubicBezTo>
                  <a:cubicBezTo>
                    <a:pt x="0" y="21622"/>
                    <a:pt x="1810" y="13668"/>
                    <a:pt x="5453" y="8215"/>
                  </a:cubicBezTo>
                  <a:cubicBezTo>
                    <a:pt x="9120" y="2738"/>
                    <a:pt x="14406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6CB52D47-C5EB-C24D-49FF-70DC7BDC510D}"/>
                </a:ext>
              </a:extLst>
            </p:cNvPr>
            <p:cNvSpPr/>
            <p:nvPr/>
          </p:nvSpPr>
          <p:spPr>
            <a:xfrm>
              <a:off x="3492432" y="4498569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6FA62B9C-30D7-D438-1A3F-AC36FFE65794}"/>
                </a:ext>
              </a:extLst>
            </p:cNvPr>
            <p:cNvSpPr/>
            <p:nvPr/>
          </p:nvSpPr>
          <p:spPr>
            <a:xfrm>
              <a:off x="3516744" y="4446229"/>
              <a:ext cx="40624" cy="64031"/>
            </a:xfrm>
            <a:custGeom>
              <a:avLst/>
              <a:gdLst>
                <a:gd name="connsiteX0" fmla="*/ 27908 w 40624"/>
                <a:gd name="connsiteY0" fmla="*/ 29551 h 64031"/>
                <a:gd name="connsiteX1" fmla="*/ 37243 w 40624"/>
                <a:gd name="connsiteY1" fmla="*/ 34885 h 64031"/>
                <a:gd name="connsiteX2" fmla="*/ 40624 w 40624"/>
                <a:gd name="connsiteY2" fmla="*/ 44887 h 64031"/>
                <a:gd name="connsiteX3" fmla="*/ 34362 w 40624"/>
                <a:gd name="connsiteY3" fmla="*/ 59031 h 64031"/>
                <a:gd name="connsiteX4" fmla="*/ 16502 w 40624"/>
                <a:gd name="connsiteY4" fmla="*/ 64032 h 64031"/>
                <a:gd name="connsiteX5" fmla="*/ 8477 w 40624"/>
                <a:gd name="connsiteY5" fmla="*/ 63246 h 64031"/>
                <a:gd name="connsiteX6" fmla="*/ 0 w 40624"/>
                <a:gd name="connsiteY6" fmla="*/ 60960 h 64031"/>
                <a:gd name="connsiteX7" fmla="*/ 0 w 40624"/>
                <a:gd name="connsiteY7" fmla="*/ 52911 h 64031"/>
                <a:gd name="connsiteX8" fmla="*/ 7596 w 40624"/>
                <a:gd name="connsiteY8" fmla="*/ 55959 h 64031"/>
                <a:gd name="connsiteX9" fmla="*/ 16240 w 40624"/>
                <a:gd name="connsiteY9" fmla="*/ 57007 h 64031"/>
                <a:gd name="connsiteX10" fmla="*/ 28194 w 40624"/>
                <a:gd name="connsiteY10" fmla="*/ 53912 h 64031"/>
                <a:gd name="connsiteX11" fmla="*/ 32338 w 40624"/>
                <a:gd name="connsiteY11" fmla="*/ 44887 h 64031"/>
                <a:gd name="connsiteX12" fmla="*/ 28480 w 40624"/>
                <a:gd name="connsiteY12" fmla="*/ 36362 h 64031"/>
                <a:gd name="connsiteX13" fmla="*/ 17859 w 40624"/>
                <a:gd name="connsiteY13" fmla="*/ 33266 h 64031"/>
                <a:gd name="connsiteX14" fmla="*/ 10668 w 40624"/>
                <a:gd name="connsiteY14" fmla="*/ 33266 h 64031"/>
                <a:gd name="connsiteX15" fmla="*/ 10668 w 40624"/>
                <a:gd name="connsiteY15" fmla="*/ 26408 h 64031"/>
                <a:gd name="connsiteX16" fmla="*/ 18193 w 40624"/>
                <a:gd name="connsiteY16" fmla="*/ 26408 h 64031"/>
                <a:gd name="connsiteX17" fmla="*/ 27623 w 40624"/>
                <a:gd name="connsiteY17" fmla="*/ 23979 h 64031"/>
                <a:gd name="connsiteX18" fmla="*/ 30885 w 40624"/>
                <a:gd name="connsiteY18" fmla="*/ 16859 h 64031"/>
                <a:gd name="connsiteX19" fmla="*/ 27480 w 40624"/>
                <a:gd name="connsiteY19" fmla="*/ 9573 h 64031"/>
                <a:gd name="connsiteX20" fmla="*/ 17859 w 40624"/>
                <a:gd name="connsiteY20" fmla="*/ 7025 h 64031"/>
                <a:gd name="connsiteX21" fmla="*/ 10501 w 40624"/>
                <a:gd name="connsiteY21" fmla="*/ 7763 h 64031"/>
                <a:gd name="connsiteX22" fmla="*/ 1857 w 40624"/>
                <a:gd name="connsiteY22" fmla="*/ 10073 h 64031"/>
                <a:gd name="connsiteX23" fmla="*/ 1857 w 40624"/>
                <a:gd name="connsiteY23" fmla="*/ 2643 h 64031"/>
                <a:gd name="connsiteX24" fmla="*/ 10739 w 40624"/>
                <a:gd name="connsiteY24" fmla="*/ 643 h 64031"/>
                <a:gd name="connsiteX25" fmla="*/ 18598 w 40624"/>
                <a:gd name="connsiteY25" fmla="*/ 0 h 64031"/>
                <a:gd name="connsiteX26" fmla="*/ 33647 w 40624"/>
                <a:gd name="connsiteY26" fmla="*/ 4334 h 64031"/>
                <a:gd name="connsiteX27" fmla="*/ 39196 w 40624"/>
                <a:gd name="connsiteY27" fmla="*/ 16002 h 64031"/>
                <a:gd name="connsiteX28" fmla="*/ 36243 w 40624"/>
                <a:gd name="connsiteY28" fmla="*/ 24670 h 64031"/>
                <a:gd name="connsiteX29" fmla="*/ 27908 w 40624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24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24" y="40910"/>
                    <a:pt x="40624" y="44887"/>
                  </a:cubicBezTo>
                  <a:cubicBezTo>
                    <a:pt x="40624" y="50982"/>
                    <a:pt x="38529" y="55697"/>
                    <a:pt x="34362" y="59031"/>
                  </a:cubicBezTo>
                  <a:cubicBezTo>
                    <a:pt x="30171" y="62365"/>
                    <a:pt x="24217" y="64032"/>
                    <a:pt x="16502" y="64032"/>
                  </a:cubicBezTo>
                  <a:cubicBezTo>
                    <a:pt x="13907" y="64032"/>
                    <a:pt x="11216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8"/>
                    <a:pt x="4858" y="55269"/>
                    <a:pt x="7596" y="55959"/>
                  </a:cubicBezTo>
                  <a:cubicBezTo>
                    <a:pt x="10359" y="56650"/>
                    <a:pt x="13240" y="57007"/>
                    <a:pt x="16240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8" y="48816"/>
                    <a:pt x="32338" y="44887"/>
                  </a:cubicBezTo>
                  <a:cubicBezTo>
                    <a:pt x="32338" y="41243"/>
                    <a:pt x="31052" y="38410"/>
                    <a:pt x="28480" y="36362"/>
                  </a:cubicBezTo>
                  <a:cubicBezTo>
                    <a:pt x="25932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289" y="26408"/>
                    <a:pt x="25432" y="25598"/>
                    <a:pt x="27623" y="23979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42" y="11263"/>
                    <a:pt x="27480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5" y="1762"/>
                    <a:pt x="8001" y="1095"/>
                    <a:pt x="10739" y="643"/>
                  </a:cubicBezTo>
                  <a:cubicBezTo>
                    <a:pt x="13526" y="214"/>
                    <a:pt x="16145" y="0"/>
                    <a:pt x="18598" y="0"/>
                  </a:cubicBezTo>
                  <a:cubicBezTo>
                    <a:pt x="24932" y="0"/>
                    <a:pt x="29956" y="1453"/>
                    <a:pt x="33647" y="4334"/>
                  </a:cubicBezTo>
                  <a:cubicBezTo>
                    <a:pt x="37338" y="7215"/>
                    <a:pt x="39196" y="11096"/>
                    <a:pt x="39196" y="16002"/>
                  </a:cubicBezTo>
                  <a:cubicBezTo>
                    <a:pt x="39196" y="19407"/>
                    <a:pt x="38219" y="22312"/>
                    <a:pt x="36243" y="24670"/>
                  </a:cubicBezTo>
                  <a:cubicBezTo>
                    <a:pt x="34290" y="27027"/>
                    <a:pt x="31504" y="28646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B80FA282-01A0-6596-7BB0-FB35D2E222C5}"/>
                </a:ext>
              </a:extLst>
            </p:cNvPr>
            <p:cNvSpPr/>
            <p:nvPr/>
          </p:nvSpPr>
          <p:spPr>
            <a:xfrm>
              <a:off x="3568298" y="4447348"/>
              <a:ext cx="44981" cy="61722"/>
            </a:xfrm>
            <a:custGeom>
              <a:avLst/>
              <a:gdLst>
                <a:gd name="connsiteX0" fmla="*/ 27861 w 44981"/>
                <a:gd name="connsiteY0" fmla="*/ 7263 h 61722"/>
                <a:gd name="connsiteX1" fmla="*/ 6787 w 44981"/>
                <a:gd name="connsiteY1" fmla="*/ 40219 h 61722"/>
                <a:gd name="connsiteX2" fmla="*/ 27861 w 44981"/>
                <a:gd name="connsiteY2" fmla="*/ 40219 h 61722"/>
                <a:gd name="connsiteX3" fmla="*/ 27861 w 44981"/>
                <a:gd name="connsiteY3" fmla="*/ 7263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19 h 61722"/>
                <a:gd name="connsiteX7" fmla="*/ 44982 w 44981"/>
                <a:gd name="connsiteY7" fmla="*/ 40219 h 61722"/>
                <a:gd name="connsiteX8" fmla="*/ 44982 w 44981"/>
                <a:gd name="connsiteY8" fmla="*/ 47149 h 61722"/>
                <a:gd name="connsiteX9" fmla="*/ 36171 w 44981"/>
                <a:gd name="connsiteY9" fmla="*/ 47149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49 h 61722"/>
                <a:gd name="connsiteX13" fmla="*/ 0 w 44981"/>
                <a:gd name="connsiteY13" fmla="*/ 47149 h 61722"/>
                <a:gd name="connsiteX14" fmla="*/ 0 w 44981"/>
                <a:gd name="connsiteY14" fmla="*/ 39100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63"/>
                  </a:moveTo>
                  <a:lnTo>
                    <a:pt x="6787" y="40219"/>
                  </a:lnTo>
                  <a:lnTo>
                    <a:pt x="27861" y="40219"/>
                  </a:lnTo>
                  <a:lnTo>
                    <a:pt x="27861" y="7263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19"/>
                  </a:lnTo>
                  <a:lnTo>
                    <a:pt x="44982" y="40219"/>
                  </a:lnTo>
                  <a:lnTo>
                    <a:pt x="44982" y="47149"/>
                  </a:lnTo>
                  <a:lnTo>
                    <a:pt x="36171" y="47149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49"/>
                  </a:lnTo>
                  <a:lnTo>
                    <a:pt x="0" y="47149"/>
                  </a:lnTo>
                  <a:lnTo>
                    <a:pt x="0" y="3910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7B3F41AA-CBF0-4299-A283-650680BD6CFD}"/>
              </a:ext>
            </a:extLst>
          </p:cNvPr>
          <p:cNvGrpSpPr/>
          <p:nvPr/>
        </p:nvGrpSpPr>
        <p:grpSpPr>
          <a:xfrm>
            <a:off x="3869443" y="4539897"/>
            <a:ext cx="429910" cy="323326"/>
            <a:chOff x="3852120" y="4154883"/>
            <a:chExt cx="429910" cy="323326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5EC6E291-643B-AB86-AB4B-4BEC5A1BC51B}"/>
                </a:ext>
              </a:extLst>
            </p:cNvPr>
            <p:cNvSpPr/>
            <p:nvPr/>
          </p:nvSpPr>
          <p:spPr>
            <a:xfrm>
              <a:off x="3852120" y="4154883"/>
              <a:ext cx="429910" cy="323326"/>
            </a:xfrm>
            <a:custGeom>
              <a:avLst/>
              <a:gdLst>
                <a:gd name="connsiteX0" fmla="*/ 0 w 429910"/>
                <a:gd name="connsiteY0" fmla="*/ 323326 h 323326"/>
                <a:gd name="connsiteX1" fmla="*/ 429911 w 429910"/>
                <a:gd name="connsiteY1" fmla="*/ 323326 h 323326"/>
                <a:gd name="connsiteX2" fmla="*/ 429911 w 429910"/>
                <a:gd name="connsiteY2" fmla="*/ 0 h 323326"/>
                <a:gd name="connsiteX3" fmla="*/ 0 w 429910"/>
                <a:gd name="connsiteY3" fmla="*/ 0 h 323326"/>
                <a:gd name="connsiteX4" fmla="*/ 0 w 429910"/>
                <a:gd name="connsiteY4" fmla="*/ 323326 h 32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323326">
                  <a:moveTo>
                    <a:pt x="0" y="323326"/>
                  </a:moveTo>
                  <a:lnTo>
                    <a:pt x="429911" y="323326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32332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17CFB709-54DC-2DDB-E315-F58C0A739DB9}"/>
                </a:ext>
              </a:extLst>
            </p:cNvPr>
            <p:cNvSpPr/>
            <p:nvPr/>
          </p:nvSpPr>
          <p:spPr>
            <a:xfrm>
              <a:off x="4057264" y="4244537"/>
              <a:ext cx="19597" cy="144017"/>
            </a:xfrm>
            <a:custGeom>
              <a:avLst/>
              <a:gdLst>
                <a:gd name="connsiteX0" fmla="*/ 0 w 19597"/>
                <a:gd name="connsiteY0" fmla="*/ 119515 h 144017"/>
                <a:gd name="connsiteX1" fmla="*/ 19598 w 19597"/>
                <a:gd name="connsiteY1" fmla="*/ 119515 h 144017"/>
                <a:gd name="connsiteX2" fmla="*/ 19598 w 19597"/>
                <a:gd name="connsiteY2" fmla="*/ 144018 h 144017"/>
                <a:gd name="connsiteX3" fmla="*/ 0 w 19597"/>
                <a:gd name="connsiteY3" fmla="*/ 144018 h 144017"/>
                <a:gd name="connsiteX4" fmla="*/ 0 w 19597"/>
                <a:gd name="connsiteY4" fmla="*/ 119515 h 144017"/>
                <a:gd name="connsiteX5" fmla="*/ 0 w 19597"/>
                <a:gd name="connsiteY5" fmla="*/ 0 h 144017"/>
                <a:gd name="connsiteX6" fmla="*/ 19598 w 19597"/>
                <a:gd name="connsiteY6" fmla="*/ 0 h 144017"/>
                <a:gd name="connsiteX7" fmla="*/ 19598 w 19597"/>
                <a:gd name="connsiteY7" fmla="*/ 63175 h 144017"/>
                <a:gd name="connsiteX8" fmla="*/ 17669 w 19597"/>
                <a:gd name="connsiteY8" fmla="*/ 97607 h 144017"/>
                <a:gd name="connsiteX9" fmla="*/ 2024 w 19597"/>
                <a:gd name="connsiteY9" fmla="*/ 97607 h 144017"/>
                <a:gd name="connsiteX10" fmla="*/ 0 w 19597"/>
                <a:gd name="connsiteY10" fmla="*/ 63175 h 144017"/>
                <a:gd name="connsiteX11" fmla="*/ 0 w 19597"/>
                <a:gd name="connsiteY11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597" h="144017">
                  <a:moveTo>
                    <a:pt x="0" y="119515"/>
                  </a:moveTo>
                  <a:lnTo>
                    <a:pt x="19598" y="119515"/>
                  </a:lnTo>
                  <a:lnTo>
                    <a:pt x="19598" y="144018"/>
                  </a:lnTo>
                  <a:lnTo>
                    <a:pt x="0" y="144018"/>
                  </a:lnTo>
                  <a:lnTo>
                    <a:pt x="0" y="119515"/>
                  </a:lnTo>
                  <a:moveTo>
                    <a:pt x="0" y="0"/>
                  </a:moveTo>
                  <a:lnTo>
                    <a:pt x="19598" y="0"/>
                  </a:lnTo>
                  <a:lnTo>
                    <a:pt x="19598" y="63175"/>
                  </a:lnTo>
                  <a:lnTo>
                    <a:pt x="17669" y="97607"/>
                  </a:lnTo>
                  <a:lnTo>
                    <a:pt x="2024" y="97607"/>
                  </a:lnTo>
                  <a:lnTo>
                    <a:pt x="0" y="63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029696A4-E20C-AD30-2083-B340F51C4EED}"/>
              </a:ext>
            </a:extLst>
          </p:cNvPr>
          <p:cNvGrpSpPr/>
          <p:nvPr/>
        </p:nvGrpSpPr>
        <p:grpSpPr>
          <a:xfrm>
            <a:off x="4335483" y="4507917"/>
            <a:ext cx="285345" cy="64055"/>
            <a:chOff x="4294913" y="4122903"/>
            <a:chExt cx="285345" cy="64055"/>
          </a:xfrm>
        </p:grpSpPr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478CCF48-D85F-2A38-E1A8-B1E9656D7AC5}"/>
                </a:ext>
              </a:extLst>
            </p:cNvPr>
            <p:cNvSpPr/>
            <p:nvPr/>
          </p:nvSpPr>
          <p:spPr>
            <a:xfrm>
              <a:off x="4294913" y="4122903"/>
              <a:ext cx="42672" cy="64055"/>
            </a:xfrm>
            <a:custGeom>
              <a:avLst/>
              <a:gdLst>
                <a:gd name="connsiteX0" fmla="*/ 21336 w 42672"/>
                <a:gd name="connsiteY0" fmla="*/ 6620 h 64055"/>
                <a:gd name="connsiteX1" fmla="*/ 11621 w 42672"/>
                <a:gd name="connsiteY1" fmla="*/ 12978 h 64055"/>
                <a:gd name="connsiteX2" fmla="*/ 8406 w 42672"/>
                <a:gd name="connsiteY2" fmla="*/ 32052 h 64055"/>
                <a:gd name="connsiteX3" fmla="*/ 11621 w 42672"/>
                <a:gd name="connsiteY3" fmla="*/ 51102 h 64055"/>
                <a:gd name="connsiteX4" fmla="*/ 21336 w 42672"/>
                <a:gd name="connsiteY4" fmla="*/ 57436 h 64055"/>
                <a:gd name="connsiteX5" fmla="*/ 31052 w 42672"/>
                <a:gd name="connsiteY5" fmla="*/ 51102 h 64055"/>
                <a:gd name="connsiteX6" fmla="*/ 34314 w 42672"/>
                <a:gd name="connsiteY6" fmla="*/ 32052 h 64055"/>
                <a:gd name="connsiteX7" fmla="*/ 31052 w 42672"/>
                <a:gd name="connsiteY7" fmla="*/ 12978 h 64055"/>
                <a:gd name="connsiteX8" fmla="*/ 21336 w 42672"/>
                <a:gd name="connsiteY8" fmla="*/ 6620 h 64055"/>
                <a:gd name="connsiteX9" fmla="*/ 21336 w 42672"/>
                <a:gd name="connsiteY9" fmla="*/ 0 h 64055"/>
                <a:gd name="connsiteX10" fmla="*/ 37171 w 42672"/>
                <a:gd name="connsiteY10" fmla="*/ 8239 h 64055"/>
                <a:gd name="connsiteX11" fmla="*/ 42672 w 42672"/>
                <a:gd name="connsiteY11" fmla="*/ 32052 h 64055"/>
                <a:gd name="connsiteX12" fmla="*/ 37171 w 42672"/>
                <a:gd name="connsiteY12" fmla="*/ 55864 h 64055"/>
                <a:gd name="connsiteX13" fmla="*/ 21336 w 42672"/>
                <a:gd name="connsiteY13" fmla="*/ 64056 h 64055"/>
                <a:gd name="connsiteX14" fmla="*/ 5453 w 42672"/>
                <a:gd name="connsiteY14" fmla="*/ 55864 h 64055"/>
                <a:gd name="connsiteX15" fmla="*/ 0 w 42672"/>
                <a:gd name="connsiteY15" fmla="*/ 32052 h 64055"/>
                <a:gd name="connsiteX16" fmla="*/ 5453 w 42672"/>
                <a:gd name="connsiteY16" fmla="*/ 8239 h 64055"/>
                <a:gd name="connsiteX17" fmla="*/ 21336 w 42672"/>
                <a:gd name="connsiteY17" fmla="*/ 0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55">
                  <a:moveTo>
                    <a:pt x="21336" y="6620"/>
                  </a:moveTo>
                  <a:cubicBezTo>
                    <a:pt x="17026" y="6620"/>
                    <a:pt x="13788" y="8739"/>
                    <a:pt x="11621" y="12978"/>
                  </a:cubicBezTo>
                  <a:cubicBezTo>
                    <a:pt x="9477" y="17193"/>
                    <a:pt x="8406" y="23551"/>
                    <a:pt x="8406" y="32052"/>
                  </a:cubicBezTo>
                  <a:cubicBezTo>
                    <a:pt x="8406" y="40505"/>
                    <a:pt x="9477" y="46863"/>
                    <a:pt x="11621" y="51102"/>
                  </a:cubicBezTo>
                  <a:cubicBezTo>
                    <a:pt x="13788" y="55316"/>
                    <a:pt x="17026" y="57436"/>
                    <a:pt x="21336" y="57436"/>
                  </a:cubicBezTo>
                  <a:cubicBezTo>
                    <a:pt x="25670" y="57436"/>
                    <a:pt x="28908" y="55316"/>
                    <a:pt x="31052" y="51102"/>
                  </a:cubicBezTo>
                  <a:cubicBezTo>
                    <a:pt x="33218" y="46863"/>
                    <a:pt x="34314" y="40505"/>
                    <a:pt x="34314" y="32052"/>
                  </a:cubicBezTo>
                  <a:cubicBezTo>
                    <a:pt x="34314" y="23551"/>
                    <a:pt x="33218" y="17193"/>
                    <a:pt x="31052" y="12978"/>
                  </a:cubicBezTo>
                  <a:cubicBezTo>
                    <a:pt x="28908" y="8739"/>
                    <a:pt x="25670" y="6620"/>
                    <a:pt x="21336" y="6620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1" y="8239"/>
                  </a:cubicBezTo>
                  <a:cubicBezTo>
                    <a:pt x="40838" y="13692"/>
                    <a:pt x="42672" y="21645"/>
                    <a:pt x="42672" y="32052"/>
                  </a:cubicBezTo>
                  <a:cubicBezTo>
                    <a:pt x="42672" y="42434"/>
                    <a:pt x="40838" y="50363"/>
                    <a:pt x="37171" y="55864"/>
                  </a:cubicBezTo>
                  <a:cubicBezTo>
                    <a:pt x="33528" y="61317"/>
                    <a:pt x="28265" y="64056"/>
                    <a:pt x="21336" y="64056"/>
                  </a:cubicBezTo>
                  <a:cubicBezTo>
                    <a:pt x="14407" y="64056"/>
                    <a:pt x="9120" y="61317"/>
                    <a:pt x="5453" y="55864"/>
                  </a:cubicBezTo>
                  <a:cubicBezTo>
                    <a:pt x="1810" y="50363"/>
                    <a:pt x="0" y="42434"/>
                    <a:pt x="0" y="32052"/>
                  </a:cubicBezTo>
                  <a:cubicBezTo>
                    <a:pt x="0" y="21645"/>
                    <a:pt x="1810" y="13692"/>
                    <a:pt x="5453" y="8239"/>
                  </a:cubicBezTo>
                  <a:cubicBezTo>
                    <a:pt x="9120" y="2738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53F48C80-F106-6177-E1A7-AA2C6F453FA8}"/>
                </a:ext>
              </a:extLst>
            </p:cNvPr>
            <p:cNvSpPr/>
            <p:nvPr/>
          </p:nvSpPr>
          <p:spPr>
            <a:xfrm>
              <a:off x="4352253" y="4175243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4305F0E-AEFA-4259-97A1-DE76832FD48F}"/>
                </a:ext>
              </a:extLst>
            </p:cNvPr>
            <p:cNvSpPr/>
            <p:nvPr/>
          </p:nvSpPr>
          <p:spPr>
            <a:xfrm>
              <a:off x="4376566" y="4122903"/>
              <a:ext cx="40647" cy="64055"/>
            </a:xfrm>
            <a:custGeom>
              <a:avLst/>
              <a:gdLst>
                <a:gd name="connsiteX0" fmla="*/ 27908 w 40647"/>
                <a:gd name="connsiteY0" fmla="*/ 29575 h 64055"/>
                <a:gd name="connsiteX1" fmla="*/ 37243 w 40647"/>
                <a:gd name="connsiteY1" fmla="*/ 34909 h 64055"/>
                <a:gd name="connsiteX2" fmla="*/ 40648 w 40647"/>
                <a:gd name="connsiteY2" fmla="*/ 44910 h 64055"/>
                <a:gd name="connsiteX3" fmla="*/ 34361 w 40647"/>
                <a:gd name="connsiteY3" fmla="*/ 59031 h 64055"/>
                <a:gd name="connsiteX4" fmla="*/ 16502 w 40647"/>
                <a:gd name="connsiteY4" fmla="*/ 64056 h 64055"/>
                <a:gd name="connsiteX5" fmla="*/ 8477 w 40647"/>
                <a:gd name="connsiteY5" fmla="*/ 63270 h 64055"/>
                <a:gd name="connsiteX6" fmla="*/ 0 w 40647"/>
                <a:gd name="connsiteY6" fmla="*/ 60984 h 64055"/>
                <a:gd name="connsiteX7" fmla="*/ 0 w 40647"/>
                <a:gd name="connsiteY7" fmla="*/ 52935 h 64055"/>
                <a:gd name="connsiteX8" fmla="*/ 7596 w 40647"/>
                <a:gd name="connsiteY8" fmla="*/ 55983 h 64055"/>
                <a:gd name="connsiteX9" fmla="*/ 16240 w 40647"/>
                <a:gd name="connsiteY9" fmla="*/ 57007 h 64055"/>
                <a:gd name="connsiteX10" fmla="*/ 28194 w 40647"/>
                <a:gd name="connsiteY10" fmla="*/ 53912 h 64055"/>
                <a:gd name="connsiteX11" fmla="*/ 32337 w 40647"/>
                <a:gd name="connsiteY11" fmla="*/ 44910 h 64055"/>
                <a:gd name="connsiteX12" fmla="*/ 28480 w 40647"/>
                <a:gd name="connsiteY12" fmla="*/ 36386 h 64055"/>
                <a:gd name="connsiteX13" fmla="*/ 17859 w 40647"/>
                <a:gd name="connsiteY13" fmla="*/ 33290 h 64055"/>
                <a:gd name="connsiteX14" fmla="*/ 10668 w 40647"/>
                <a:gd name="connsiteY14" fmla="*/ 33290 h 64055"/>
                <a:gd name="connsiteX15" fmla="*/ 10668 w 40647"/>
                <a:gd name="connsiteY15" fmla="*/ 26432 h 64055"/>
                <a:gd name="connsiteX16" fmla="*/ 18193 w 40647"/>
                <a:gd name="connsiteY16" fmla="*/ 26432 h 64055"/>
                <a:gd name="connsiteX17" fmla="*/ 27622 w 40647"/>
                <a:gd name="connsiteY17" fmla="*/ 23979 h 64055"/>
                <a:gd name="connsiteX18" fmla="*/ 30885 w 40647"/>
                <a:gd name="connsiteY18" fmla="*/ 16883 h 64055"/>
                <a:gd name="connsiteX19" fmla="*/ 27479 w 40647"/>
                <a:gd name="connsiteY19" fmla="*/ 9597 h 64055"/>
                <a:gd name="connsiteX20" fmla="*/ 17859 w 40647"/>
                <a:gd name="connsiteY20" fmla="*/ 7025 h 64055"/>
                <a:gd name="connsiteX21" fmla="*/ 10501 w 40647"/>
                <a:gd name="connsiteY21" fmla="*/ 7787 h 64055"/>
                <a:gd name="connsiteX22" fmla="*/ 1857 w 40647"/>
                <a:gd name="connsiteY22" fmla="*/ 10096 h 64055"/>
                <a:gd name="connsiteX23" fmla="*/ 1857 w 40647"/>
                <a:gd name="connsiteY23" fmla="*/ 2643 h 64055"/>
                <a:gd name="connsiteX24" fmla="*/ 10739 w 40647"/>
                <a:gd name="connsiteY24" fmla="*/ 667 h 64055"/>
                <a:gd name="connsiteX25" fmla="*/ 18597 w 40647"/>
                <a:gd name="connsiteY25" fmla="*/ 0 h 64055"/>
                <a:gd name="connsiteX26" fmla="*/ 33647 w 40647"/>
                <a:gd name="connsiteY26" fmla="*/ 4358 h 64055"/>
                <a:gd name="connsiteX27" fmla="*/ 39195 w 40647"/>
                <a:gd name="connsiteY27" fmla="*/ 16002 h 64055"/>
                <a:gd name="connsiteX28" fmla="*/ 36266 w 40647"/>
                <a:gd name="connsiteY28" fmla="*/ 24694 h 64055"/>
                <a:gd name="connsiteX29" fmla="*/ 27908 w 40647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55">
                  <a:moveTo>
                    <a:pt x="27908" y="29575"/>
                  </a:moveTo>
                  <a:cubicBezTo>
                    <a:pt x="31909" y="30409"/>
                    <a:pt x="35028" y="32195"/>
                    <a:pt x="37243" y="34909"/>
                  </a:cubicBezTo>
                  <a:cubicBezTo>
                    <a:pt x="39505" y="37600"/>
                    <a:pt x="40648" y="40934"/>
                    <a:pt x="40648" y="44910"/>
                  </a:cubicBezTo>
                  <a:cubicBezTo>
                    <a:pt x="40648" y="50983"/>
                    <a:pt x="38552" y="55697"/>
                    <a:pt x="34361" y="59031"/>
                  </a:cubicBezTo>
                  <a:cubicBezTo>
                    <a:pt x="30170" y="62389"/>
                    <a:pt x="24217" y="64056"/>
                    <a:pt x="16502" y="64056"/>
                  </a:cubicBezTo>
                  <a:cubicBezTo>
                    <a:pt x="13906" y="64056"/>
                    <a:pt x="11216" y="63794"/>
                    <a:pt x="8477" y="63270"/>
                  </a:cubicBezTo>
                  <a:cubicBezTo>
                    <a:pt x="5739" y="62770"/>
                    <a:pt x="2929" y="62008"/>
                    <a:pt x="0" y="60984"/>
                  </a:cubicBezTo>
                  <a:lnTo>
                    <a:pt x="0" y="52935"/>
                  </a:lnTo>
                  <a:cubicBezTo>
                    <a:pt x="2310" y="54293"/>
                    <a:pt x="4858" y="55293"/>
                    <a:pt x="7596" y="55983"/>
                  </a:cubicBezTo>
                  <a:cubicBezTo>
                    <a:pt x="10358" y="56674"/>
                    <a:pt x="13240" y="57007"/>
                    <a:pt x="16240" y="57007"/>
                  </a:cubicBezTo>
                  <a:cubicBezTo>
                    <a:pt x="21479" y="57007"/>
                    <a:pt x="25455" y="55983"/>
                    <a:pt x="28194" y="53912"/>
                  </a:cubicBezTo>
                  <a:cubicBezTo>
                    <a:pt x="30956" y="51840"/>
                    <a:pt x="32337" y="48839"/>
                    <a:pt x="32337" y="44910"/>
                  </a:cubicBezTo>
                  <a:cubicBezTo>
                    <a:pt x="32337" y="41267"/>
                    <a:pt x="31051" y="38433"/>
                    <a:pt x="28480" y="36386"/>
                  </a:cubicBezTo>
                  <a:cubicBezTo>
                    <a:pt x="25932" y="34314"/>
                    <a:pt x="22407" y="33290"/>
                    <a:pt x="17859" y="33290"/>
                  </a:cubicBezTo>
                  <a:lnTo>
                    <a:pt x="10668" y="33290"/>
                  </a:lnTo>
                  <a:lnTo>
                    <a:pt x="10668" y="26432"/>
                  </a:lnTo>
                  <a:lnTo>
                    <a:pt x="18193" y="26432"/>
                  </a:lnTo>
                  <a:cubicBezTo>
                    <a:pt x="22312" y="26432"/>
                    <a:pt x="25455" y="25622"/>
                    <a:pt x="27622" y="23979"/>
                  </a:cubicBezTo>
                  <a:cubicBezTo>
                    <a:pt x="29789" y="22336"/>
                    <a:pt x="30885" y="19955"/>
                    <a:pt x="30885" y="16883"/>
                  </a:cubicBezTo>
                  <a:cubicBezTo>
                    <a:pt x="30885" y="13716"/>
                    <a:pt x="29742" y="11287"/>
                    <a:pt x="27479" y="9597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86"/>
                    <a:pt x="10501" y="7787"/>
                  </a:cubicBezTo>
                  <a:cubicBezTo>
                    <a:pt x="7882" y="8287"/>
                    <a:pt x="5001" y="9049"/>
                    <a:pt x="1857" y="10096"/>
                  </a:cubicBezTo>
                  <a:lnTo>
                    <a:pt x="1857" y="2643"/>
                  </a:lnTo>
                  <a:cubicBezTo>
                    <a:pt x="5024" y="1762"/>
                    <a:pt x="8001" y="1119"/>
                    <a:pt x="10739" y="667"/>
                  </a:cubicBezTo>
                  <a:cubicBezTo>
                    <a:pt x="13525" y="214"/>
                    <a:pt x="16145" y="0"/>
                    <a:pt x="18597" y="0"/>
                  </a:cubicBezTo>
                  <a:cubicBezTo>
                    <a:pt x="24932" y="0"/>
                    <a:pt x="29956" y="1453"/>
                    <a:pt x="33647" y="4358"/>
                  </a:cubicBezTo>
                  <a:cubicBezTo>
                    <a:pt x="37338" y="7215"/>
                    <a:pt x="39195" y="11097"/>
                    <a:pt x="39195" y="16002"/>
                  </a:cubicBezTo>
                  <a:cubicBezTo>
                    <a:pt x="39195" y="19407"/>
                    <a:pt x="38219" y="22312"/>
                    <a:pt x="36266" y="24694"/>
                  </a:cubicBezTo>
                  <a:cubicBezTo>
                    <a:pt x="34290" y="27027"/>
                    <a:pt x="31504" y="28647"/>
                    <a:pt x="27908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0B90D44D-F874-B7EF-4DB3-B599D7AFBF82}"/>
                </a:ext>
              </a:extLst>
            </p:cNvPr>
            <p:cNvSpPr/>
            <p:nvPr/>
          </p:nvSpPr>
          <p:spPr>
            <a:xfrm>
              <a:off x="4428120" y="4124022"/>
              <a:ext cx="44981" cy="61722"/>
            </a:xfrm>
            <a:custGeom>
              <a:avLst/>
              <a:gdLst>
                <a:gd name="connsiteX0" fmla="*/ 27861 w 44981"/>
                <a:gd name="connsiteY0" fmla="*/ 7287 h 61722"/>
                <a:gd name="connsiteX1" fmla="*/ 6787 w 44981"/>
                <a:gd name="connsiteY1" fmla="*/ 40219 h 61722"/>
                <a:gd name="connsiteX2" fmla="*/ 27861 w 44981"/>
                <a:gd name="connsiteY2" fmla="*/ 40219 h 61722"/>
                <a:gd name="connsiteX3" fmla="*/ 27861 w 44981"/>
                <a:gd name="connsiteY3" fmla="*/ 7287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19 h 61722"/>
                <a:gd name="connsiteX7" fmla="*/ 44982 w 44981"/>
                <a:gd name="connsiteY7" fmla="*/ 40219 h 61722"/>
                <a:gd name="connsiteX8" fmla="*/ 44982 w 44981"/>
                <a:gd name="connsiteY8" fmla="*/ 47173 h 61722"/>
                <a:gd name="connsiteX9" fmla="*/ 36171 w 44981"/>
                <a:gd name="connsiteY9" fmla="*/ 47173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3 h 61722"/>
                <a:gd name="connsiteX13" fmla="*/ 0 w 44981"/>
                <a:gd name="connsiteY13" fmla="*/ 47173 h 61722"/>
                <a:gd name="connsiteX14" fmla="*/ 0 w 44981"/>
                <a:gd name="connsiteY14" fmla="*/ 39124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87"/>
                  </a:moveTo>
                  <a:lnTo>
                    <a:pt x="6787" y="40219"/>
                  </a:lnTo>
                  <a:lnTo>
                    <a:pt x="27861" y="40219"/>
                  </a:lnTo>
                  <a:lnTo>
                    <a:pt x="27861" y="728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19"/>
                  </a:lnTo>
                  <a:lnTo>
                    <a:pt x="44982" y="40219"/>
                  </a:lnTo>
                  <a:lnTo>
                    <a:pt x="44982" y="47173"/>
                  </a:lnTo>
                  <a:lnTo>
                    <a:pt x="36171" y="47173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3"/>
                  </a:lnTo>
                  <a:lnTo>
                    <a:pt x="0" y="47173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08537C38-A487-AEA8-3A22-D89ADB72CB99}"/>
                </a:ext>
              </a:extLst>
            </p:cNvPr>
            <p:cNvSpPr/>
            <p:nvPr/>
          </p:nvSpPr>
          <p:spPr>
            <a:xfrm>
              <a:off x="4484294" y="4122903"/>
              <a:ext cx="40647" cy="64055"/>
            </a:xfrm>
            <a:custGeom>
              <a:avLst/>
              <a:gdLst>
                <a:gd name="connsiteX0" fmla="*/ 27908 w 40647"/>
                <a:gd name="connsiteY0" fmla="*/ 29575 h 64055"/>
                <a:gd name="connsiteX1" fmla="*/ 37243 w 40647"/>
                <a:gd name="connsiteY1" fmla="*/ 34909 h 64055"/>
                <a:gd name="connsiteX2" fmla="*/ 40648 w 40647"/>
                <a:gd name="connsiteY2" fmla="*/ 44910 h 64055"/>
                <a:gd name="connsiteX3" fmla="*/ 34361 w 40647"/>
                <a:gd name="connsiteY3" fmla="*/ 59031 h 64055"/>
                <a:gd name="connsiteX4" fmla="*/ 16502 w 40647"/>
                <a:gd name="connsiteY4" fmla="*/ 64056 h 64055"/>
                <a:gd name="connsiteX5" fmla="*/ 8477 w 40647"/>
                <a:gd name="connsiteY5" fmla="*/ 63270 h 64055"/>
                <a:gd name="connsiteX6" fmla="*/ 0 w 40647"/>
                <a:gd name="connsiteY6" fmla="*/ 60984 h 64055"/>
                <a:gd name="connsiteX7" fmla="*/ 0 w 40647"/>
                <a:gd name="connsiteY7" fmla="*/ 52935 h 64055"/>
                <a:gd name="connsiteX8" fmla="*/ 7620 w 40647"/>
                <a:gd name="connsiteY8" fmla="*/ 55983 h 64055"/>
                <a:gd name="connsiteX9" fmla="*/ 16264 w 40647"/>
                <a:gd name="connsiteY9" fmla="*/ 57007 h 64055"/>
                <a:gd name="connsiteX10" fmla="*/ 28194 w 40647"/>
                <a:gd name="connsiteY10" fmla="*/ 53912 h 64055"/>
                <a:gd name="connsiteX11" fmla="*/ 32337 w 40647"/>
                <a:gd name="connsiteY11" fmla="*/ 44910 h 64055"/>
                <a:gd name="connsiteX12" fmla="*/ 28480 w 40647"/>
                <a:gd name="connsiteY12" fmla="*/ 36386 h 64055"/>
                <a:gd name="connsiteX13" fmla="*/ 17859 w 40647"/>
                <a:gd name="connsiteY13" fmla="*/ 33290 h 64055"/>
                <a:gd name="connsiteX14" fmla="*/ 10668 w 40647"/>
                <a:gd name="connsiteY14" fmla="*/ 33290 h 64055"/>
                <a:gd name="connsiteX15" fmla="*/ 10668 w 40647"/>
                <a:gd name="connsiteY15" fmla="*/ 26432 h 64055"/>
                <a:gd name="connsiteX16" fmla="*/ 18193 w 40647"/>
                <a:gd name="connsiteY16" fmla="*/ 26432 h 64055"/>
                <a:gd name="connsiteX17" fmla="*/ 27622 w 40647"/>
                <a:gd name="connsiteY17" fmla="*/ 23979 h 64055"/>
                <a:gd name="connsiteX18" fmla="*/ 30885 w 40647"/>
                <a:gd name="connsiteY18" fmla="*/ 16883 h 64055"/>
                <a:gd name="connsiteX19" fmla="*/ 27503 w 40647"/>
                <a:gd name="connsiteY19" fmla="*/ 9597 h 64055"/>
                <a:gd name="connsiteX20" fmla="*/ 17859 w 40647"/>
                <a:gd name="connsiteY20" fmla="*/ 7025 h 64055"/>
                <a:gd name="connsiteX21" fmla="*/ 10501 w 40647"/>
                <a:gd name="connsiteY21" fmla="*/ 7787 h 64055"/>
                <a:gd name="connsiteX22" fmla="*/ 1857 w 40647"/>
                <a:gd name="connsiteY22" fmla="*/ 10096 h 64055"/>
                <a:gd name="connsiteX23" fmla="*/ 1857 w 40647"/>
                <a:gd name="connsiteY23" fmla="*/ 2643 h 64055"/>
                <a:gd name="connsiteX24" fmla="*/ 10763 w 40647"/>
                <a:gd name="connsiteY24" fmla="*/ 667 h 64055"/>
                <a:gd name="connsiteX25" fmla="*/ 18597 w 40647"/>
                <a:gd name="connsiteY25" fmla="*/ 0 h 64055"/>
                <a:gd name="connsiteX26" fmla="*/ 33647 w 40647"/>
                <a:gd name="connsiteY26" fmla="*/ 4358 h 64055"/>
                <a:gd name="connsiteX27" fmla="*/ 39195 w 40647"/>
                <a:gd name="connsiteY27" fmla="*/ 16002 h 64055"/>
                <a:gd name="connsiteX28" fmla="*/ 36266 w 40647"/>
                <a:gd name="connsiteY28" fmla="*/ 24694 h 64055"/>
                <a:gd name="connsiteX29" fmla="*/ 27908 w 40647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55">
                  <a:moveTo>
                    <a:pt x="27908" y="29575"/>
                  </a:moveTo>
                  <a:cubicBezTo>
                    <a:pt x="31909" y="30409"/>
                    <a:pt x="35028" y="32195"/>
                    <a:pt x="37243" y="34909"/>
                  </a:cubicBezTo>
                  <a:cubicBezTo>
                    <a:pt x="39505" y="37600"/>
                    <a:pt x="40648" y="40934"/>
                    <a:pt x="40648" y="44910"/>
                  </a:cubicBezTo>
                  <a:cubicBezTo>
                    <a:pt x="40648" y="50983"/>
                    <a:pt x="38552" y="55697"/>
                    <a:pt x="34361" y="59031"/>
                  </a:cubicBezTo>
                  <a:cubicBezTo>
                    <a:pt x="30170" y="62389"/>
                    <a:pt x="24217" y="64056"/>
                    <a:pt x="16502" y="64056"/>
                  </a:cubicBezTo>
                  <a:cubicBezTo>
                    <a:pt x="13906" y="64056"/>
                    <a:pt x="11239" y="63794"/>
                    <a:pt x="8477" y="63270"/>
                  </a:cubicBezTo>
                  <a:cubicBezTo>
                    <a:pt x="5739" y="62770"/>
                    <a:pt x="2929" y="62008"/>
                    <a:pt x="0" y="60984"/>
                  </a:cubicBezTo>
                  <a:lnTo>
                    <a:pt x="0" y="52935"/>
                  </a:lnTo>
                  <a:cubicBezTo>
                    <a:pt x="2310" y="54293"/>
                    <a:pt x="4858" y="55293"/>
                    <a:pt x="7620" y="55983"/>
                  </a:cubicBezTo>
                  <a:cubicBezTo>
                    <a:pt x="10358" y="56674"/>
                    <a:pt x="13240" y="57007"/>
                    <a:pt x="16264" y="57007"/>
                  </a:cubicBezTo>
                  <a:cubicBezTo>
                    <a:pt x="21479" y="57007"/>
                    <a:pt x="25455" y="55983"/>
                    <a:pt x="28194" y="53912"/>
                  </a:cubicBezTo>
                  <a:cubicBezTo>
                    <a:pt x="30956" y="51840"/>
                    <a:pt x="32337" y="48839"/>
                    <a:pt x="32337" y="44910"/>
                  </a:cubicBezTo>
                  <a:cubicBezTo>
                    <a:pt x="32337" y="41267"/>
                    <a:pt x="31052" y="38433"/>
                    <a:pt x="28480" y="36386"/>
                  </a:cubicBezTo>
                  <a:cubicBezTo>
                    <a:pt x="25956" y="34314"/>
                    <a:pt x="22408" y="33290"/>
                    <a:pt x="17859" y="33290"/>
                  </a:cubicBezTo>
                  <a:lnTo>
                    <a:pt x="10668" y="33290"/>
                  </a:lnTo>
                  <a:lnTo>
                    <a:pt x="10668" y="26432"/>
                  </a:lnTo>
                  <a:lnTo>
                    <a:pt x="18193" y="26432"/>
                  </a:lnTo>
                  <a:cubicBezTo>
                    <a:pt x="22312" y="26432"/>
                    <a:pt x="25455" y="25622"/>
                    <a:pt x="27622" y="23979"/>
                  </a:cubicBezTo>
                  <a:cubicBezTo>
                    <a:pt x="29789" y="22336"/>
                    <a:pt x="30885" y="19955"/>
                    <a:pt x="30885" y="16883"/>
                  </a:cubicBezTo>
                  <a:cubicBezTo>
                    <a:pt x="30885" y="13716"/>
                    <a:pt x="29766" y="11287"/>
                    <a:pt x="27503" y="9597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86"/>
                    <a:pt x="10501" y="7787"/>
                  </a:cubicBezTo>
                  <a:cubicBezTo>
                    <a:pt x="7882" y="8287"/>
                    <a:pt x="5001" y="9049"/>
                    <a:pt x="1857" y="10096"/>
                  </a:cubicBezTo>
                  <a:lnTo>
                    <a:pt x="1857" y="2643"/>
                  </a:lnTo>
                  <a:cubicBezTo>
                    <a:pt x="5024" y="1762"/>
                    <a:pt x="8001" y="1119"/>
                    <a:pt x="10763" y="667"/>
                  </a:cubicBezTo>
                  <a:cubicBezTo>
                    <a:pt x="13549" y="214"/>
                    <a:pt x="16145" y="0"/>
                    <a:pt x="18597" y="0"/>
                  </a:cubicBezTo>
                  <a:cubicBezTo>
                    <a:pt x="24955" y="0"/>
                    <a:pt x="29956" y="1453"/>
                    <a:pt x="33647" y="4358"/>
                  </a:cubicBezTo>
                  <a:cubicBezTo>
                    <a:pt x="37338" y="7215"/>
                    <a:pt x="39195" y="11097"/>
                    <a:pt x="39195" y="16002"/>
                  </a:cubicBezTo>
                  <a:cubicBezTo>
                    <a:pt x="39195" y="19407"/>
                    <a:pt x="38219" y="22312"/>
                    <a:pt x="36266" y="24694"/>
                  </a:cubicBezTo>
                  <a:cubicBezTo>
                    <a:pt x="34314" y="27027"/>
                    <a:pt x="31528" y="28647"/>
                    <a:pt x="27908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16F3F41B-D1D2-D0CE-F359-243DBF1543B7}"/>
                </a:ext>
              </a:extLst>
            </p:cNvPr>
            <p:cNvSpPr/>
            <p:nvPr/>
          </p:nvSpPr>
          <p:spPr>
            <a:xfrm>
              <a:off x="4537634" y="4122903"/>
              <a:ext cx="42624" cy="64055"/>
            </a:xfrm>
            <a:custGeom>
              <a:avLst/>
              <a:gdLst>
                <a:gd name="connsiteX0" fmla="*/ 22027 w 42624"/>
                <a:gd name="connsiteY0" fmla="*/ 28647 h 64055"/>
                <a:gd name="connsiteX1" fmla="*/ 13097 w 42624"/>
                <a:gd name="connsiteY1" fmla="*/ 32504 h 64055"/>
                <a:gd name="connsiteX2" fmla="*/ 9835 w 42624"/>
                <a:gd name="connsiteY2" fmla="*/ 43053 h 64055"/>
                <a:gd name="connsiteX3" fmla="*/ 13097 w 42624"/>
                <a:gd name="connsiteY3" fmla="*/ 53578 h 64055"/>
                <a:gd name="connsiteX4" fmla="*/ 22027 w 42624"/>
                <a:gd name="connsiteY4" fmla="*/ 57436 h 64055"/>
                <a:gd name="connsiteX5" fmla="*/ 30909 w 42624"/>
                <a:gd name="connsiteY5" fmla="*/ 53578 h 64055"/>
                <a:gd name="connsiteX6" fmla="*/ 34219 w 42624"/>
                <a:gd name="connsiteY6" fmla="*/ 43053 h 64055"/>
                <a:gd name="connsiteX7" fmla="*/ 30909 w 42624"/>
                <a:gd name="connsiteY7" fmla="*/ 32504 h 64055"/>
                <a:gd name="connsiteX8" fmla="*/ 22027 w 42624"/>
                <a:gd name="connsiteY8" fmla="*/ 28647 h 64055"/>
                <a:gd name="connsiteX9" fmla="*/ 38600 w 42624"/>
                <a:gd name="connsiteY9" fmla="*/ 2477 h 64055"/>
                <a:gd name="connsiteX10" fmla="*/ 38600 w 42624"/>
                <a:gd name="connsiteY10" fmla="*/ 10096 h 64055"/>
                <a:gd name="connsiteX11" fmla="*/ 32242 w 42624"/>
                <a:gd name="connsiteY11" fmla="*/ 7811 h 64055"/>
                <a:gd name="connsiteX12" fmla="*/ 25908 w 42624"/>
                <a:gd name="connsiteY12" fmla="*/ 7025 h 64055"/>
                <a:gd name="connsiteX13" fmla="*/ 13263 w 42624"/>
                <a:gd name="connsiteY13" fmla="*/ 12621 h 64055"/>
                <a:gd name="connsiteX14" fmla="*/ 8311 w 42624"/>
                <a:gd name="connsiteY14" fmla="*/ 29480 h 64055"/>
                <a:gd name="connsiteX15" fmla="*/ 14430 w 42624"/>
                <a:gd name="connsiteY15" fmla="*/ 23979 h 64055"/>
                <a:gd name="connsiteX16" fmla="*/ 22527 w 42624"/>
                <a:gd name="connsiteY16" fmla="*/ 22050 h 64055"/>
                <a:gd name="connsiteX17" fmla="*/ 37195 w 42624"/>
                <a:gd name="connsiteY17" fmla="*/ 27694 h 64055"/>
                <a:gd name="connsiteX18" fmla="*/ 42624 w 42624"/>
                <a:gd name="connsiteY18" fmla="*/ 43053 h 64055"/>
                <a:gd name="connsiteX19" fmla="*/ 37004 w 42624"/>
                <a:gd name="connsiteY19" fmla="*/ 58293 h 64055"/>
                <a:gd name="connsiteX20" fmla="*/ 22027 w 42624"/>
                <a:gd name="connsiteY20" fmla="*/ 64056 h 64055"/>
                <a:gd name="connsiteX21" fmla="*/ 5667 w 42624"/>
                <a:gd name="connsiteY21" fmla="*/ 55864 h 64055"/>
                <a:gd name="connsiteX22" fmla="*/ 0 w 42624"/>
                <a:gd name="connsiteY22" fmla="*/ 32052 h 64055"/>
                <a:gd name="connsiteX23" fmla="*/ 6929 w 42624"/>
                <a:gd name="connsiteY23" fmla="*/ 8739 h 64055"/>
                <a:gd name="connsiteX24" fmla="*/ 25575 w 42624"/>
                <a:gd name="connsiteY24" fmla="*/ 0 h 64055"/>
                <a:gd name="connsiteX25" fmla="*/ 31909 w 42624"/>
                <a:gd name="connsiteY25" fmla="*/ 619 h 64055"/>
                <a:gd name="connsiteX26" fmla="*/ 38600 w 42624"/>
                <a:gd name="connsiteY26" fmla="*/ 2477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24" h="64055">
                  <a:moveTo>
                    <a:pt x="22027" y="28647"/>
                  </a:moveTo>
                  <a:cubicBezTo>
                    <a:pt x="18288" y="28647"/>
                    <a:pt x="15311" y="29932"/>
                    <a:pt x="13097" y="32504"/>
                  </a:cubicBezTo>
                  <a:cubicBezTo>
                    <a:pt x="10930" y="35052"/>
                    <a:pt x="9835" y="38576"/>
                    <a:pt x="9835" y="43053"/>
                  </a:cubicBezTo>
                  <a:cubicBezTo>
                    <a:pt x="9835" y="47482"/>
                    <a:pt x="10930" y="50983"/>
                    <a:pt x="13097" y="53578"/>
                  </a:cubicBezTo>
                  <a:cubicBezTo>
                    <a:pt x="15311" y="56150"/>
                    <a:pt x="18288" y="57436"/>
                    <a:pt x="22027" y="57436"/>
                  </a:cubicBezTo>
                  <a:cubicBezTo>
                    <a:pt x="25765" y="57436"/>
                    <a:pt x="28742" y="56150"/>
                    <a:pt x="30909" y="53578"/>
                  </a:cubicBezTo>
                  <a:cubicBezTo>
                    <a:pt x="33123" y="50983"/>
                    <a:pt x="34219" y="47482"/>
                    <a:pt x="34219" y="43053"/>
                  </a:cubicBezTo>
                  <a:cubicBezTo>
                    <a:pt x="34219" y="38576"/>
                    <a:pt x="33123" y="35052"/>
                    <a:pt x="30909" y="32504"/>
                  </a:cubicBezTo>
                  <a:cubicBezTo>
                    <a:pt x="28742" y="29932"/>
                    <a:pt x="25765" y="28647"/>
                    <a:pt x="22027" y="28647"/>
                  </a:cubicBezTo>
                  <a:moveTo>
                    <a:pt x="38600" y="2477"/>
                  </a:moveTo>
                  <a:lnTo>
                    <a:pt x="38600" y="10096"/>
                  </a:lnTo>
                  <a:cubicBezTo>
                    <a:pt x="36504" y="9096"/>
                    <a:pt x="34385" y="8334"/>
                    <a:pt x="32242" y="7811"/>
                  </a:cubicBezTo>
                  <a:cubicBezTo>
                    <a:pt x="30123" y="7286"/>
                    <a:pt x="28004" y="7025"/>
                    <a:pt x="25908" y="7025"/>
                  </a:cubicBezTo>
                  <a:cubicBezTo>
                    <a:pt x="20407" y="7025"/>
                    <a:pt x="16192" y="8882"/>
                    <a:pt x="13263" y="12621"/>
                  </a:cubicBezTo>
                  <a:cubicBezTo>
                    <a:pt x="10382" y="16335"/>
                    <a:pt x="8715" y="21955"/>
                    <a:pt x="8311" y="29480"/>
                  </a:cubicBezTo>
                  <a:cubicBezTo>
                    <a:pt x="9930" y="27075"/>
                    <a:pt x="11977" y="25241"/>
                    <a:pt x="14430" y="23979"/>
                  </a:cubicBezTo>
                  <a:cubicBezTo>
                    <a:pt x="16883" y="22693"/>
                    <a:pt x="19574" y="22050"/>
                    <a:pt x="22527" y="22050"/>
                  </a:cubicBezTo>
                  <a:cubicBezTo>
                    <a:pt x="28742" y="22050"/>
                    <a:pt x="33623" y="23932"/>
                    <a:pt x="37195" y="27694"/>
                  </a:cubicBezTo>
                  <a:cubicBezTo>
                    <a:pt x="40815" y="31456"/>
                    <a:pt x="42624" y="36576"/>
                    <a:pt x="42624" y="43053"/>
                  </a:cubicBezTo>
                  <a:cubicBezTo>
                    <a:pt x="42624" y="49387"/>
                    <a:pt x="40743" y="54459"/>
                    <a:pt x="37004" y="58293"/>
                  </a:cubicBezTo>
                  <a:cubicBezTo>
                    <a:pt x="33242" y="62127"/>
                    <a:pt x="28242" y="64056"/>
                    <a:pt x="22027" y="64056"/>
                  </a:cubicBezTo>
                  <a:cubicBezTo>
                    <a:pt x="14883" y="64056"/>
                    <a:pt x="9430" y="61317"/>
                    <a:pt x="5667" y="55864"/>
                  </a:cubicBezTo>
                  <a:cubicBezTo>
                    <a:pt x="1881" y="50363"/>
                    <a:pt x="0" y="42434"/>
                    <a:pt x="0" y="32052"/>
                  </a:cubicBezTo>
                  <a:cubicBezTo>
                    <a:pt x="0" y="22288"/>
                    <a:pt x="2310" y="14526"/>
                    <a:pt x="6929" y="8739"/>
                  </a:cubicBezTo>
                  <a:cubicBezTo>
                    <a:pt x="11573" y="2905"/>
                    <a:pt x="17788" y="0"/>
                    <a:pt x="25575" y="0"/>
                  </a:cubicBezTo>
                  <a:cubicBezTo>
                    <a:pt x="27670" y="0"/>
                    <a:pt x="29789" y="214"/>
                    <a:pt x="31909" y="619"/>
                  </a:cubicBezTo>
                  <a:cubicBezTo>
                    <a:pt x="34052" y="1024"/>
                    <a:pt x="36290" y="1643"/>
                    <a:pt x="38600" y="2477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25" name="Freeform 24">
            <a:extLst>
              <a:ext uri="{FF2B5EF4-FFF2-40B4-BE49-F238E27FC236}">
                <a16:creationId xmlns:a16="http://schemas.microsoft.com/office/drawing/2014/main" id="{F71F828B-B3EF-1AD7-D511-3A3ACED4B83E}"/>
              </a:ext>
            </a:extLst>
          </p:cNvPr>
          <p:cNvSpPr/>
          <p:nvPr/>
        </p:nvSpPr>
        <p:spPr>
          <a:xfrm>
            <a:off x="3869443" y="3893269"/>
            <a:ext cx="429910" cy="646628"/>
          </a:xfrm>
          <a:custGeom>
            <a:avLst/>
            <a:gdLst>
              <a:gd name="connsiteX0" fmla="*/ 0 w 429910"/>
              <a:gd name="connsiteY0" fmla="*/ 646628 h 646628"/>
              <a:gd name="connsiteX1" fmla="*/ 429911 w 429910"/>
              <a:gd name="connsiteY1" fmla="*/ 646628 h 646628"/>
              <a:gd name="connsiteX2" fmla="*/ 429911 w 429910"/>
              <a:gd name="connsiteY2" fmla="*/ 0 h 646628"/>
              <a:gd name="connsiteX3" fmla="*/ 0 w 429910"/>
              <a:gd name="connsiteY3" fmla="*/ 0 h 646628"/>
              <a:gd name="connsiteX4" fmla="*/ 0 w 429910"/>
              <a:gd name="connsiteY4" fmla="*/ 646628 h 64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910" h="646628">
                <a:moveTo>
                  <a:pt x="0" y="646628"/>
                </a:moveTo>
                <a:lnTo>
                  <a:pt x="429911" y="646628"/>
                </a:lnTo>
                <a:lnTo>
                  <a:pt x="429911" y="0"/>
                </a:lnTo>
                <a:lnTo>
                  <a:pt x="0" y="0"/>
                </a:lnTo>
                <a:lnTo>
                  <a:pt x="0" y="646628"/>
                </a:lnTo>
              </a:path>
            </a:pathLst>
          </a:custGeom>
          <a:solidFill>
            <a:schemeClr val="bg1"/>
          </a:solidFill>
          <a:ln w="1905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24" name="Freeform 123">
            <a:extLst>
              <a:ext uri="{FF2B5EF4-FFF2-40B4-BE49-F238E27FC236}">
                <a16:creationId xmlns:a16="http://schemas.microsoft.com/office/drawing/2014/main" id="{F258E5B8-0EAD-8F41-DBAA-41751216BC52}"/>
              </a:ext>
            </a:extLst>
          </p:cNvPr>
          <p:cNvSpPr/>
          <p:nvPr/>
        </p:nvSpPr>
        <p:spPr>
          <a:xfrm>
            <a:off x="4039583" y="4144586"/>
            <a:ext cx="89606" cy="144017"/>
          </a:xfrm>
          <a:custGeom>
            <a:avLst/>
            <a:gdLst>
              <a:gd name="connsiteX0" fmla="*/ 0 w 89606"/>
              <a:gd name="connsiteY0" fmla="*/ 0 h 144017"/>
              <a:gd name="connsiteX1" fmla="*/ 19479 w 89606"/>
              <a:gd name="connsiteY1" fmla="*/ 0 h 144017"/>
              <a:gd name="connsiteX2" fmla="*/ 19479 w 89606"/>
              <a:gd name="connsiteY2" fmla="*/ 127611 h 144017"/>
              <a:gd name="connsiteX3" fmla="*/ 89606 w 89606"/>
              <a:gd name="connsiteY3" fmla="*/ 127611 h 144017"/>
              <a:gd name="connsiteX4" fmla="*/ 89606 w 89606"/>
              <a:gd name="connsiteY4" fmla="*/ 144018 h 144017"/>
              <a:gd name="connsiteX5" fmla="*/ 0 w 89606"/>
              <a:gd name="connsiteY5" fmla="*/ 144018 h 144017"/>
              <a:gd name="connsiteX6" fmla="*/ 0 w 89606"/>
              <a:gd name="connsiteY6" fmla="*/ 0 h 144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606" h="144017">
                <a:moveTo>
                  <a:pt x="0" y="0"/>
                </a:moveTo>
                <a:lnTo>
                  <a:pt x="19479" y="0"/>
                </a:lnTo>
                <a:lnTo>
                  <a:pt x="19479" y="127611"/>
                </a:lnTo>
                <a:lnTo>
                  <a:pt x="89606" y="127611"/>
                </a:lnTo>
                <a:lnTo>
                  <a:pt x="89606" y="144018"/>
                </a:lnTo>
                <a:lnTo>
                  <a:pt x="0" y="14401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5F140A98-728D-A897-8CD5-1BB3EA5EBA8C}"/>
              </a:ext>
            </a:extLst>
          </p:cNvPr>
          <p:cNvGrpSpPr/>
          <p:nvPr/>
        </p:nvGrpSpPr>
        <p:grpSpPr>
          <a:xfrm>
            <a:off x="4335483" y="3861312"/>
            <a:ext cx="284892" cy="64031"/>
            <a:chOff x="4294913" y="3476298"/>
            <a:chExt cx="284892" cy="64031"/>
          </a:xfrm>
        </p:grpSpPr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A60EA3A7-944D-136E-3DF8-800A13A1D0E2}"/>
                </a:ext>
              </a:extLst>
            </p:cNvPr>
            <p:cNvSpPr/>
            <p:nvPr/>
          </p:nvSpPr>
          <p:spPr>
            <a:xfrm>
              <a:off x="4294913" y="3476298"/>
              <a:ext cx="42672" cy="64031"/>
            </a:xfrm>
            <a:custGeom>
              <a:avLst/>
              <a:gdLst>
                <a:gd name="connsiteX0" fmla="*/ 21336 w 42672"/>
                <a:gd name="connsiteY0" fmla="*/ 6596 h 64031"/>
                <a:gd name="connsiteX1" fmla="*/ 11621 w 42672"/>
                <a:gd name="connsiteY1" fmla="*/ 12978 h 64031"/>
                <a:gd name="connsiteX2" fmla="*/ 8406 w 42672"/>
                <a:gd name="connsiteY2" fmla="*/ 32028 h 64031"/>
                <a:gd name="connsiteX3" fmla="*/ 11621 w 42672"/>
                <a:gd name="connsiteY3" fmla="*/ 51078 h 64031"/>
                <a:gd name="connsiteX4" fmla="*/ 21336 w 42672"/>
                <a:gd name="connsiteY4" fmla="*/ 57412 h 64031"/>
                <a:gd name="connsiteX5" fmla="*/ 31052 w 42672"/>
                <a:gd name="connsiteY5" fmla="*/ 51078 h 64031"/>
                <a:gd name="connsiteX6" fmla="*/ 34314 w 42672"/>
                <a:gd name="connsiteY6" fmla="*/ 32028 h 64031"/>
                <a:gd name="connsiteX7" fmla="*/ 31052 w 42672"/>
                <a:gd name="connsiteY7" fmla="*/ 12978 h 64031"/>
                <a:gd name="connsiteX8" fmla="*/ 21336 w 42672"/>
                <a:gd name="connsiteY8" fmla="*/ 6596 h 64031"/>
                <a:gd name="connsiteX9" fmla="*/ 21336 w 42672"/>
                <a:gd name="connsiteY9" fmla="*/ 0 h 64031"/>
                <a:gd name="connsiteX10" fmla="*/ 37171 w 42672"/>
                <a:gd name="connsiteY10" fmla="*/ 8215 h 64031"/>
                <a:gd name="connsiteX11" fmla="*/ 42672 w 42672"/>
                <a:gd name="connsiteY11" fmla="*/ 32028 h 64031"/>
                <a:gd name="connsiteX12" fmla="*/ 37171 w 42672"/>
                <a:gd name="connsiteY12" fmla="*/ 55840 h 64031"/>
                <a:gd name="connsiteX13" fmla="*/ 21336 w 42672"/>
                <a:gd name="connsiteY13" fmla="*/ 64032 h 64031"/>
                <a:gd name="connsiteX14" fmla="*/ 5453 w 42672"/>
                <a:gd name="connsiteY14" fmla="*/ 55840 h 64031"/>
                <a:gd name="connsiteX15" fmla="*/ 0 w 42672"/>
                <a:gd name="connsiteY15" fmla="*/ 32028 h 64031"/>
                <a:gd name="connsiteX16" fmla="*/ 5453 w 42672"/>
                <a:gd name="connsiteY16" fmla="*/ 8215 h 64031"/>
                <a:gd name="connsiteX17" fmla="*/ 21336 w 4267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1">
                  <a:moveTo>
                    <a:pt x="21336" y="6596"/>
                  </a:moveTo>
                  <a:cubicBezTo>
                    <a:pt x="17026" y="6596"/>
                    <a:pt x="13788" y="8715"/>
                    <a:pt x="11621" y="12978"/>
                  </a:cubicBezTo>
                  <a:cubicBezTo>
                    <a:pt x="9477" y="17193"/>
                    <a:pt x="8406" y="23527"/>
                    <a:pt x="8406" y="32028"/>
                  </a:cubicBezTo>
                  <a:cubicBezTo>
                    <a:pt x="8406" y="40481"/>
                    <a:pt x="9477" y="46839"/>
                    <a:pt x="11621" y="51078"/>
                  </a:cubicBezTo>
                  <a:cubicBezTo>
                    <a:pt x="13788" y="55293"/>
                    <a:pt x="17026" y="57412"/>
                    <a:pt x="21336" y="57412"/>
                  </a:cubicBezTo>
                  <a:cubicBezTo>
                    <a:pt x="25670" y="57412"/>
                    <a:pt x="28908" y="55293"/>
                    <a:pt x="31052" y="51078"/>
                  </a:cubicBezTo>
                  <a:cubicBezTo>
                    <a:pt x="33218" y="46839"/>
                    <a:pt x="34314" y="40481"/>
                    <a:pt x="34314" y="32028"/>
                  </a:cubicBezTo>
                  <a:cubicBezTo>
                    <a:pt x="34314" y="23527"/>
                    <a:pt x="33218" y="17193"/>
                    <a:pt x="31052" y="12978"/>
                  </a:cubicBezTo>
                  <a:cubicBezTo>
                    <a:pt x="28908" y="8715"/>
                    <a:pt x="25670" y="6596"/>
                    <a:pt x="21336" y="6596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1" y="8215"/>
                  </a:cubicBezTo>
                  <a:cubicBezTo>
                    <a:pt x="40838" y="13668"/>
                    <a:pt x="42672" y="21622"/>
                    <a:pt x="42672" y="32028"/>
                  </a:cubicBezTo>
                  <a:cubicBezTo>
                    <a:pt x="42672" y="42434"/>
                    <a:pt x="40838" y="50363"/>
                    <a:pt x="37171" y="55840"/>
                  </a:cubicBezTo>
                  <a:cubicBezTo>
                    <a:pt x="33528" y="61293"/>
                    <a:pt x="28265" y="64032"/>
                    <a:pt x="21336" y="64032"/>
                  </a:cubicBezTo>
                  <a:cubicBezTo>
                    <a:pt x="14407" y="64032"/>
                    <a:pt x="9120" y="61293"/>
                    <a:pt x="5453" y="55840"/>
                  </a:cubicBezTo>
                  <a:cubicBezTo>
                    <a:pt x="1810" y="50363"/>
                    <a:pt x="0" y="42434"/>
                    <a:pt x="0" y="32028"/>
                  </a:cubicBezTo>
                  <a:cubicBezTo>
                    <a:pt x="0" y="21622"/>
                    <a:pt x="1810" y="13668"/>
                    <a:pt x="5453" y="8215"/>
                  </a:cubicBezTo>
                  <a:cubicBezTo>
                    <a:pt x="9120" y="2738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1D7664AB-9DB6-BC93-D94D-CCBC4A6BDC85}"/>
                </a:ext>
              </a:extLst>
            </p:cNvPr>
            <p:cNvSpPr/>
            <p:nvPr/>
          </p:nvSpPr>
          <p:spPr>
            <a:xfrm>
              <a:off x="4352253" y="3528614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46FDBBA5-B4EC-2D9B-5EA4-D42C3119D6B9}"/>
                </a:ext>
              </a:extLst>
            </p:cNvPr>
            <p:cNvSpPr/>
            <p:nvPr/>
          </p:nvSpPr>
          <p:spPr>
            <a:xfrm>
              <a:off x="4376566" y="3476298"/>
              <a:ext cx="40647" cy="64031"/>
            </a:xfrm>
            <a:custGeom>
              <a:avLst/>
              <a:gdLst>
                <a:gd name="connsiteX0" fmla="*/ 27908 w 40647"/>
                <a:gd name="connsiteY0" fmla="*/ 29551 h 64031"/>
                <a:gd name="connsiteX1" fmla="*/ 37243 w 40647"/>
                <a:gd name="connsiteY1" fmla="*/ 34885 h 64031"/>
                <a:gd name="connsiteX2" fmla="*/ 40648 w 40647"/>
                <a:gd name="connsiteY2" fmla="*/ 44887 h 64031"/>
                <a:gd name="connsiteX3" fmla="*/ 34361 w 40647"/>
                <a:gd name="connsiteY3" fmla="*/ 59031 h 64031"/>
                <a:gd name="connsiteX4" fmla="*/ 16502 w 40647"/>
                <a:gd name="connsiteY4" fmla="*/ 64032 h 64031"/>
                <a:gd name="connsiteX5" fmla="*/ 8477 w 40647"/>
                <a:gd name="connsiteY5" fmla="*/ 63246 h 64031"/>
                <a:gd name="connsiteX6" fmla="*/ 0 w 40647"/>
                <a:gd name="connsiteY6" fmla="*/ 60960 h 64031"/>
                <a:gd name="connsiteX7" fmla="*/ 0 w 40647"/>
                <a:gd name="connsiteY7" fmla="*/ 52911 h 64031"/>
                <a:gd name="connsiteX8" fmla="*/ 7596 w 40647"/>
                <a:gd name="connsiteY8" fmla="*/ 55959 h 64031"/>
                <a:gd name="connsiteX9" fmla="*/ 16240 w 40647"/>
                <a:gd name="connsiteY9" fmla="*/ 57007 h 64031"/>
                <a:gd name="connsiteX10" fmla="*/ 28194 w 40647"/>
                <a:gd name="connsiteY10" fmla="*/ 53888 h 64031"/>
                <a:gd name="connsiteX11" fmla="*/ 32337 w 40647"/>
                <a:gd name="connsiteY11" fmla="*/ 44887 h 64031"/>
                <a:gd name="connsiteX12" fmla="*/ 28480 w 40647"/>
                <a:gd name="connsiteY12" fmla="*/ 36362 h 64031"/>
                <a:gd name="connsiteX13" fmla="*/ 17859 w 40647"/>
                <a:gd name="connsiteY13" fmla="*/ 33266 h 64031"/>
                <a:gd name="connsiteX14" fmla="*/ 10668 w 40647"/>
                <a:gd name="connsiteY14" fmla="*/ 33266 h 64031"/>
                <a:gd name="connsiteX15" fmla="*/ 10668 w 40647"/>
                <a:gd name="connsiteY15" fmla="*/ 26408 h 64031"/>
                <a:gd name="connsiteX16" fmla="*/ 18193 w 40647"/>
                <a:gd name="connsiteY16" fmla="*/ 26408 h 64031"/>
                <a:gd name="connsiteX17" fmla="*/ 27622 w 40647"/>
                <a:gd name="connsiteY17" fmla="*/ 23956 h 64031"/>
                <a:gd name="connsiteX18" fmla="*/ 30885 w 40647"/>
                <a:gd name="connsiteY18" fmla="*/ 16859 h 64031"/>
                <a:gd name="connsiteX19" fmla="*/ 27479 w 40647"/>
                <a:gd name="connsiteY19" fmla="*/ 9573 h 64031"/>
                <a:gd name="connsiteX20" fmla="*/ 17859 w 40647"/>
                <a:gd name="connsiteY20" fmla="*/ 7025 h 64031"/>
                <a:gd name="connsiteX21" fmla="*/ 10501 w 40647"/>
                <a:gd name="connsiteY21" fmla="*/ 7763 h 64031"/>
                <a:gd name="connsiteX22" fmla="*/ 1857 w 40647"/>
                <a:gd name="connsiteY22" fmla="*/ 10073 h 64031"/>
                <a:gd name="connsiteX23" fmla="*/ 1857 w 40647"/>
                <a:gd name="connsiteY23" fmla="*/ 2643 h 64031"/>
                <a:gd name="connsiteX24" fmla="*/ 10739 w 40647"/>
                <a:gd name="connsiteY24" fmla="*/ 643 h 64031"/>
                <a:gd name="connsiteX25" fmla="*/ 18597 w 40647"/>
                <a:gd name="connsiteY25" fmla="*/ 0 h 64031"/>
                <a:gd name="connsiteX26" fmla="*/ 33647 w 40647"/>
                <a:gd name="connsiteY26" fmla="*/ 4334 h 64031"/>
                <a:gd name="connsiteX27" fmla="*/ 39195 w 40647"/>
                <a:gd name="connsiteY27" fmla="*/ 15978 h 64031"/>
                <a:gd name="connsiteX28" fmla="*/ 36266 w 40647"/>
                <a:gd name="connsiteY28" fmla="*/ 24670 h 64031"/>
                <a:gd name="connsiteX29" fmla="*/ 27908 w 40647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3"/>
                    <a:pt x="38552" y="55697"/>
                    <a:pt x="34361" y="59031"/>
                  </a:cubicBezTo>
                  <a:cubicBezTo>
                    <a:pt x="30170" y="62365"/>
                    <a:pt x="24217" y="64032"/>
                    <a:pt x="16502" y="64032"/>
                  </a:cubicBezTo>
                  <a:cubicBezTo>
                    <a:pt x="13906" y="64032"/>
                    <a:pt x="11216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9"/>
                    <a:pt x="4858" y="55269"/>
                    <a:pt x="7596" y="55959"/>
                  </a:cubicBezTo>
                  <a:cubicBezTo>
                    <a:pt x="10358" y="56650"/>
                    <a:pt x="13240" y="57007"/>
                    <a:pt x="16240" y="57007"/>
                  </a:cubicBezTo>
                  <a:cubicBezTo>
                    <a:pt x="21479" y="57007"/>
                    <a:pt x="25455" y="55959"/>
                    <a:pt x="28194" y="53888"/>
                  </a:cubicBezTo>
                  <a:cubicBezTo>
                    <a:pt x="30956" y="51816"/>
                    <a:pt x="32337" y="48816"/>
                    <a:pt x="32337" y="44887"/>
                  </a:cubicBezTo>
                  <a:cubicBezTo>
                    <a:pt x="32337" y="41243"/>
                    <a:pt x="31051" y="38410"/>
                    <a:pt x="28480" y="36362"/>
                  </a:cubicBezTo>
                  <a:cubicBezTo>
                    <a:pt x="25932" y="34290"/>
                    <a:pt x="22407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5" y="25598"/>
                    <a:pt x="27622" y="23956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42" y="11263"/>
                    <a:pt x="27479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6"/>
                    <a:pt x="10739" y="643"/>
                  </a:cubicBezTo>
                  <a:cubicBezTo>
                    <a:pt x="13525" y="215"/>
                    <a:pt x="16145" y="0"/>
                    <a:pt x="18597" y="0"/>
                  </a:cubicBezTo>
                  <a:cubicBezTo>
                    <a:pt x="24932" y="0"/>
                    <a:pt x="29956" y="1453"/>
                    <a:pt x="33647" y="4334"/>
                  </a:cubicBezTo>
                  <a:cubicBezTo>
                    <a:pt x="37338" y="7191"/>
                    <a:pt x="39195" y="11073"/>
                    <a:pt x="39195" y="15978"/>
                  </a:cubicBezTo>
                  <a:cubicBezTo>
                    <a:pt x="39195" y="19407"/>
                    <a:pt x="38219" y="22312"/>
                    <a:pt x="36266" y="24670"/>
                  </a:cubicBezTo>
                  <a:cubicBezTo>
                    <a:pt x="34290" y="27027"/>
                    <a:pt x="31504" y="28647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5332E854-5E40-C426-7BF2-2512EB5BEB5A}"/>
                </a:ext>
              </a:extLst>
            </p:cNvPr>
            <p:cNvSpPr/>
            <p:nvPr/>
          </p:nvSpPr>
          <p:spPr>
            <a:xfrm>
              <a:off x="4428120" y="3477394"/>
              <a:ext cx="44981" cy="61721"/>
            </a:xfrm>
            <a:custGeom>
              <a:avLst/>
              <a:gdLst>
                <a:gd name="connsiteX0" fmla="*/ 27861 w 44981"/>
                <a:gd name="connsiteY0" fmla="*/ 7286 h 61721"/>
                <a:gd name="connsiteX1" fmla="*/ 6787 w 44981"/>
                <a:gd name="connsiteY1" fmla="*/ 40243 h 61721"/>
                <a:gd name="connsiteX2" fmla="*/ 27861 w 44981"/>
                <a:gd name="connsiteY2" fmla="*/ 40243 h 61721"/>
                <a:gd name="connsiteX3" fmla="*/ 27861 w 44981"/>
                <a:gd name="connsiteY3" fmla="*/ 728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43 h 61721"/>
                <a:gd name="connsiteX7" fmla="*/ 44982 w 44981"/>
                <a:gd name="connsiteY7" fmla="*/ 40243 h 61721"/>
                <a:gd name="connsiteX8" fmla="*/ 44982 w 44981"/>
                <a:gd name="connsiteY8" fmla="*/ 47172 h 61721"/>
                <a:gd name="connsiteX9" fmla="*/ 36171 w 44981"/>
                <a:gd name="connsiteY9" fmla="*/ 47172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2 h 61721"/>
                <a:gd name="connsiteX13" fmla="*/ 0 w 44981"/>
                <a:gd name="connsiteY13" fmla="*/ 47172 h 61721"/>
                <a:gd name="connsiteX14" fmla="*/ 0 w 44981"/>
                <a:gd name="connsiteY14" fmla="*/ 39124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86"/>
                  </a:moveTo>
                  <a:lnTo>
                    <a:pt x="6787" y="40243"/>
                  </a:lnTo>
                  <a:lnTo>
                    <a:pt x="27861" y="40243"/>
                  </a:lnTo>
                  <a:lnTo>
                    <a:pt x="27861" y="728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43"/>
                  </a:lnTo>
                  <a:lnTo>
                    <a:pt x="44982" y="40243"/>
                  </a:lnTo>
                  <a:lnTo>
                    <a:pt x="44982" y="47172"/>
                  </a:lnTo>
                  <a:lnTo>
                    <a:pt x="36171" y="47172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2"/>
                  </a:lnTo>
                  <a:lnTo>
                    <a:pt x="0" y="47172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3683580D-CFF6-F953-B2AD-4E7D1DE53DD4}"/>
                </a:ext>
              </a:extLst>
            </p:cNvPr>
            <p:cNvSpPr/>
            <p:nvPr/>
          </p:nvSpPr>
          <p:spPr>
            <a:xfrm>
              <a:off x="4481984" y="3477394"/>
              <a:ext cx="44981" cy="61721"/>
            </a:xfrm>
            <a:custGeom>
              <a:avLst/>
              <a:gdLst>
                <a:gd name="connsiteX0" fmla="*/ 27861 w 44981"/>
                <a:gd name="connsiteY0" fmla="*/ 7286 h 61721"/>
                <a:gd name="connsiteX1" fmla="*/ 6787 w 44981"/>
                <a:gd name="connsiteY1" fmla="*/ 40243 h 61721"/>
                <a:gd name="connsiteX2" fmla="*/ 27861 w 44981"/>
                <a:gd name="connsiteY2" fmla="*/ 40243 h 61721"/>
                <a:gd name="connsiteX3" fmla="*/ 27861 w 44981"/>
                <a:gd name="connsiteY3" fmla="*/ 728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43 h 61721"/>
                <a:gd name="connsiteX7" fmla="*/ 44982 w 44981"/>
                <a:gd name="connsiteY7" fmla="*/ 40243 h 61721"/>
                <a:gd name="connsiteX8" fmla="*/ 44982 w 44981"/>
                <a:gd name="connsiteY8" fmla="*/ 47172 h 61721"/>
                <a:gd name="connsiteX9" fmla="*/ 36171 w 44981"/>
                <a:gd name="connsiteY9" fmla="*/ 47172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2 h 61721"/>
                <a:gd name="connsiteX13" fmla="*/ 0 w 44981"/>
                <a:gd name="connsiteY13" fmla="*/ 47172 h 61721"/>
                <a:gd name="connsiteX14" fmla="*/ 0 w 44981"/>
                <a:gd name="connsiteY14" fmla="*/ 39124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86"/>
                  </a:moveTo>
                  <a:lnTo>
                    <a:pt x="6787" y="40243"/>
                  </a:lnTo>
                  <a:lnTo>
                    <a:pt x="27861" y="40243"/>
                  </a:lnTo>
                  <a:lnTo>
                    <a:pt x="27861" y="728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43"/>
                  </a:lnTo>
                  <a:lnTo>
                    <a:pt x="44982" y="40243"/>
                  </a:lnTo>
                  <a:lnTo>
                    <a:pt x="44982" y="47172"/>
                  </a:lnTo>
                  <a:lnTo>
                    <a:pt x="36171" y="47172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2"/>
                  </a:lnTo>
                  <a:lnTo>
                    <a:pt x="0" y="47172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A62270B4-BED1-A852-7E08-96186A8355C6}"/>
                </a:ext>
              </a:extLst>
            </p:cNvPr>
            <p:cNvSpPr/>
            <p:nvPr/>
          </p:nvSpPr>
          <p:spPr>
            <a:xfrm>
              <a:off x="4537467" y="3476298"/>
              <a:ext cx="42338" cy="64031"/>
            </a:xfrm>
            <a:custGeom>
              <a:avLst/>
              <a:gdLst>
                <a:gd name="connsiteX0" fmla="*/ 21169 w 42338"/>
                <a:gd name="connsiteY0" fmla="*/ 33504 h 64031"/>
                <a:gd name="connsiteX1" fmla="*/ 11787 w 42338"/>
                <a:gd name="connsiteY1" fmla="*/ 36695 h 64031"/>
                <a:gd name="connsiteX2" fmla="*/ 8382 w 42338"/>
                <a:gd name="connsiteY2" fmla="*/ 45458 h 64031"/>
                <a:gd name="connsiteX3" fmla="*/ 11787 w 42338"/>
                <a:gd name="connsiteY3" fmla="*/ 54221 h 64031"/>
                <a:gd name="connsiteX4" fmla="*/ 21169 w 42338"/>
                <a:gd name="connsiteY4" fmla="*/ 57412 h 64031"/>
                <a:gd name="connsiteX5" fmla="*/ 30552 w 42338"/>
                <a:gd name="connsiteY5" fmla="*/ 54221 h 64031"/>
                <a:gd name="connsiteX6" fmla="*/ 33980 w 42338"/>
                <a:gd name="connsiteY6" fmla="*/ 45458 h 64031"/>
                <a:gd name="connsiteX7" fmla="*/ 30552 w 42338"/>
                <a:gd name="connsiteY7" fmla="*/ 36695 h 64031"/>
                <a:gd name="connsiteX8" fmla="*/ 21169 w 42338"/>
                <a:gd name="connsiteY8" fmla="*/ 33504 h 64031"/>
                <a:gd name="connsiteX9" fmla="*/ 12811 w 42338"/>
                <a:gd name="connsiteY9" fmla="*/ 29956 h 64031"/>
                <a:gd name="connsiteX10" fmla="*/ 4429 w 42338"/>
                <a:gd name="connsiteY10" fmla="*/ 24955 h 64031"/>
                <a:gd name="connsiteX11" fmla="*/ 1453 w 42338"/>
                <a:gd name="connsiteY11" fmla="*/ 15978 h 64031"/>
                <a:gd name="connsiteX12" fmla="*/ 6691 w 42338"/>
                <a:gd name="connsiteY12" fmla="*/ 4286 h 64031"/>
                <a:gd name="connsiteX13" fmla="*/ 21169 w 42338"/>
                <a:gd name="connsiteY13" fmla="*/ 0 h 64031"/>
                <a:gd name="connsiteX14" fmla="*/ 35624 w 42338"/>
                <a:gd name="connsiteY14" fmla="*/ 4286 h 64031"/>
                <a:gd name="connsiteX15" fmla="*/ 40886 w 42338"/>
                <a:gd name="connsiteY15" fmla="*/ 15978 h 64031"/>
                <a:gd name="connsiteX16" fmla="*/ 37862 w 42338"/>
                <a:gd name="connsiteY16" fmla="*/ 24955 h 64031"/>
                <a:gd name="connsiteX17" fmla="*/ 29551 w 42338"/>
                <a:gd name="connsiteY17" fmla="*/ 29956 h 64031"/>
                <a:gd name="connsiteX18" fmla="*/ 38933 w 42338"/>
                <a:gd name="connsiteY18" fmla="*/ 35457 h 64031"/>
                <a:gd name="connsiteX19" fmla="*/ 42339 w 42338"/>
                <a:gd name="connsiteY19" fmla="*/ 45458 h 64031"/>
                <a:gd name="connsiteX20" fmla="*/ 36838 w 42338"/>
                <a:gd name="connsiteY20" fmla="*/ 59222 h 64031"/>
                <a:gd name="connsiteX21" fmla="*/ 21169 w 42338"/>
                <a:gd name="connsiteY21" fmla="*/ 64032 h 64031"/>
                <a:gd name="connsiteX22" fmla="*/ 5453 w 42338"/>
                <a:gd name="connsiteY22" fmla="*/ 59222 h 64031"/>
                <a:gd name="connsiteX23" fmla="*/ 0 w 42338"/>
                <a:gd name="connsiteY23" fmla="*/ 45458 h 64031"/>
                <a:gd name="connsiteX24" fmla="*/ 3381 w 42338"/>
                <a:gd name="connsiteY24" fmla="*/ 35457 h 64031"/>
                <a:gd name="connsiteX25" fmla="*/ 12811 w 42338"/>
                <a:gd name="connsiteY25" fmla="*/ 29956 h 64031"/>
                <a:gd name="connsiteX26" fmla="*/ 9763 w 42338"/>
                <a:gd name="connsiteY26" fmla="*/ 16764 h 64031"/>
                <a:gd name="connsiteX27" fmla="*/ 12740 w 42338"/>
                <a:gd name="connsiteY27" fmla="*/ 24265 h 64031"/>
                <a:gd name="connsiteX28" fmla="*/ 21169 w 42338"/>
                <a:gd name="connsiteY28" fmla="*/ 26932 h 64031"/>
                <a:gd name="connsiteX29" fmla="*/ 29551 w 42338"/>
                <a:gd name="connsiteY29" fmla="*/ 24265 h 64031"/>
                <a:gd name="connsiteX30" fmla="*/ 32623 w 42338"/>
                <a:gd name="connsiteY30" fmla="*/ 16764 h 64031"/>
                <a:gd name="connsiteX31" fmla="*/ 29551 w 42338"/>
                <a:gd name="connsiteY31" fmla="*/ 9287 h 64031"/>
                <a:gd name="connsiteX32" fmla="*/ 21169 w 42338"/>
                <a:gd name="connsiteY32" fmla="*/ 6596 h 64031"/>
                <a:gd name="connsiteX33" fmla="*/ 12740 w 42338"/>
                <a:gd name="connsiteY33" fmla="*/ 9287 h 64031"/>
                <a:gd name="connsiteX34" fmla="*/ 9763 w 42338"/>
                <a:gd name="connsiteY34" fmla="*/ 16764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2338" h="64031">
                  <a:moveTo>
                    <a:pt x="21169" y="33504"/>
                  </a:moveTo>
                  <a:cubicBezTo>
                    <a:pt x="17193" y="33504"/>
                    <a:pt x="14073" y="34576"/>
                    <a:pt x="11787" y="36695"/>
                  </a:cubicBezTo>
                  <a:cubicBezTo>
                    <a:pt x="9525" y="38814"/>
                    <a:pt x="8382" y="41743"/>
                    <a:pt x="8382" y="45458"/>
                  </a:cubicBezTo>
                  <a:cubicBezTo>
                    <a:pt x="8382" y="49197"/>
                    <a:pt x="9525" y="52102"/>
                    <a:pt x="11787" y="54221"/>
                  </a:cubicBezTo>
                  <a:cubicBezTo>
                    <a:pt x="14073" y="56340"/>
                    <a:pt x="17193" y="57412"/>
                    <a:pt x="21169" y="57412"/>
                  </a:cubicBezTo>
                  <a:cubicBezTo>
                    <a:pt x="25146" y="57412"/>
                    <a:pt x="28265" y="56340"/>
                    <a:pt x="30552" y="54221"/>
                  </a:cubicBezTo>
                  <a:cubicBezTo>
                    <a:pt x="32838" y="52078"/>
                    <a:pt x="33980" y="49149"/>
                    <a:pt x="33980" y="45458"/>
                  </a:cubicBezTo>
                  <a:cubicBezTo>
                    <a:pt x="33980" y="41743"/>
                    <a:pt x="32838" y="38814"/>
                    <a:pt x="30552" y="36695"/>
                  </a:cubicBezTo>
                  <a:cubicBezTo>
                    <a:pt x="28289" y="34576"/>
                    <a:pt x="25146" y="33504"/>
                    <a:pt x="21169" y="33504"/>
                  </a:cubicBezTo>
                  <a:moveTo>
                    <a:pt x="12811" y="29956"/>
                  </a:moveTo>
                  <a:cubicBezTo>
                    <a:pt x="9215" y="29075"/>
                    <a:pt x="6430" y="27408"/>
                    <a:pt x="4429" y="24955"/>
                  </a:cubicBezTo>
                  <a:cubicBezTo>
                    <a:pt x="2453" y="22503"/>
                    <a:pt x="1453" y="19526"/>
                    <a:pt x="1453" y="15978"/>
                  </a:cubicBezTo>
                  <a:cubicBezTo>
                    <a:pt x="1453" y="11049"/>
                    <a:pt x="3191" y="7168"/>
                    <a:pt x="6691" y="4286"/>
                  </a:cubicBezTo>
                  <a:cubicBezTo>
                    <a:pt x="10216" y="1429"/>
                    <a:pt x="15050" y="0"/>
                    <a:pt x="21169" y="0"/>
                  </a:cubicBezTo>
                  <a:cubicBezTo>
                    <a:pt x="27313" y="0"/>
                    <a:pt x="32123" y="1429"/>
                    <a:pt x="35624" y="4286"/>
                  </a:cubicBezTo>
                  <a:cubicBezTo>
                    <a:pt x="39124" y="7168"/>
                    <a:pt x="40886" y="11049"/>
                    <a:pt x="40886" y="15978"/>
                  </a:cubicBezTo>
                  <a:cubicBezTo>
                    <a:pt x="40886" y="19526"/>
                    <a:pt x="39886" y="22503"/>
                    <a:pt x="37862" y="24955"/>
                  </a:cubicBezTo>
                  <a:cubicBezTo>
                    <a:pt x="35886" y="27408"/>
                    <a:pt x="33099" y="29075"/>
                    <a:pt x="29551" y="29956"/>
                  </a:cubicBezTo>
                  <a:cubicBezTo>
                    <a:pt x="33576" y="30885"/>
                    <a:pt x="36719" y="32718"/>
                    <a:pt x="38933" y="35457"/>
                  </a:cubicBezTo>
                  <a:cubicBezTo>
                    <a:pt x="41196" y="38195"/>
                    <a:pt x="42339" y="41529"/>
                    <a:pt x="42339" y="45458"/>
                  </a:cubicBezTo>
                  <a:cubicBezTo>
                    <a:pt x="42339" y="51435"/>
                    <a:pt x="40505" y="56031"/>
                    <a:pt x="36838" y="59222"/>
                  </a:cubicBezTo>
                  <a:cubicBezTo>
                    <a:pt x="33195" y="62436"/>
                    <a:pt x="27980" y="64032"/>
                    <a:pt x="21169" y="64032"/>
                  </a:cubicBezTo>
                  <a:cubicBezTo>
                    <a:pt x="14359" y="64032"/>
                    <a:pt x="9120" y="62436"/>
                    <a:pt x="5453" y="59222"/>
                  </a:cubicBezTo>
                  <a:cubicBezTo>
                    <a:pt x="1810" y="56031"/>
                    <a:pt x="0" y="51435"/>
                    <a:pt x="0" y="45458"/>
                  </a:cubicBezTo>
                  <a:cubicBezTo>
                    <a:pt x="0" y="41529"/>
                    <a:pt x="1119" y="38195"/>
                    <a:pt x="3381" y="35457"/>
                  </a:cubicBezTo>
                  <a:cubicBezTo>
                    <a:pt x="5644" y="32718"/>
                    <a:pt x="8787" y="30885"/>
                    <a:pt x="12811" y="29956"/>
                  </a:cubicBezTo>
                  <a:moveTo>
                    <a:pt x="9763" y="16764"/>
                  </a:moveTo>
                  <a:cubicBezTo>
                    <a:pt x="9763" y="19979"/>
                    <a:pt x="10763" y="22479"/>
                    <a:pt x="12740" y="24265"/>
                  </a:cubicBezTo>
                  <a:cubicBezTo>
                    <a:pt x="14740" y="26051"/>
                    <a:pt x="17550" y="26932"/>
                    <a:pt x="21169" y="26932"/>
                  </a:cubicBezTo>
                  <a:cubicBezTo>
                    <a:pt x="24741" y="26932"/>
                    <a:pt x="27527" y="26051"/>
                    <a:pt x="29551" y="24265"/>
                  </a:cubicBezTo>
                  <a:cubicBezTo>
                    <a:pt x="31599" y="22479"/>
                    <a:pt x="32623" y="19979"/>
                    <a:pt x="32623" y="16764"/>
                  </a:cubicBezTo>
                  <a:cubicBezTo>
                    <a:pt x="32623" y="13573"/>
                    <a:pt x="31599" y="11073"/>
                    <a:pt x="29551" y="9287"/>
                  </a:cubicBezTo>
                  <a:cubicBezTo>
                    <a:pt x="27527" y="7501"/>
                    <a:pt x="24741" y="6596"/>
                    <a:pt x="21169" y="6596"/>
                  </a:cubicBezTo>
                  <a:cubicBezTo>
                    <a:pt x="17550" y="6596"/>
                    <a:pt x="14740" y="7501"/>
                    <a:pt x="12740" y="9287"/>
                  </a:cubicBezTo>
                  <a:cubicBezTo>
                    <a:pt x="10763" y="11073"/>
                    <a:pt x="9763" y="13573"/>
                    <a:pt x="9763" y="16764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BCDD6225-DFED-BC9E-2BDB-2DA09238DE34}"/>
              </a:ext>
            </a:extLst>
          </p:cNvPr>
          <p:cNvGrpSpPr/>
          <p:nvPr/>
        </p:nvGrpSpPr>
        <p:grpSpPr>
          <a:xfrm>
            <a:off x="3869443" y="3569966"/>
            <a:ext cx="429910" cy="323302"/>
            <a:chOff x="3852120" y="3184952"/>
            <a:chExt cx="429910" cy="323302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E38A69D-F563-6FD8-D6D3-1A3F2067D627}"/>
                </a:ext>
              </a:extLst>
            </p:cNvPr>
            <p:cNvSpPr/>
            <p:nvPr/>
          </p:nvSpPr>
          <p:spPr>
            <a:xfrm>
              <a:off x="3852120" y="3184952"/>
              <a:ext cx="429910" cy="323302"/>
            </a:xfrm>
            <a:custGeom>
              <a:avLst/>
              <a:gdLst>
                <a:gd name="connsiteX0" fmla="*/ 0 w 429910"/>
                <a:gd name="connsiteY0" fmla="*/ 323302 h 323302"/>
                <a:gd name="connsiteX1" fmla="*/ 429911 w 429910"/>
                <a:gd name="connsiteY1" fmla="*/ 323302 h 323302"/>
                <a:gd name="connsiteX2" fmla="*/ 429911 w 429910"/>
                <a:gd name="connsiteY2" fmla="*/ 0 h 323302"/>
                <a:gd name="connsiteX3" fmla="*/ 0 w 429910"/>
                <a:gd name="connsiteY3" fmla="*/ 0 h 323302"/>
                <a:gd name="connsiteX4" fmla="*/ 0 w 429910"/>
                <a:gd name="connsiteY4" fmla="*/ 323302 h 323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323302">
                  <a:moveTo>
                    <a:pt x="0" y="323302"/>
                  </a:moveTo>
                  <a:lnTo>
                    <a:pt x="429911" y="323302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323302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6300A573-5135-CD2A-1461-73A3EF6FB2BA}"/>
                </a:ext>
              </a:extLst>
            </p:cNvPr>
            <p:cNvSpPr/>
            <p:nvPr/>
          </p:nvSpPr>
          <p:spPr>
            <a:xfrm>
              <a:off x="4012187" y="3274599"/>
              <a:ext cx="109751" cy="144025"/>
            </a:xfrm>
            <a:custGeom>
              <a:avLst/>
              <a:gdLst>
                <a:gd name="connsiteX0" fmla="*/ 0 w 109751"/>
                <a:gd name="connsiteY0" fmla="*/ 0 h 144025"/>
                <a:gd name="connsiteX1" fmla="*/ 19478 w 109751"/>
                <a:gd name="connsiteY1" fmla="*/ 0 h 144025"/>
                <a:gd name="connsiteX2" fmla="*/ 19478 w 109751"/>
                <a:gd name="connsiteY2" fmla="*/ 59033 h 144025"/>
                <a:gd name="connsiteX3" fmla="*/ 90273 w 109751"/>
                <a:gd name="connsiteY3" fmla="*/ 59033 h 144025"/>
                <a:gd name="connsiteX4" fmla="*/ 90273 w 109751"/>
                <a:gd name="connsiteY4" fmla="*/ 0 h 144025"/>
                <a:gd name="connsiteX5" fmla="*/ 109752 w 109751"/>
                <a:gd name="connsiteY5" fmla="*/ 0 h 144025"/>
                <a:gd name="connsiteX6" fmla="*/ 109752 w 109751"/>
                <a:gd name="connsiteY6" fmla="*/ 144025 h 144025"/>
                <a:gd name="connsiteX7" fmla="*/ 90273 w 109751"/>
                <a:gd name="connsiteY7" fmla="*/ 144025 h 144025"/>
                <a:gd name="connsiteX8" fmla="*/ 90273 w 109751"/>
                <a:gd name="connsiteY8" fmla="*/ 75433 h 144025"/>
                <a:gd name="connsiteX9" fmla="*/ 19478 w 109751"/>
                <a:gd name="connsiteY9" fmla="*/ 75433 h 144025"/>
                <a:gd name="connsiteX10" fmla="*/ 19478 w 109751"/>
                <a:gd name="connsiteY10" fmla="*/ 144025 h 144025"/>
                <a:gd name="connsiteX11" fmla="*/ 0 w 109751"/>
                <a:gd name="connsiteY11" fmla="*/ 144025 h 144025"/>
                <a:gd name="connsiteX12" fmla="*/ 0 w 109751"/>
                <a:gd name="connsiteY12" fmla="*/ 0 h 14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751" h="144025">
                  <a:moveTo>
                    <a:pt x="0" y="0"/>
                  </a:moveTo>
                  <a:lnTo>
                    <a:pt x="19478" y="0"/>
                  </a:lnTo>
                  <a:lnTo>
                    <a:pt x="19478" y="59033"/>
                  </a:lnTo>
                  <a:lnTo>
                    <a:pt x="90273" y="59033"/>
                  </a:lnTo>
                  <a:lnTo>
                    <a:pt x="90273" y="0"/>
                  </a:lnTo>
                  <a:lnTo>
                    <a:pt x="109752" y="0"/>
                  </a:lnTo>
                  <a:lnTo>
                    <a:pt x="109752" y="144025"/>
                  </a:lnTo>
                  <a:lnTo>
                    <a:pt x="90273" y="144025"/>
                  </a:lnTo>
                  <a:lnTo>
                    <a:pt x="90273" y="75433"/>
                  </a:lnTo>
                  <a:lnTo>
                    <a:pt x="19478" y="75433"/>
                  </a:lnTo>
                  <a:lnTo>
                    <a:pt x="19478" y="144025"/>
                  </a:lnTo>
                  <a:lnTo>
                    <a:pt x="0" y="144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0C4A09BF-D825-B64A-795C-B5334CD101DA}"/>
              </a:ext>
            </a:extLst>
          </p:cNvPr>
          <p:cNvGrpSpPr/>
          <p:nvPr/>
        </p:nvGrpSpPr>
        <p:grpSpPr>
          <a:xfrm>
            <a:off x="4335483" y="3537989"/>
            <a:ext cx="285916" cy="64036"/>
            <a:chOff x="4294913" y="3152975"/>
            <a:chExt cx="285916" cy="64036"/>
          </a:xfrm>
        </p:grpSpPr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F7AA19A5-DF77-556C-581A-4849347253D4}"/>
                </a:ext>
              </a:extLst>
            </p:cNvPr>
            <p:cNvSpPr/>
            <p:nvPr/>
          </p:nvSpPr>
          <p:spPr>
            <a:xfrm>
              <a:off x="4294913" y="3152975"/>
              <a:ext cx="42672" cy="64036"/>
            </a:xfrm>
            <a:custGeom>
              <a:avLst/>
              <a:gdLst>
                <a:gd name="connsiteX0" fmla="*/ 21336 w 42672"/>
                <a:gd name="connsiteY0" fmla="*/ 6615 h 64036"/>
                <a:gd name="connsiteX1" fmla="*/ 11621 w 42672"/>
                <a:gd name="connsiteY1" fmla="*/ 12983 h 64036"/>
                <a:gd name="connsiteX2" fmla="*/ 8406 w 42672"/>
                <a:gd name="connsiteY2" fmla="*/ 32040 h 64036"/>
                <a:gd name="connsiteX3" fmla="*/ 11621 w 42672"/>
                <a:gd name="connsiteY3" fmla="*/ 51097 h 64036"/>
                <a:gd name="connsiteX4" fmla="*/ 21336 w 42672"/>
                <a:gd name="connsiteY4" fmla="*/ 57424 h 64036"/>
                <a:gd name="connsiteX5" fmla="*/ 31052 w 42672"/>
                <a:gd name="connsiteY5" fmla="*/ 51097 h 64036"/>
                <a:gd name="connsiteX6" fmla="*/ 34314 w 42672"/>
                <a:gd name="connsiteY6" fmla="*/ 32040 h 64036"/>
                <a:gd name="connsiteX7" fmla="*/ 31052 w 42672"/>
                <a:gd name="connsiteY7" fmla="*/ 12983 h 64036"/>
                <a:gd name="connsiteX8" fmla="*/ 21336 w 42672"/>
                <a:gd name="connsiteY8" fmla="*/ 6615 h 64036"/>
                <a:gd name="connsiteX9" fmla="*/ 21336 w 42672"/>
                <a:gd name="connsiteY9" fmla="*/ 0 h 64036"/>
                <a:gd name="connsiteX10" fmla="*/ 37171 w 42672"/>
                <a:gd name="connsiteY10" fmla="*/ 8227 h 64036"/>
                <a:gd name="connsiteX11" fmla="*/ 42672 w 42672"/>
                <a:gd name="connsiteY11" fmla="*/ 32040 h 64036"/>
                <a:gd name="connsiteX12" fmla="*/ 37171 w 42672"/>
                <a:gd name="connsiteY12" fmla="*/ 55852 h 64036"/>
                <a:gd name="connsiteX13" fmla="*/ 21336 w 42672"/>
                <a:gd name="connsiteY13" fmla="*/ 64037 h 64036"/>
                <a:gd name="connsiteX14" fmla="*/ 5453 w 42672"/>
                <a:gd name="connsiteY14" fmla="*/ 55852 h 64036"/>
                <a:gd name="connsiteX15" fmla="*/ 0 w 42672"/>
                <a:gd name="connsiteY15" fmla="*/ 32040 h 64036"/>
                <a:gd name="connsiteX16" fmla="*/ 5453 w 42672"/>
                <a:gd name="connsiteY16" fmla="*/ 8227 h 64036"/>
                <a:gd name="connsiteX17" fmla="*/ 21336 w 42672"/>
                <a:gd name="connsiteY17" fmla="*/ 0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6">
                  <a:moveTo>
                    <a:pt x="21336" y="6615"/>
                  </a:moveTo>
                  <a:cubicBezTo>
                    <a:pt x="17026" y="6615"/>
                    <a:pt x="13788" y="8737"/>
                    <a:pt x="11621" y="12983"/>
                  </a:cubicBezTo>
                  <a:cubicBezTo>
                    <a:pt x="9477" y="17200"/>
                    <a:pt x="8406" y="23551"/>
                    <a:pt x="8406" y="32040"/>
                  </a:cubicBezTo>
                  <a:cubicBezTo>
                    <a:pt x="8406" y="40500"/>
                    <a:pt x="9477" y="46854"/>
                    <a:pt x="11621" y="51097"/>
                  </a:cubicBezTo>
                  <a:cubicBezTo>
                    <a:pt x="13788" y="55314"/>
                    <a:pt x="17026" y="57424"/>
                    <a:pt x="21336" y="57424"/>
                  </a:cubicBezTo>
                  <a:cubicBezTo>
                    <a:pt x="25670" y="57424"/>
                    <a:pt x="28908" y="55314"/>
                    <a:pt x="31052" y="51097"/>
                  </a:cubicBezTo>
                  <a:cubicBezTo>
                    <a:pt x="33218" y="46854"/>
                    <a:pt x="34314" y="40500"/>
                    <a:pt x="34314" y="32040"/>
                  </a:cubicBezTo>
                  <a:cubicBezTo>
                    <a:pt x="34314" y="23551"/>
                    <a:pt x="33218" y="17200"/>
                    <a:pt x="31052" y="12983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1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1" y="55852"/>
                  </a:cubicBezTo>
                  <a:cubicBezTo>
                    <a:pt x="33528" y="61308"/>
                    <a:pt x="28265" y="64037"/>
                    <a:pt x="21336" y="64037"/>
                  </a:cubicBezTo>
                  <a:cubicBezTo>
                    <a:pt x="14407" y="64037"/>
                    <a:pt x="9120" y="61308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F78E3042-73E1-1B01-A061-C3AF6ED491D5}"/>
                </a:ext>
              </a:extLst>
            </p:cNvPr>
            <p:cNvSpPr/>
            <p:nvPr/>
          </p:nvSpPr>
          <p:spPr>
            <a:xfrm>
              <a:off x="4352253" y="3205312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A52EF827-B3D5-8591-48AD-32F1D4565398}"/>
                </a:ext>
              </a:extLst>
            </p:cNvPr>
            <p:cNvSpPr/>
            <p:nvPr/>
          </p:nvSpPr>
          <p:spPr>
            <a:xfrm>
              <a:off x="4376566" y="3152975"/>
              <a:ext cx="40647" cy="64036"/>
            </a:xfrm>
            <a:custGeom>
              <a:avLst/>
              <a:gdLst>
                <a:gd name="connsiteX0" fmla="*/ 27908 w 40647"/>
                <a:gd name="connsiteY0" fmla="*/ 29559 h 64036"/>
                <a:gd name="connsiteX1" fmla="*/ 37243 w 40647"/>
                <a:gd name="connsiteY1" fmla="*/ 34892 h 64036"/>
                <a:gd name="connsiteX2" fmla="*/ 40648 w 40647"/>
                <a:gd name="connsiteY2" fmla="*/ 44896 h 64036"/>
                <a:gd name="connsiteX3" fmla="*/ 34361 w 40647"/>
                <a:gd name="connsiteY3" fmla="*/ 59036 h 64036"/>
                <a:gd name="connsiteX4" fmla="*/ 16502 w 40647"/>
                <a:gd name="connsiteY4" fmla="*/ 64037 h 64036"/>
                <a:gd name="connsiteX5" fmla="*/ 8477 w 40647"/>
                <a:gd name="connsiteY5" fmla="*/ 63253 h 64036"/>
                <a:gd name="connsiteX6" fmla="*/ 0 w 40647"/>
                <a:gd name="connsiteY6" fmla="*/ 60979 h 64036"/>
                <a:gd name="connsiteX7" fmla="*/ 0 w 40647"/>
                <a:gd name="connsiteY7" fmla="*/ 52916 h 64036"/>
                <a:gd name="connsiteX8" fmla="*/ 7596 w 40647"/>
                <a:gd name="connsiteY8" fmla="*/ 55976 h 64036"/>
                <a:gd name="connsiteX9" fmla="*/ 16240 w 40647"/>
                <a:gd name="connsiteY9" fmla="*/ 57010 h 64036"/>
                <a:gd name="connsiteX10" fmla="*/ 28194 w 40647"/>
                <a:gd name="connsiteY10" fmla="*/ 53909 h 64036"/>
                <a:gd name="connsiteX11" fmla="*/ 32337 w 40647"/>
                <a:gd name="connsiteY11" fmla="*/ 44896 h 64036"/>
                <a:gd name="connsiteX12" fmla="*/ 28480 w 40647"/>
                <a:gd name="connsiteY12" fmla="*/ 36381 h 64036"/>
                <a:gd name="connsiteX13" fmla="*/ 17859 w 40647"/>
                <a:gd name="connsiteY13" fmla="*/ 33280 h 64036"/>
                <a:gd name="connsiteX14" fmla="*/ 10668 w 40647"/>
                <a:gd name="connsiteY14" fmla="*/ 33280 h 64036"/>
                <a:gd name="connsiteX15" fmla="*/ 10668 w 40647"/>
                <a:gd name="connsiteY15" fmla="*/ 26418 h 64036"/>
                <a:gd name="connsiteX16" fmla="*/ 18193 w 40647"/>
                <a:gd name="connsiteY16" fmla="*/ 26418 h 64036"/>
                <a:gd name="connsiteX17" fmla="*/ 27622 w 40647"/>
                <a:gd name="connsiteY17" fmla="*/ 23979 h 64036"/>
                <a:gd name="connsiteX18" fmla="*/ 30885 w 40647"/>
                <a:gd name="connsiteY18" fmla="*/ 16866 h 64036"/>
                <a:gd name="connsiteX19" fmla="*/ 27479 w 40647"/>
                <a:gd name="connsiteY19" fmla="*/ 9592 h 64036"/>
                <a:gd name="connsiteX20" fmla="*/ 17859 w 40647"/>
                <a:gd name="connsiteY20" fmla="*/ 7030 h 64036"/>
                <a:gd name="connsiteX21" fmla="*/ 10501 w 40647"/>
                <a:gd name="connsiteY21" fmla="*/ 7772 h 64036"/>
                <a:gd name="connsiteX22" fmla="*/ 1857 w 40647"/>
                <a:gd name="connsiteY22" fmla="*/ 10087 h 64036"/>
                <a:gd name="connsiteX23" fmla="*/ 1857 w 40647"/>
                <a:gd name="connsiteY23" fmla="*/ 2646 h 64036"/>
                <a:gd name="connsiteX24" fmla="*/ 10739 w 40647"/>
                <a:gd name="connsiteY24" fmla="*/ 662 h 64036"/>
                <a:gd name="connsiteX25" fmla="*/ 18597 w 40647"/>
                <a:gd name="connsiteY25" fmla="*/ 0 h 64036"/>
                <a:gd name="connsiteX26" fmla="*/ 33647 w 40647"/>
                <a:gd name="connsiteY26" fmla="*/ 4341 h 64036"/>
                <a:gd name="connsiteX27" fmla="*/ 39195 w 40647"/>
                <a:gd name="connsiteY27" fmla="*/ 16000 h 64036"/>
                <a:gd name="connsiteX28" fmla="*/ 36266 w 40647"/>
                <a:gd name="connsiteY28" fmla="*/ 24682 h 64036"/>
                <a:gd name="connsiteX29" fmla="*/ 27908 w 40647"/>
                <a:gd name="connsiteY29" fmla="*/ 29559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36">
                  <a:moveTo>
                    <a:pt x="27908" y="29559"/>
                  </a:moveTo>
                  <a:cubicBezTo>
                    <a:pt x="31909" y="30413"/>
                    <a:pt x="35028" y="32190"/>
                    <a:pt x="37243" y="34892"/>
                  </a:cubicBezTo>
                  <a:cubicBezTo>
                    <a:pt x="39505" y="37593"/>
                    <a:pt x="40648" y="40927"/>
                    <a:pt x="40648" y="44896"/>
                  </a:cubicBezTo>
                  <a:cubicBezTo>
                    <a:pt x="40648" y="50987"/>
                    <a:pt x="38552" y="55700"/>
                    <a:pt x="34361" y="59036"/>
                  </a:cubicBezTo>
                  <a:cubicBezTo>
                    <a:pt x="30170" y="62370"/>
                    <a:pt x="24217" y="64037"/>
                    <a:pt x="16502" y="64037"/>
                  </a:cubicBezTo>
                  <a:cubicBezTo>
                    <a:pt x="13906" y="64037"/>
                    <a:pt x="11216" y="63775"/>
                    <a:pt x="8477" y="63253"/>
                  </a:cubicBezTo>
                  <a:cubicBezTo>
                    <a:pt x="5739" y="62755"/>
                    <a:pt x="2929" y="61998"/>
                    <a:pt x="0" y="60979"/>
                  </a:cubicBezTo>
                  <a:lnTo>
                    <a:pt x="0" y="52916"/>
                  </a:lnTo>
                  <a:cubicBezTo>
                    <a:pt x="2310" y="54266"/>
                    <a:pt x="4858" y="55288"/>
                    <a:pt x="7596" y="55976"/>
                  </a:cubicBezTo>
                  <a:cubicBezTo>
                    <a:pt x="10358" y="56664"/>
                    <a:pt x="13240" y="57010"/>
                    <a:pt x="16240" y="57010"/>
                  </a:cubicBezTo>
                  <a:cubicBezTo>
                    <a:pt x="21479" y="57010"/>
                    <a:pt x="25455" y="55976"/>
                    <a:pt x="28194" y="53909"/>
                  </a:cubicBezTo>
                  <a:cubicBezTo>
                    <a:pt x="30956" y="51842"/>
                    <a:pt x="32337" y="48837"/>
                    <a:pt x="32337" y="44896"/>
                  </a:cubicBezTo>
                  <a:cubicBezTo>
                    <a:pt x="32337" y="41260"/>
                    <a:pt x="31051" y="38421"/>
                    <a:pt x="28480" y="36381"/>
                  </a:cubicBezTo>
                  <a:cubicBezTo>
                    <a:pt x="25932" y="34314"/>
                    <a:pt x="22407" y="33280"/>
                    <a:pt x="17859" y="33280"/>
                  </a:cubicBezTo>
                  <a:lnTo>
                    <a:pt x="10668" y="33280"/>
                  </a:lnTo>
                  <a:lnTo>
                    <a:pt x="10668" y="26418"/>
                  </a:lnTo>
                  <a:lnTo>
                    <a:pt x="18193" y="26418"/>
                  </a:lnTo>
                  <a:cubicBezTo>
                    <a:pt x="22312" y="26418"/>
                    <a:pt x="25455" y="25606"/>
                    <a:pt x="27622" y="23979"/>
                  </a:cubicBezTo>
                  <a:cubicBezTo>
                    <a:pt x="29789" y="22324"/>
                    <a:pt x="30885" y="19955"/>
                    <a:pt x="30885" y="16866"/>
                  </a:cubicBezTo>
                  <a:cubicBezTo>
                    <a:pt x="30885" y="13697"/>
                    <a:pt x="29742" y="11273"/>
                    <a:pt x="27479" y="9592"/>
                  </a:cubicBezTo>
                  <a:cubicBezTo>
                    <a:pt x="25265" y="7884"/>
                    <a:pt x="22050" y="7030"/>
                    <a:pt x="17859" y="7030"/>
                  </a:cubicBezTo>
                  <a:cubicBezTo>
                    <a:pt x="15573" y="7030"/>
                    <a:pt x="13121" y="7277"/>
                    <a:pt x="10501" y="7772"/>
                  </a:cubicBezTo>
                  <a:cubicBezTo>
                    <a:pt x="7882" y="8270"/>
                    <a:pt x="5001" y="9042"/>
                    <a:pt x="1857" y="10087"/>
                  </a:cubicBezTo>
                  <a:lnTo>
                    <a:pt x="1857" y="2646"/>
                  </a:lnTo>
                  <a:cubicBezTo>
                    <a:pt x="5024" y="1765"/>
                    <a:pt x="8001" y="1103"/>
                    <a:pt x="10739" y="662"/>
                  </a:cubicBezTo>
                  <a:cubicBezTo>
                    <a:pt x="13525" y="221"/>
                    <a:pt x="16145" y="0"/>
                    <a:pt x="18597" y="0"/>
                  </a:cubicBezTo>
                  <a:cubicBezTo>
                    <a:pt x="24932" y="0"/>
                    <a:pt x="29956" y="1448"/>
                    <a:pt x="33647" y="4341"/>
                  </a:cubicBezTo>
                  <a:cubicBezTo>
                    <a:pt x="37338" y="7208"/>
                    <a:pt x="39195" y="11094"/>
                    <a:pt x="39195" y="16000"/>
                  </a:cubicBezTo>
                  <a:cubicBezTo>
                    <a:pt x="39195" y="19417"/>
                    <a:pt x="38219" y="22312"/>
                    <a:pt x="36266" y="24682"/>
                  </a:cubicBezTo>
                  <a:cubicBezTo>
                    <a:pt x="34290" y="27022"/>
                    <a:pt x="31504" y="28649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D831113B-A2B8-0D1D-9334-6043E555A58C}"/>
                </a:ext>
              </a:extLst>
            </p:cNvPr>
            <p:cNvSpPr/>
            <p:nvPr/>
          </p:nvSpPr>
          <p:spPr>
            <a:xfrm>
              <a:off x="4428120" y="3154091"/>
              <a:ext cx="44981" cy="61722"/>
            </a:xfrm>
            <a:custGeom>
              <a:avLst/>
              <a:gdLst>
                <a:gd name="connsiteX0" fmla="*/ 27861 w 44981"/>
                <a:gd name="connsiteY0" fmla="*/ 7275 h 61722"/>
                <a:gd name="connsiteX1" fmla="*/ 6787 w 44981"/>
                <a:gd name="connsiteY1" fmla="*/ 40224 h 61722"/>
                <a:gd name="connsiteX2" fmla="*/ 27861 w 44981"/>
                <a:gd name="connsiteY2" fmla="*/ 40224 h 61722"/>
                <a:gd name="connsiteX3" fmla="*/ 27861 w 44981"/>
                <a:gd name="connsiteY3" fmla="*/ 7275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24 h 61722"/>
                <a:gd name="connsiteX7" fmla="*/ 44982 w 44981"/>
                <a:gd name="connsiteY7" fmla="*/ 40224 h 61722"/>
                <a:gd name="connsiteX8" fmla="*/ 44982 w 44981"/>
                <a:gd name="connsiteY8" fmla="*/ 47170 h 61722"/>
                <a:gd name="connsiteX9" fmla="*/ 36171 w 44981"/>
                <a:gd name="connsiteY9" fmla="*/ 47170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0 h 61722"/>
                <a:gd name="connsiteX13" fmla="*/ 0 w 44981"/>
                <a:gd name="connsiteY13" fmla="*/ 47170 h 61722"/>
                <a:gd name="connsiteX14" fmla="*/ 0 w 44981"/>
                <a:gd name="connsiteY14" fmla="*/ 39107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75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5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7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D4E3E263-F91B-1D85-6F84-289FC888E531}"/>
                </a:ext>
              </a:extLst>
            </p:cNvPr>
            <p:cNvSpPr/>
            <p:nvPr/>
          </p:nvSpPr>
          <p:spPr>
            <a:xfrm>
              <a:off x="4484389" y="3154091"/>
              <a:ext cx="39933" cy="62919"/>
            </a:xfrm>
            <a:custGeom>
              <a:avLst/>
              <a:gdLst>
                <a:gd name="connsiteX0" fmla="*/ 2595 w 39933"/>
                <a:gd name="connsiteY0" fmla="*/ 0 h 62919"/>
                <a:gd name="connsiteX1" fmla="*/ 35385 w 39933"/>
                <a:gd name="connsiteY1" fmla="*/ 0 h 62919"/>
                <a:gd name="connsiteX2" fmla="*/ 35385 w 39933"/>
                <a:gd name="connsiteY2" fmla="*/ 7027 h 62919"/>
                <a:gd name="connsiteX3" fmla="*/ 10239 w 39933"/>
                <a:gd name="connsiteY3" fmla="*/ 7027 h 62919"/>
                <a:gd name="connsiteX4" fmla="*/ 10239 w 39933"/>
                <a:gd name="connsiteY4" fmla="*/ 22158 h 62919"/>
                <a:gd name="connsiteX5" fmla="*/ 13883 w 39933"/>
                <a:gd name="connsiteY5" fmla="*/ 21248 h 62919"/>
                <a:gd name="connsiteX6" fmla="*/ 17526 w 39933"/>
                <a:gd name="connsiteY6" fmla="*/ 20919 h 62919"/>
                <a:gd name="connsiteX7" fmla="*/ 33885 w 39933"/>
                <a:gd name="connsiteY7" fmla="*/ 26582 h 62919"/>
                <a:gd name="connsiteX8" fmla="*/ 39933 w 39933"/>
                <a:gd name="connsiteY8" fmla="*/ 41920 h 62919"/>
                <a:gd name="connsiteX9" fmla="*/ 33718 w 39933"/>
                <a:gd name="connsiteY9" fmla="*/ 57421 h 62919"/>
                <a:gd name="connsiteX10" fmla="*/ 16240 w 39933"/>
                <a:gd name="connsiteY10" fmla="*/ 62920 h 62919"/>
                <a:gd name="connsiteX11" fmla="*/ 8311 w 39933"/>
                <a:gd name="connsiteY11" fmla="*/ 62260 h 62919"/>
                <a:gd name="connsiteX12" fmla="*/ 0 w 39933"/>
                <a:gd name="connsiteY12" fmla="*/ 60274 h 62919"/>
                <a:gd name="connsiteX13" fmla="*/ 0 w 39933"/>
                <a:gd name="connsiteY13" fmla="*/ 51883 h 62919"/>
                <a:gd name="connsiteX14" fmla="*/ 7691 w 39933"/>
                <a:gd name="connsiteY14" fmla="*/ 54900 h 62919"/>
                <a:gd name="connsiteX15" fmla="*/ 16073 w 39933"/>
                <a:gd name="connsiteY15" fmla="*/ 55893 h 62919"/>
                <a:gd name="connsiteX16" fmla="*/ 27408 w 39933"/>
                <a:gd name="connsiteY16" fmla="*/ 52130 h 62919"/>
                <a:gd name="connsiteX17" fmla="*/ 31575 w 39933"/>
                <a:gd name="connsiteY17" fmla="*/ 41920 h 62919"/>
                <a:gd name="connsiteX18" fmla="*/ 27408 w 39933"/>
                <a:gd name="connsiteY18" fmla="*/ 31709 h 62919"/>
                <a:gd name="connsiteX19" fmla="*/ 16073 w 39933"/>
                <a:gd name="connsiteY19" fmla="*/ 27946 h 62919"/>
                <a:gd name="connsiteX20" fmla="*/ 9382 w 39933"/>
                <a:gd name="connsiteY20" fmla="*/ 28689 h 62919"/>
                <a:gd name="connsiteX21" fmla="*/ 2595 w 39933"/>
                <a:gd name="connsiteY21" fmla="*/ 31006 h 62919"/>
                <a:gd name="connsiteX22" fmla="*/ 2595 w 39933"/>
                <a:gd name="connsiteY22" fmla="*/ 0 h 62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9933" h="62919">
                  <a:moveTo>
                    <a:pt x="2595" y="0"/>
                  </a:moveTo>
                  <a:lnTo>
                    <a:pt x="35385" y="0"/>
                  </a:lnTo>
                  <a:lnTo>
                    <a:pt x="35385" y="7027"/>
                  </a:lnTo>
                  <a:lnTo>
                    <a:pt x="10239" y="7027"/>
                  </a:lnTo>
                  <a:lnTo>
                    <a:pt x="10239" y="22158"/>
                  </a:lnTo>
                  <a:cubicBezTo>
                    <a:pt x="11454" y="21746"/>
                    <a:pt x="12668" y="21441"/>
                    <a:pt x="13883" y="21248"/>
                  </a:cubicBezTo>
                  <a:cubicBezTo>
                    <a:pt x="15097" y="21029"/>
                    <a:pt x="16312" y="20919"/>
                    <a:pt x="17526" y="20919"/>
                  </a:cubicBezTo>
                  <a:cubicBezTo>
                    <a:pt x="24408" y="20919"/>
                    <a:pt x="29861" y="22808"/>
                    <a:pt x="33885" y="26582"/>
                  </a:cubicBezTo>
                  <a:cubicBezTo>
                    <a:pt x="37909" y="30359"/>
                    <a:pt x="39933" y="35471"/>
                    <a:pt x="39933" y="41920"/>
                  </a:cubicBezTo>
                  <a:cubicBezTo>
                    <a:pt x="39933" y="48561"/>
                    <a:pt x="37862" y="53728"/>
                    <a:pt x="33718" y="57421"/>
                  </a:cubicBezTo>
                  <a:cubicBezTo>
                    <a:pt x="29599" y="61086"/>
                    <a:pt x="23765" y="62920"/>
                    <a:pt x="16240" y="62920"/>
                  </a:cubicBezTo>
                  <a:cubicBezTo>
                    <a:pt x="13645" y="62920"/>
                    <a:pt x="11001" y="62701"/>
                    <a:pt x="8311" y="62260"/>
                  </a:cubicBezTo>
                  <a:cubicBezTo>
                    <a:pt x="5620" y="61820"/>
                    <a:pt x="2857" y="61158"/>
                    <a:pt x="0" y="60274"/>
                  </a:cubicBezTo>
                  <a:lnTo>
                    <a:pt x="0" y="51883"/>
                  </a:lnTo>
                  <a:cubicBezTo>
                    <a:pt x="2476" y="53233"/>
                    <a:pt x="5048" y="54240"/>
                    <a:pt x="7691" y="54900"/>
                  </a:cubicBezTo>
                  <a:cubicBezTo>
                    <a:pt x="10335" y="55562"/>
                    <a:pt x="13120" y="55893"/>
                    <a:pt x="16073" y="55893"/>
                  </a:cubicBezTo>
                  <a:cubicBezTo>
                    <a:pt x="20836" y="55893"/>
                    <a:pt x="24622" y="54638"/>
                    <a:pt x="27408" y="52130"/>
                  </a:cubicBezTo>
                  <a:cubicBezTo>
                    <a:pt x="30194" y="49623"/>
                    <a:pt x="31575" y="46218"/>
                    <a:pt x="31575" y="41920"/>
                  </a:cubicBezTo>
                  <a:cubicBezTo>
                    <a:pt x="31575" y="37621"/>
                    <a:pt x="30194" y="34216"/>
                    <a:pt x="27408" y="31709"/>
                  </a:cubicBezTo>
                  <a:cubicBezTo>
                    <a:pt x="24622" y="29201"/>
                    <a:pt x="20836" y="27946"/>
                    <a:pt x="16073" y="27946"/>
                  </a:cubicBezTo>
                  <a:cubicBezTo>
                    <a:pt x="13835" y="27946"/>
                    <a:pt x="11597" y="28194"/>
                    <a:pt x="9382" y="28689"/>
                  </a:cubicBezTo>
                  <a:cubicBezTo>
                    <a:pt x="7167" y="29187"/>
                    <a:pt x="4905" y="29959"/>
                    <a:pt x="2595" y="31006"/>
                  </a:cubicBezTo>
                  <a:lnTo>
                    <a:pt x="2595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60F49984-1B6A-E006-9609-BD96F3CE8087}"/>
                </a:ext>
              </a:extLst>
            </p:cNvPr>
            <p:cNvSpPr/>
            <p:nvPr/>
          </p:nvSpPr>
          <p:spPr>
            <a:xfrm>
              <a:off x="4535848" y="3154091"/>
              <a:ext cx="44981" cy="61722"/>
            </a:xfrm>
            <a:custGeom>
              <a:avLst/>
              <a:gdLst>
                <a:gd name="connsiteX0" fmla="*/ 27861 w 44981"/>
                <a:gd name="connsiteY0" fmla="*/ 7275 h 61722"/>
                <a:gd name="connsiteX1" fmla="*/ 6787 w 44981"/>
                <a:gd name="connsiteY1" fmla="*/ 40224 h 61722"/>
                <a:gd name="connsiteX2" fmla="*/ 27861 w 44981"/>
                <a:gd name="connsiteY2" fmla="*/ 40224 h 61722"/>
                <a:gd name="connsiteX3" fmla="*/ 27861 w 44981"/>
                <a:gd name="connsiteY3" fmla="*/ 7275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24 h 61722"/>
                <a:gd name="connsiteX7" fmla="*/ 44982 w 44981"/>
                <a:gd name="connsiteY7" fmla="*/ 40224 h 61722"/>
                <a:gd name="connsiteX8" fmla="*/ 44982 w 44981"/>
                <a:gd name="connsiteY8" fmla="*/ 47170 h 61722"/>
                <a:gd name="connsiteX9" fmla="*/ 36171 w 44981"/>
                <a:gd name="connsiteY9" fmla="*/ 47170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0 h 61722"/>
                <a:gd name="connsiteX13" fmla="*/ 0 w 44981"/>
                <a:gd name="connsiteY13" fmla="*/ 47170 h 61722"/>
                <a:gd name="connsiteX14" fmla="*/ 0 w 44981"/>
                <a:gd name="connsiteY14" fmla="*/ 39107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75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5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7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AE71ED54-88FE-43B2-7489-B306DD784F52}"/>
              </a:ext>
            </a:extLst>
          </p:cNvPr>
          <p:cNvGrpSpPr/>
          <p:nvPr/>
        </p:nvGrpSpPr>
        <p:grpSpPr>
          <a:xfrm>
            <a:off x="3869443" y="2600031"/>
            <a:ext cx="429910" cy="969935"/>
            <a:chOff x="3852120" y="2215017"/>
            <a:chExt cx="429910" cy="969935"/>
          </a:xfrm>
        </p:grpSpPr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1369209E-757D-2483-3D3E-CA3ADC4EACEA}"/>
                </a:ext>
              </a:extLst>
            </p:cNvPr>
            <p:cNvSpPr/>
            <p:nvPr/>
          </p:nvSpPr>
          <p:spPr>
            <a:xfrm>
              <a:off x="3852120" y="2215017"/>
              <a:ext cx="429910" cy="969935"/>
            </a:xfrm>
            <a:custGeom>
              <a:avLst/>
              <a:gdLst>
                <a:gd name="connsiteX0" fmla="*/ 0 w 429910"/>
                <a:gd name="connsiteY0" fmla="*/ 969936 h 969935"/>
                <a:gd name="connsiteX1" fmla="*/ 429911 w 429910"/>
                <a:gd name="connsiteY1" fmla="*/ 969936 h 969935"/>
                <a:gd name="connsiteX2" fmla="*/ 429911 w 429910"/>
                <a:gd name="connsiteY2" fmla="*/ 0 h 969935"/>
                <a:gd name="connsiteX3" fmla="*/ 0 w 429910"/>
                <a:gd name="connsiteY3" fmla="*/ 0 h 969935"/>
                <a:gd name="connsiteX4" fmla="*/ 0 w 429910"/>
                <a:gd name="connsiteY4" fmla="*/ 969936 h 969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969935">
                  <a:moveTo>
                    <a:pt x="0" y="969936"/>
                  </a:moveTo>
                  <a:lnTo>
                    <a:pt x="429911" y="969936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96993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444299AA-A775-E396-11B3-BE7E89DBA6DD}"/>
                </a:ext>
              </a:extLst>
            </p:cNvPr>
            <p:cNvSpPr/>
            <p:nvPr/>
          </p:nvSpPr>
          <p:spPr>
            <a:xfrm>
              <a:off x="4020664" y="2627976"/>
              <a:ext cx="92797" cy="144017"/>
            </a:xfrm>
            <a:custGeom>
              <a:avLst/>
              <a:gdLst>
                <a:gd name="connsiteX0" fmla="*/ 0 w 92797"/>
                <a:gd name="connsiteY0" fmla="*/ 0 h 144017"/>
                <a:gd name="connsiteX1" fmla="*/ 91059 w 92797"/>
                <a:gd name="connsiteY1" fmla="*/ 0 h 144017"/>
                <a:gd name="connsiteX2" fmla="*/ 91059 w 92797"/>
                <a:gd name="connsiteY2" fmla="*/ 16400 h 144017"/>
                <a:gd name="connsiteX3" fmla="*/ 19479 w 92797"/>
                <a:gd name="connsiteY3" fmla="*/ 16400 h 144017"/>
                <a:gd name="connsiteX4" fmla="*/ 19479 w 92797"/>
                <a:gd name="connsiteY4" fmla="*/ 59036 h 144017"/>
                <a:gd name="connsiteX5" fmla="*/ 88083 w 92797"/>
                <a:gd name="connsiteY5" fmla="*/ 59036 h 144017"/>
                <a:gd name="connsiteX6" fmla="*/ 88083 w 92797"/>
                <a:gd name="connsiteY6" fmla="*/ 75433 h 144017"/>
                <a:gd name="connsiteX7" fmla="*/ 19479 w 92797"/>
                <a:gd name="connsiteY7" fmla="*/ 75433 h 144017"/>
                <a:gd name="connsiteX8" fmla="*/ 19479 w 92797"/>
                <a:gd name="connsiteY8" fmla="*/ 127618 h 144017"/>
                <a:gd name="connsiteX9" fmla="*/ 92798 w 92797"/>
                <a:gd name="connsiteY9" fmla="*/ 127618 h 144017"/>
                <a:gd name="connsiteX10" fmla="*/ 92798 w 92797"/>
                <a:gd name="connsiteY10" fmla="*/ 144018 h 144017"/>
                <a:gd name="connsiteX11" fmla="*/ 0 w 92797"/>
                <a:gd name="connsiteY11" fmla="*/ 144018 h 144017"/>
                <a:gd name="connsiteX12" fmla="*/ 0 w 92797"/>
                <a:gd name="connsiteY12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797" h="144017">
                  <a:moveTo>
                    <a:pt x="0" y="0"/>
                  </a:moveTo>
                  <a:lnTo>
                    <a:pt x="91059" y="0"/>
                  </a:lnTo>
                  <a:lnTo>
                    <a:pt x="91059" y="16400"/>
                  </a:lnTo>
                  <a:lnTo>
                    <a:pt x="19479" y="16400"/>
                  </a:lnTo>
                  <a:lnTo>
                    <a:pt x="19479" y="59036"/>
                  </a:lnTo>
                  <a:lnTo>
                    <a:pt x="88083" y="59036"/>
                  </a:lnTo>
                  <a:lnTo>
                    <a:pt x="88083" y="75433"/>
                  </a:lnTo>
                  <a:lnTo>
                    <a:pt x="19479" y="75433"/>
                  </a:lnTo>
                  <a:lnTo>
                    <a:pt x="19479" y="127618"/>
                  </a:lnTo>
                  <a:lnTo>
                    <a:pt x="92798" y="127618"/>
                  </a:lnTo>
                  <a:lnTo>
                    <a:pt x="92798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600FFA1B-EE38-CC91-BC1B-8262525F63D1}"/>
              </a:ext>
            </a:extLst>
          </p:cNvPr>
          <p:cNvGrpSpPr/>
          <p:nvPr/>
        </p:nvGrpSpPr>
        <p:grpSpPr>
          <a:xfrm>
            <a:off x="4335483" y="2568053"/>
            <a:ext cx="282202" cy="64038"/>
            <a:chOff x="4294913" y="2183039"/>
            <a:chExt cx="282202" cy="64038"/>
          </a:xfrm>
        </p:grpSpPr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47C561D6-367F-7BE0-8A75-33BD5B864ACB}"/>
                </a:ext>
              </a:extLst>
            </p:cNvPr>
            <p:cNvSpPr/>
            <p:nvPr/>
          </p:nvSpPr>
          <p:spPr>
            <a:xfrm>
              <a:off x="4294913" y="2183039"/>
              <a:ext cx="42672" cy="64038"/>
            </a:xfrm>
            <a:custGeom>
              <a:avLst/>
              <a:gdLst>
                <a:gd name="connsiteX0" fmla="*/ 21336 w 42672"/>
                <a:gd name="connsiteY0" fmla="*/ 6615 h 64038"/>
                <a:gd name="connsiteX1" fmla="*/ 11621 w 42672"/>
                <a:gd name="connsiteY1" fmla="*/ 12983 h 64038"/>
                <a:gd name="connsiteX2" fmla="*/ 8406 w 42672"/>
                <a:gd name="connsiteY2" fmla="*/ 32040 h 64038"/>
                <a:gd name="connsiteX3" fmla="*/ 11621 w 42672"/>
                <a:gd name="connsiteY3" fmla="*/ 51099 h 64038"/>
                <a:gd name="connsiteX4" fmla="*/ 21336 w 42672"/>
                <a:gd name="connsiteY4" fmla="*/ 57424 h 64038"/>
                <a:gd name="connsiteX5" fmla="*/ 31052 w 42672"/>
                <a:gd name="connsiteY5" fmla="*/ 51099 h 64038"/>
                <a:gd name="connsiteX6" fmla="*/ 34314 w 42672"/>
                <a:gd name="connsiteY6" fmla="*/ 32040 h 64038"/>
                <a:gd name="connsiteX7" fmla="*/ 31052 w 42672"/>
                <a:gd name="connsiteY7" fmla="*/ 12983 h 64038"/>
                <a:gd name="connsiteX8" fmla="*/ 21336 w 42672"/>
                <a:gd name="connsiteY8" fmla="*/ 6615 h 64038"/>
                <a:gd name="connsiteX9" fmla="*/ 21336 w 42672"/>
                <a:gd name="connsiteY9" fmla="*/ 0 h 64038"/>
                <a:gd name="connsiteX10" fmla="*/ 37171 w 42672"/>
                <a:gd name="connsiteY10" fmla="*/ 8227 h 64038"/>
                <a:gd name="connsiteX11" fmla="*/ 42672 w 42672"/>
                <a:gd name="connsiteY11" fmla="*/ 32040 h 64038"/>
                <a:gd name="connsiteX12" fmla="*/ 37171 w 42672"/>
                <a:gd name="connsiteY12" fmla="*/ 55852 h 64038"/>
                <a:gd name="connsiteX13" fmla="*/ 21336 w 42672"/>
                <a:gd name="connsiteY13" fmla="*/ 64039 h 64038"/>
                <a:gd name="connsiteX14" fmla="*/ 5453 w 42672"/>
                <a:gd name="connsiteY14" fmla="*/ 55852 h 64038"/>
                <a:gd name="connsiteX15" fmla="*/ 0 w 42672"/>
                <a:gd name="connsiteY15" fmla="*/ 32040 h 64038"/>
                <a:gd name="connsiteX16" fmla="*/ 5453 w 42672"/>
                <a:gd name="connsiteY16" fmla="*/ 8227 h 64038"/>
                <a:gd name="connsiteX17" fmla="*/ 21336 w 42672"/>
                <a:gd name="connsiteY17" fmla="*/ 0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8">
                  <a:moveTo>
                    <a:pt x="21336" y="6615"/>
                  </a:moveTo>
                  <a:cubicBezTo>
                    <a:pt x="17026" y="6615"/>
                    <a:pt x="13788" y="8737"/>
                    <a:pt x="11621" y="12983"/>
                  </a:cubicBezTo>
                  <a:cubicBezTo>
                    <a:pt x="9477" y="17200"/>
                    <a:pt x="8406" y="23551"/>
                    <a:pt x="8406" y="32040"/>
                  </a:cubicBezTo>
                  <a:cubicBezTo>
                    <a:pt x="8406" y="40500"/>
                    <a:pt x="9477" y="46854"/>
                    <a:pt x="11621" y="51099"/>
                  </a:cubicBezTo>
                  <a:cubicBezTo>
                    <a:pt x="13788" y="55316"/>
                    <a:pt x="17026" y="57424"/>
                    <a:pt x="21336" y="57424"/>
                  </a:cubicBezTo>
                  <a:cubicBezTo>
                    <a:pt x="25670" y="57424"/>
                    <a:pt x="28908" y="55316"/>
                    <a:pt x="31052" y="51099"/>
                  </a:cubicBezTo>
                  <a:cubicBezTo>
                    <a:pt x="33218" y="46854"/>
                    <a:pt x="34314" y="40500"/>
                    <a:pt x="34314" y="32040"/>
                  </a:cubicBezTo>
                  <a:cubicBezTo>
                    <a:pt x="34314" y="23551"/>
                    <a:pt x="33218" y="17200"/>
                    <a:pt x="31052" y="12983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1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1" y="55852"/>
                  </a:cubicBezTo>
                  <a:cubicBezTo>
                    <a:pt x="33528" y="61310"/>
                    <a:pt x="28265" y="64039"/>
                    <a:pt x="21336" y="64039"/>
                  </a:cubicBezTo>
                  <a:cubicBezTo>
                    <a:pt x="14407" y="64039"/>
                    <a:pt x="9120" y="61310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0" name="Freeform 139">
              <a:extLst>
                <a:ext uri="{FF2B5EF4-FFF2-40B4-BE49-F238E27FC236}">
                  <a16:creationId xmlns:a16="http://schemas.microsoft.com/office/drawing/2014/main" id="{8D129DE1-EC8E-4D20-323E-20532A79E11E}"/>
                </a:ext>
              </a:extLst>
            </p:cNvPr>
            <p:cNvSpPr/>
            <p:nvPr/>
          </p:nvSpPr>
          <p:spPr>
            <a:xfrm>
              <a:off x="4352253" y="2235377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1" name="Freeform 140">
              <a:extLst>
                <a:ext uri="{FF2B5EF4-FFF2-40B4-BE49-F238E27FC236}">
                  <a16:creationId xmlns:a16="http://schemas.microsoft.com/office/drawing/2014/main" id="{4CF89FC5-B07D-F2C2-B022-0F42DA974031}"/>
                </a:ext>
              </a:extLst>
            </p:cNvPr>
            <p:cNvSpPr/>
            <p:nvPr/>
          </p:nvSpPr>
          <p:spPr>
            <a:xfrm>
              <a:off x="4376566" y="2183039"/>
              <a:ext cx="40647" cy="64038"/>
            </a:xfrm>
            <a:custGeom>
              <a:avLst/>
              <a:gdLst>
                <a:gd name="connsiteX0" fmla="*/ 27908 w 40647"/>
                <a:gd name="connsiteY0" fmla="*/ 29559 h 64038"/>
                <a:gd name="connsiteX1" fmla="*/ 37243 w 40647"/>
                <a:gd name="connsiteY1" fmla="*/ 34892 h 64038"/>
                <a:gd name="connsiteX2" fmla="*/ 40648 w 40647"/>
                <a:gd name="connsiteY2" fmla="*/ 44896 h 64038"/>
                <a:gd name="connsiteX3" fmla="*/ 34361 w 40647"/>
                <a:gd name="connsiteY3" fmla="*/ 59036 h 64038"/>
                <a:gd name="connsiteX4" fmla="*/ 16502 w 40647"/>
                <a:gd name="connsiteY4" fmla="*/ 64039 h 64038"/>
                <a:gd name="connsiteX5" fmla="*/ 8477 w 40647"/>
                <a:gd name="connsiteY5" fmla="*/ 63253 h 64038"/>
                <a:gd name="connsiteX6" fmla="*/ 0 w 40647"/>
                <a:gd name="connsiteY6" fmla="*/ 60979 h 64038"/>
                <a:gd name="connsiteX7" fmla="*/ 0 w 40647"/>
                <a:gd name="connsiteY7" fmla="*/ 52916 h 64038"/>
                <a:gd name="connsiteX8" fmla="*/ 7596 w 40647"/>
                <a:gd name="connsiteY8" fmla="*/ 55976 h 64038"/>
                <a:gd name="connsiteX9" fmla="*/ 16240 w 40647"/>
                <a:gd name="connsiteY9" fmla="*/ 57010 h 64038"/>
                <a:gd name="connsiteX10" fmla="*/ 28194 w 40647"/>
                <a:gd name="connsiteY10" fmla="*/ 53909 h 64038"/>
                <a:gd name="connsiteX11" fmla="*/ 32337 w 40647"/>
                <a:gd name="connsiteY11" fmla="*/ 44896 h 64038"/>
                <a:gd name="connsiteX12" fmla="*/ 28480 w 40647"/>
                <a:gd name="connsiteY12" fmla="*/ 36381 h 64038"/>
                <a:gd name="connsiteX13" fmla="*/ 17859 w 40647"/>
                <a:gd name="connsiteY13" fmla="*/ 33280 h 64038"/>
                <a:gd name="connsiteX14" fmla="*/ 10668 w 40647"/>
                <a:gd name="connsiteY14" fmla="*/ 33280 h 64038"/>
                <a:gd name="connsiteX15" fmla="*/ 10668 w 40647"/>
                <a:gd name="connsiteY15" fmla="*/ 26418 h 64038"/>
                <a:gd name="connsiteX16" fmla="*/ 18193 w 40647"/>
                <a:gd name="connsiteY16" fmla="*/ 26418 h 64038"/>
                <a:gd name="connsiteX17" fmla="*/ 27622 w 40647"/>
                <a:gd name="connsiteY17" fmla="*/ 23979 h 64038"/>
                <a:gd name="connsiteX18" fmla="*/ 30885 w 40647"/>
                <a:gd name="connsiteY18" fmla="*/ 16869 h 64038"/>
                <a:gd name="connsiteX19" fmla="*/ 27479 w 40647"/>
                <a:gd name="connsiteY19" fmla="*/ 9592 h 64038"/>
                <a:gd name="connsiteX20" fmla="*/ 17859 w 40647"/>
                <a:gd name="connsiteY20" fmla="*/ 7030 h 64038"/>
                <a:gd name="connsiteX21" fmla="*/ 10501 w 40647"/>
                <a:gd name="connsiteY21" fmla="*/ 7772 h 64038"/>
                <a:gd name="connsiteX22" fmla="*/ 1857 w 40647"/>
                <a:gd name="connsiteY22" fmla="*/ 10087 h 64038"/>
                <a:gd name="connsiteX23" fmla="*/ 1857 w 40647"/>
                <a:gd name="connsiteY23" fmla="*/ 2646 h 64038"/>
                <a:gd name="connsiteX24" fmla="*/ 10739 w 40647"/>
                <a:gd name="connsiteY24" fmla="*/ 662 h 64038"/>
                <a:gd name="connsiteX25" fmla="*/ 18597 w 40647"/>
                <a:gd name="connsiteY25" fmla="*/ 0 h 64038"/>
                <a:gd name="connsiteX26" fmla="*/ 33647 w 40647"/>
                <a:gd name="connsiteY26" fmla="*/ 4341 h 64038"/>
                <a:gd name="connsiteX27" fmla="*/ 39195 w 40647"/>
                <a:gd name="connsiteY27" fmla="*/ 16000 h 64038"/>
                <a:gd name="connsiteX28" fmla="*/ 36266 w 40647"/>
                <a:gd name="connsiteY28" fmla="*/ 24682 h 64038"/>
                <a:gd name="connsiteX29" fmla="*/ 27908 w 40647"/>
                <a:gd name="connsiteY29" fmla="*/ 29559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38">
                  <a:moveTo>
                    <a:pt x="27908" y="29559"/>
                  </a:moveTo>
                  <a:cubicBezTo>
                    <a:pt x="31909" y="30413"/>
                    <a:pt x="35028" y="32192"/>
                    <a:pt x="37243" y="34892"/>
                  </a:cubicBezTo>
                  <a:cubicBezTo>
                    <a:pt x="39505" y="37593"/>
                    <a:pt x="40648" y="40927"/>
                    <a:pt x="40648" y="44896"/>
                  </a:cubicBezTo>
                  <a:cubicBezTo>
                    <a:pt x="40648" y="50987"/>
                    <a:pt x="38552" y="55700"/>
                    <a:pt x="34361" y="59036"/>
                  </a:cubicBezTo>
                  <a:cubicBezTo>
                    <a:pt x="30170" y="62372"/>
                    <a:pt x="24217" y="64039"/>
                    <a:pt x="16502" y="64039"/>
                  </a:cubicBezTo>
                  <a:cubicBezTo>
                    <a:pt x="13906" y="64039"/>
                    <a:pt x="11216" y="63777"/>
                    <a:pt x="8477" y="63253"/>
                  </a:cubicBezTo>
                  <a:cubicBezTo>
                    <a:pt x="5739" y="62755"/>
                    <a:pt x="2929" y="61998"/>
                    <a:pt x="0" y="60979"/>
                  </a:cubicBezTo>
                  <a:lnTo>
                    <a:pt x="0" y="52916"/>
                  </a:lnTo>
                  <a:cubicBezTo>
                    <a:pt x="2310" y="54266"/>
                    <a:pt x="4858" y="55288"/>
                    <a:pt x="7596" y="55976"/>
                  </a:cubicBezTo>
                  <a:cubicBezTo>
                    <a:pt x="10358" y="56664"/>
                    <a:pt x="13240" y="57010"/>
                    <a:pt x="16240" y="57010"/>
                  </a:cubicBezTo>
                  <a:cubicBezTo>
                    <a:pt x="21479" y="57010"/>
                    <a:pt x="25455" y="55976"/>
                    <a:pt x="28194" y="53909"/>
                  </a:cubicBezTo>
                  <a:cubicBezTo>
                    <a:pt x="30956" y="51842"/>
                    <a:pt x="32337" y="48837"/>
                    <a:pt x="32337" y="44896"/>
                  </a:cubicBezTo>
                  <a:cubicBezTo>
                    <a:pt x="32337" y="41260"/>
                    <a:pt x="31051" y="38421"/>
                    <a:pt x="28480" y="36381"/>
                  </a:cubicBezTo>
                  <a:cubicBezTo>
                    <a:pt x="25932" y="34314"/>
                    <a:pt x="22407" y="33280"/>
                    <a:pt x="17859" y="33280"/>
                  </a:cubicBezTo>
                  <a:lnTo>
                    <a:pt x="10668" y="33280"/>
                  </a:lnTo>
                  <a:lnTo>
                    <a:pt x="10668" y="26418"/>
                  </a:lnTo>
                  <a:lnTo>
                    <a:pt x="18193" y="26418"/>
                  </a:lnTo>
                  <a:cubicBezTo>
                    <a:pt x="22312" y="26418"/>
                    <a:pt x="25455" y="25606"/>
                    <a:pt x="27622" y="23979"/>
                  </a:cubicBezTo>
                  <a:cubicBezTo>
                    <a:pt x="29789" y="22324"/>
                    <a:pt x="30885" y="19955"/>
                    <a:pt x="30885" y="16869"/>
                  </a:cubicBezTo>
                  <a:cubicBezTo>
                    <a:pt x="30885" y="13699"/>
                    <a:pt x="29742" y="11273"/>
                    <a:pt x="27479" y="9592"/>
                  </a:cubicBezTo>
                  <a:cubicBezTo>
                    <a:pt x="25265" y="7884"/>
                    <a:pt x="22050" y="7030"/>
                    <a:pt x="17859" y="7030"/>
                  </a:cubicBezTo>
                  <a:cubicBezTo>
                    <a:pt x="15573" y="7030"/>
                    <a:pt x="13121" y="7277"/>
                    <a:pt x="10501" y="7772"/>
                  </a:cubicBezTo>
                  <a:cubicBezTo>
                    <a:pt x="7882" y="8270"/>
                    <a:pt x="5001" y="9042"/>
                    <a:pt x="1857" y="10087"/>
                  </a:cubicBezTo>
                  <a:lnTo>
                    <a:pt x="1857" y="2646"/>
                  </a:lnTo>
                  <a:cubicBezTo>
                    <a:pt x="5024" y="1764"/>
                    <a:pt x="8001" y="1103"/>
                    <a:pt x="10739" y="662"/>
                  </a:cubicBezTo>
                  <a:cubicBezTo>
                    <a:pt x="13525" y="221"/>
                    <a:pt x="16145" y="0"/>
                    <a:pt x="18597" y="0"/>
                  </a:cubicBezTo>
                  <a:cubicBezTo>
                    <a:pt x="24932" y="0"/>
                    <a:pt x="29956" y="1448"/>
                    <a:pt x="33647" y="4341"/>
                  </a:cubicBezTo>
                  <a:cubicBezTo>
                    <a:pt x="37338" y="7208"/>
                    <a:pt x="39195" y="11094"/>
                    <a:pt x="39195" y="16000"/>
                  </a:cubicBezTo>
                  <a:cubicBezTo>
                    <a:pt x="39195" y="19417"/>
                    <a:pt x="38219" y="22312"/>
                    <a:pt x="36266" y="24682"/>
                  </a:cubicBezTo>
                  <a:cubicBezTo>
                    <a:pt x="34290" y="27025"/>
                    <a:pt x="31504" y="28651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E7F1C0AB-32AF-9452-C1C9-471B33311016}"/>
                </a:ext>
              </a:extLst>
            </p:cNvPr>
            <p:cNvSpPr/>
            <p:nvPr/>
          </p:nvSpPr>
          <p:spPr>
            <a:xfrm>
              <a:off x="4428120" y="2184156"/>
              <a:ext cx="44981" cy="61721"/>
            </a:xfrm>
            <a:custGeom>
              <a:avLst/>
              <a:gdLst>
                <a:gd name="connsiteX0" fmla="*/ 27861 w 44981"/>
                <a:gd name="connsiteY0" fmla="*/ 7277 h 61721"/>
                <a:gd name="connsiteX1" fmla="*/ 6787 w 44981"/>
                <a:gd name="connsiteY1" fmla="*/ 40224 h 61721"/>
                <a:gd name="connsiteX2" fmla="*/ 27861 w 44981"/>
                <a:gd name="connsiteY2" fmla="*/ 40224 h 61721"/>
                <a:gd name="connsiteX3" fmla="*/ 27861 w 44981"/>
                <a:gd name="connsiteY3" fmla="*/ 7277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4 h 61721"/>
                <a:gd name="connsiteX7" fmla="*/ 44982 w 44981"/>
                <a:gd name="connsiteY7" fmla="*/ 40224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10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7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1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64DFD4F3-A8A1-648F-94F6-F46A600FEA03}"/>
                </a:ext>
              </a:extLst>
            </p:cNvPr>
            <p:cNvSpPr/>
            <p:nvPr/>
          </p:nvSpPr>
          <p:spPr>
            <a:xfrm>
              <a:off x="4484794" y="2184156"/>
              <a:ext cx="39695" cy="61721"/>
            </a:xfrm>
            <a:custGeom>
              <a:avLst/>
              <a:gdLst>
                <a:gd name="connsiteX0" fmla="*/ 0 w 39695"/>
                <a:gd name="connsiteY0" fmla="*/ 0 h 61721"/>
                <a:gd name="connsiteX1" fmla="*/ 39696 w 39695"/>
                <a:gd name="connsiteY1" fmla="*/ 0 h 61721"/>
                <a:gd name="connsiteX2" fmla="*/ 39696 w 39695"/>
                <a:gd name="connsiteY2" fmla="*/ 3555 h 61721"/>
                <a:gd name="connsiteX3" fmla="*/ 17288 w 39695"/>
                <a:gd name="connsiteY3" fmla="*/ 61722 h 61721"/>
                <a:gd name="connsiteX4" fmla="*/ 8549 w 39695"/>
                <a:gd name="connsiteY4" fmla="*/ 61722 h 61721"/>
                <a:gd name="connsiteX5" fmla="*/ 29647 w 39695"/>
                <a:gd name="connsiteY5" fmla="*/ 7027 h 61721"/>
                <a:gd name="connsiteX6" fmla="*/ 0 w 39695"/>
                <a:gd name="connsiteY6" fmla="*/ 7027 h 61721"/>
                <a:gd name="connsiteX7" fmla="*/ 0 w 39695"/>
                <a:gd name="connsiteY7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695" h="61721">
                  <a:moveTo>
                    <a:pt x="0" y="0"/>
                  </a:moveTo>
                  <a:lnTo>
                    <a:pt x="39696" y="0"/>
                  </a:lnTo>
                  <a:lnTo>
                    <a:pt x="39696" y="3555"/>
                  </a:lnTo>
                  <a:lnTo>
                    <a:pt x="17288" y="61722"/>
                  </a:lnTo>
                  <a:lnTo>
                    <a:pt x="8549" y="61722"/>
                  </a:lnTo>
                  <a:lnTo>
                    <a:pt x="29647" y="7027"/>
                  </a:lnTo>
                  <a:lnTo>
                    <a:pt x="0" y="70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4" name="Freeform 143">
              <a:extLst>
                <a:ext uri="{FF2B5EF4-FFF2-40B4-BE49-F238E27FC236}">
                  <a16:creationId xmlns:a16="http://schemas.microsoft.com/office/drawing/2014/main" id="{BEB0122F-A08D-5D4D-5529-34A6F43EE042}"/>
                </a:ext>
              </a:extLst>
            </p:cNvPr>
            <p:cNvSpPr/>
            <p:nvPr/>
          </p:nvSpPr>
          <p:spPr>
            <a:xfrm>
              <a:off x="4537920" y="2183039"/>
              <a:ext cx="39195" cy="62838"/>
            </a:xfrm>
            <a:custGeom>
              <a:avLst/>
              <a:gdLst>
                <a:gd name="connsiteX0" fmla="*/ 10049 w 39195"/>
                <a:gd name="connsiteY0" fmla="*/ 55812 h 62838"/>
                <a:gd name="connsiteX1" fmla="*/ 39195 w 39195"/>
                <a:gd name="connsiteY1" fmla="*/ 55812 h 62838"/>
                <a:gd name="connsiteX2" fmla="*/ 39195 w 39195"/>
                <a:gd name="connsiteY2" fmla="*/ 62839 h 62838"/>
                <a:gd name="connsiteX3" fmla="*/ 0 w 39195"/>
                <a:gd name="connsiteY3" fmla="*/ 62839 h 62838"/>
                <a:gd name="connsiteX4" fmla="*/ 0 w 39195"/>
                <a:gd name="connsiteY4" fmla="*/ 55812 h 62838"/>
                <a:gd name="connsiteX5" fmla="*/ 12930 w 39195"/>
                <a:gd name="connsiteY5" fmla="*/ 42624 h 62838"/>
                <a:gd name="connsiteX6" fmla="*/ 23265 w 39195"/>
                <a:gd name="connsiteY6" fmla="*/ 31916 h 62838"/>
                <a:gd name="connsiteX7" fmla="*/ 28861 w 39195"/>
                <a:gd name="connsiteY7" fmla="*/ 24310 h 62838"/>
                <a:gd name="connsiteX8" fmla="*/ 30456 w 39195"/>
                <a:gd name="connsiteY8" fmla="*/ 18150 h 62838"/>
                <a:gd name="connsiteX9" fmla="*/ 27003 w 39195"/>
                <a:gd name="connsiteY9" fmla="*/ 10130 h 62838"/>
                <a:gd name="connsiteX10" fmla="*/ 18026 w 39195"/>
                <a:gd name="connsiteY10" fmla="*/ 7030 h 62838"/>
                <a:gd name="connsiteX11" fmla="*/ 9715 w 39195"/>
                <a:gd name="connsiteY11" fmla="*/ 8394 h 62838"/>
                <a:gd name="connsiteX12" fmla="*/ 405 w 39195"/>
                <a:gd name="connsiteY12" fmla="*/ 12528 h 62838"/>
                <a:gd name="connsiteX13" fmla="*/ 405 w 39195"/>
                <a:gd name="connsiteY13" fmla="*/ 4093 h 62838"/>
                <a:gd name="connsiteX14" fmla="*/ 9835 w 39195"/>
                <a:gd name="connsiteY14" fmla="*/ 1034 h 62838"/>
                <a:gd name="connsiteX15" fmla="*/ 17859 w 39195"/>
                <a:gd name="connsiteY15" fmla="*/ 0 h 62838"/>
                <a:gd name="connsiteX16" fmla="*/ 33147 w 39195"/>
                <a:gd name="connsiteY16" fmla="*/ 4796 h 62838"/>
                <a:gd name="connsiteX17" fmla="*/ 38862 w 39195"/>
                <a:gd name="connsiteY17" fmla="*/ 17612 h 62838"/>
                <a:gd name="connsiteX18" fmla="*/ 37409 w 39195"/>
                <a:gd name="connsiteY18" fmla="*/ 24846 h 62838"/>
                <a:gd name="connsiteX19" fmla="*/ 32242 w 39195"/>
                <a:gd name="connsiteY19" fmla="*/ 32866 h 62838"/>
                <a:gd name="connsiteX20" fmla="*/ 25670 w 39195"/>
                <a:gd name="connsiteY20" fmla="*/ 39812 h 62838"/>
                <a:gd name="connsiteX21" fmla="*/ 10049 w 39195"/>
                <a:gd name="connsiteY21" fmla="*/ 55812 h 62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195" h="62838">
                  <a:moveTo>
                    <a:pt x="10049" y="55812"/>
                  </a:moveTo>
                  <a:lnTo>
                    <a:pt x="39195" y="55812"/>
                  </a:lnTo>
                  <a:lnTo>
                    <a:pt x="39195" y="62839"/>
                  </a:lnTo>
                  <a:lnTo>
                    <a:pt x="0" y="62839"/>
                  </a:lnTo>
                  <a:lnTo>
                    <a:pt x="0" y="55812"/>
                  </a:lnTo>
                  <a:cubicBezTo>
                    <a:pt x="3167" y="52533"/>
                    <a:pt x="7477" y="48137"/>
                    <a:pt x="12930" y="42624"/>
                  </a:cubicBezTo>
                  <a:cubicBezTo>
                    <a:pt x="18431" y="37083"/>
                    <a:pt x="21860" y="33514"/>
                    <a:pt x="23265" y="31916"/>
                  </a:cubicBezTo>
                  <a:cubicBezTo>
                    <a:pt x="25955" y="28913"/>
                    <a:pt x="27813" y="26377"/>
                    <a:pt x="28861" y="24310"/>
                  </a:cubicBezTo>
                  <a:cubicBezTo>
                    <a:pt x="29932" y="22215"/>
                    <a:pt x="30456" y="20162"/>
                    <a:pt x="30456" y="18150"/>
                  </a:cubicBezTo>
                  <a:cubicBezTo>
                    <a:pt x="30456" y="14871"/>
                    <a:pt x="29313" y="12197"/>
                    <a:pt x="27003" y="10130"/>
                  </a:cubicBezTo>
                  <a:cubicBezTo>
                    <a:pt x="24717" y="8063"/>
                    <a:pt x="21717" y="7030"/>
                    <a:pt x="18026" y="7030"/>
                  </a:cubicBezTo>
                  <a:cubicBezTo>
                    <a:pt x="15407" y="7030"/>
                    <a:pt x="12644" y="7484"/>
                    <a:pt x="9715" y="8394"/>
                  </a:cubicBezTo>
                  <a:cubicBezTo>
                    <a:pt x="6834" y="9304"/>
                    <a:pt x="3715" y="10682"/>
                    <a:pt x="405" y="12528"/>
                  </a:cubicBezTo>
                  <a:lnTo>
                    <a:pt x="405" y="4093"/>
                  </a:lnTo>
                  <a:cubicBezTo>
                    <a:pt x="3762" y="2743"/>
                    <a:pt x="6905" y="1722"/>
                    <a:pt x="9835" y="1034"/>
                  </a:cubicBezTo>
                  <a:cubicBezTo>
                    <a:pt x="12763" y="345"/>
                    <a:pt x="15430" y="0"/>
                    <a:pt x="17859" y="0"/>
                  </a:cubicBezTo>
                  <a:cubicBezTo>
                    <a:pt x="24265" y="0"/>
                    <a:pt x="29361" y="1598"/>
                    <a:pt x="33147" y="4796"/>
                  </a:cubicBezTo>
                  <a:cubicBezTo>
                    <a:pt x="36957" y="7994"/>
                    <a:pt x="38862" y="12266"/>
                    <a:pt x="38862" y="17612"/>
                  </a:cubicBezTo>
                  <a:cubicBezTo>
                    <a:pt x="38862" y="20148"/>
                    <a:pt x="38386" y="22558"/>
                    <a:pt x="37409" y="24846"/>
                  </a:cubicBezTo>
                  <a:cubicBezTo>
                    <a:pt x="36481" y="27106"/>
                    <a:pt x="34742" y="29780"/>
                    <a:pt x="32242" y="32866"/>
                  </a:cubicBezTo>
                  <a:cubicBezTo>
                    <a:pt x="31552" y="33666"/>
                    <a:pt x="29361" y="35981"/>
                    <a:pt x="25670" y="39812"/>
                  </a:cubicBezTo>
                  <a:cubicBezTo>
                    <a:pt x="21979" y="43615"/>
                    <a:pt x="16764" y="48949"/>
                    <a:pt x="10049" y="55812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7A5B609D-5903-DC2F-ED5D-4A422DBCF46A}"/>
              </a:ext>
            </a:extLst>
          </p:cNvPr>
          <p:cNvGrpSpPr/>
          <p:nvPr/>
        </p:nvGrpSpPr>
        <p:grpSpPr>
          <a:xfrm>
            <a:off x="3869443" y="1630096"/>
            <a:ext cx="429910" cy="969934"/>
            <a:chOff x="3852120" y="1245082"/>
            <a:chExt cx="429910" cy="969934"/>
          </a:xfrm>
        </p:grpSpPr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00545C3-C236-6FB7-6F7B-0E143A6CA603}"/>
                </a:ext>
              </a:extLst>
            </p:cNvPr>
            <p:cNvSpPr/>
            <p:nvPr/>
          </p:nvSpPr>
          <p:spPr>
            <a:xfrm>
              <a:off x="3852120" y="1245082"/>
              <a:ext cx="429910" cy="969934"/>
            </a:xfrm>
            <a:custGeom>
              <a:avLst/>
              <a:gdLst>
                <a:gd name="connsiteX0" fmla="*/ 0 w 429910"/>
                <a:gd name="connsiteY0" fmla="*/ 969935 h 969934"/>
                <a:gd name="connsiteX1" fmla="*/ 429911 w 429910"/>
                <a:gd name="connsiteY1" fmla="*/ 969935 h 969934"/>
                <a:gd name="connsiteX2" fmla="*/ 429911 w 429910"/>
                <a:gd name="connsiteY2" fmla="*/ 0 h 969934"/>
                <a:gd name="connsiteX3" fmla="*/ 0 w 429910"/>
                <a:gd name="connsiteY3" fmla="*/ 0 h 969934"/>
                <a:gd name="connsiteX4" fmla="*/ 0 w 429910"/>
                <a:gd name="connsiteY4" fmla="*/ 969935 h 969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969934">
                  <a:moveTo>
                    <a:pt x="0" y="969935"/>
                  </a:moveTo>
                  <a:lnTo>
                    <a:pt x="429911" y="969935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969935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5" name="Freeform 144">
              <a:extLst>
                <a:ext uri="{FF2B5EF4-FFF2-40B4-BE49-F238E27FC236}">
                  <a16:creationId xmlns:a16="http://schemas.microsoft.com/office/drawing/2014/main" id="{48AFDBF6-CBF7-1953-C8D9-5DD366FC3302}"/>
                </a:ext>
              </a:extLst>
            </p:cNvPr>
            <p:cNvSpPr/>
            <p:nvPr/>
          </p:nvSpPr>
          <p:spPr>
            <a:xfrm>
              <a:off x="4000400" y="1655435"/>
              <a:ext cx="133326" cy="149421"/>
            </a:xfrm>
            <a:custGeom>
              <a:avLst/>
              <a:gdLst>
                <a:gd name="connsiteX0" fmla="*/ 66770 w 133326"/>
                <a:gd name="connsiteY0" fmla="*/ 15821 h 149421"/>
                <a:gd name="connsiteX1" fmla="*/ 33004 w 133326"/>
                <a:gd name="connsiteY1" fmla="*/ 31640 h 149421"/>
                <a:gd name="connsiteX2" fmla="*/ 20550 w 133326"/>
                <a:gd name="connsiteY2" fmla="*/ 74759 h 149421"/>
                <a:gd name="connsiteX3" fmla="*/ 33004 w 133326"/>
                <a:gd name="connsiteY3" fmla="*/ 117781 h 149421"/>
                <a:gd name="connsiteX4" fmla="*/ 66770 w 133326"/>
                <a:gd name="connsiteY4" fmla="*/ 133600 h 149421"/>
                <a:gd name="connsiteX5" fmla="*/ 100322 w 133326"/>
                <a:gd name="connsiteY5" fmla="*/ 117781 h 149421"/>
                <a:gd name="connsiteX6" fmla="*/ 112776 w 133326"/>
                <a:gd name="connsiteY6" fmla="*/ 74759 h 149421"/>
                <a:gd name="connsiteX7" fmla="*/ 100322 w 133326"/>
                <a:gd name="connsiteY7" fmla="*/ 31640 h 149421"/>
                <a:gd name="connsiteX8" fmla="*/ 66770 w 133326"/>
                <a:gd name="connsiteY8" fmla="*/ 15821 h 149421"/>
                <a:gd name="connsiteX9" fmla="*/ 66770 w 133326"/>
                <a:gd name="connsiteY9" fmla="*/ 0 h 149421"/>
                <a:gd name="connsiteX10" fmla="*/ 115181 w 133326"/>
                <a:gd name="connsiteY10" fmla="*/ 20355 h 149421"/>
                <a:gd name="connsiteX11" fmla="*/ 133326 w 133326"/>
                <a:gd name="connsiteY11" fmla="*/ 74759 h 149421"/>
                <a:gd name="connsiteX12" fmla="*/ 115181 w 133326"/>
                <a:gd name="connsiteY12" fmla="*/ 129164 h 149421"/>
                <a:gd name="connsiteX13" fmla="*/ 66770 w 133326"/>
                <a:gd name="connsiteY13" fmla="*/ 149421 h 149421"/>
                <a:gd name="connsiteX14" fmla="*/ 18145 w 133326"/>
                <a:gd name="connsiteY14" fmla="*/ 129164 h 149421"/>
                <a:gd name="connsiteX15" fmla="*/ 0 w 133326"/>
                <a:gd name="connsiteY15" fmla="*/ 74759 h 149421"/>
                <a:gd name="connsiteX16" fmla="*/ 18145 w 133326"/>
                <a:gd name="connsiteY16" fmla="*/ 20355 h 149421"/>
                <a:gd name="connsiteX17" fmla="*/ 66770 w 133326"/>
                <a:gd name="connsiteY17" fmla="*/ 0 h 149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3326" h="149421">
                  <a:moveTo>
                    <a:pt x="66770" y="15821"/>
                  </a:moveTo>
                  <a:cubicBezTo>
                    <a:pt x="52602" y="15821"/>
                    <a:pt x="41362" y="21093"/>
                    <a:pt x="33004" y="31640"/>
                  </a:cubicBezTo>
                  <a:cubicBezTo>
                    <a:pt x="24694" y="42186"/>
                    <a:pt x="20550" y="56559"/>
                    <a:pt x="20550" y="74759"/>
                  </a:cubicBezTo>
                  <a:cubicBezTo>
                    <a:pt x="20550" y="92895"/>
                    <a:pt x="24694" y="107235"/>
                    <a:pt x="33004" y="117781"/>
                  </a:cubicBezTo>
                  <a:cubicBezTo>
                    <a:pt x="41362" y="128328"/>
                    <a:pt x="52602" y="133600"/>
                    <a:pt x="66770" y="133600"/>
                  </a:cubicBezTo>
                  <a:cubicBezTo>
                    <a:pt x="80915" y="133600"/>
                    <a:pt x="92107" y="128328"/>
                    <a:pt x="100322" y="117781"/>
                  </a:cubicBezTo>
                  <a:cubicBezTo>
                    <a:pt x="108633" y="107235"/>
                    <a:pt x="112776" y="92895"/>
                    <a:pt x="112776" y="74759"/>
                  </a:cubicBezTo>
                  <a:cubicBezTo>
                    <a:pt x="112776" y="56559"/>
                    <a:pt x="108633" y="42186"/>
                    <a:pt x="100322" y="31640"/>
                  </a:cubicBezTo>
                  <a:cubicBezTo>
                    <a:pt x="92107" y="21093"/>
                    <a:pt x="80915" y="15821"/>
                    <a:pt x="66770" y="15821"/>
                  </a:cubicBezTo>
                  <a:moveTo>
                    <a:pt x="66770" y="0"/>
                  </a:moveTo>
                  <a:cubicBezTo>
                    <a:pt x="86963" y="0"/>
                    <a:pt x="103108" y="6784"/>
                    <a:pt x="115181" y="20355"/>
                  </a:cubicBezTo>
                  <a:cubicBezTo>
                    <a:pt x="127278" y="33859"/>
                    <a:pt x="133326" y="51995"/>
                    <a:pt x="133326" y="74759"/>
                  </a:cubicBezTo>
                  <a:cubicBezTo>
                    <a:pt x="133326" y="97460"/>
                    <a:pt x="127278" y="115595"/>
                    <a:pt x="115181" y="129164"/>
                  </a:cubicBezTo>
                  <a:cubicBezTo>
                    <a:pt x="103108" y="142668"/>
                    <a:pt x="86963" y="149421"/>
                    <a:pt x="66770" y="149421"/>
                  </a:cubicBezTo>
                  <a:cubicBezTo>
                    <a:pt x="46506" y="149421"/>
                    <a:pt x="30313" y="142668"/>
                    <a:pt x="18145" y="129164"/>
                  </a:cubicBezTo>
                  <a:cubicBezTo>
                    <a:pt x="6048" y="115660"/>
                    <a:pt x="0" y="97524"/>
                    <a:pt x="0" y="74759"/>
                  </a:cubicBezTo>
                  <a:cubicBezTo>
                    <a:pt x="0" y="51995"/>
                    <a:pt x="6048" y="33859"/>
                    <a:pt x="18145" y="20355"/>
                  </a:cubicBezTo>
                  <a:cubicBezTo>
                    <a:pt x="30313" y="6784"/>
                    <a:pt x="46506" y="0"/>
                    <a:pt x="66770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9381A2AB-22BF-58F1-CE40-FD2B9A0861C1}"/>
              </a:ext>
            </a:extLst>
          </p:cNvPr>
          <p:cNvGrpSpPr/>
          <p:nvPr/>
        </p:nvGrpSpPr>
        <p:grpSpPr>
          <a:xfrm>
            <a:off x="4335483" y="1598119"/>
            <a:ext cx="230862" cy="64037"/>
            <a:chOff x="4294913" y="1213105"/>
            <a:chExt cx="230862" cy="64037"/>
          </a:xfrm>
        </p:grpSpPr>
        <p:sp>
          <p:nvSpPr>
            <p:cNvPr id="146" name="Freeform 145">
              <a:extLst>
                <a:ext uri="{FF2B5EF4-FFF2-40B4-BE49-F238E27FC236}">
                  <a16:creationId xmlns:a16="http://schemas.microsoft.com/office/drawing/2014/main" id="{C89E5A1B-4556-F0CD-D719-E7C81366DE5C}"/>
                </a:ext>
              </a:extLst>
            </p:cNvPr>
            <p:cNvSpPr/>
            <p:nvPr/>
          </p:nvSpPr>
          <p:spPr>
            <a:xfrm>
              <a:off x="4294913" y="1213105"/>
              <a:ext cx="42672" cy="64037"/>
            </a:xfrm>
            <a:custGeom>
              <a:avLst/>
              <a:gdLst>
                <a:gd name="connsiteX0" fmla="*/ 21336 w 42672"/>
                <a:gd name="connsiteY0" fmla="*/ 6615 h 64037"/>
                <a:gd name="connsiteX1" fmla="*/ 11621 w 42672"/>
                <a:gd name="connsiteY1" fmla="*/ 12981 h 64037"/>
                <a:gd name="connsiteX2" fmla="*/ 8406 w 42672"/>
                <a:gd name="connsiteY2" fmla="*/ 32039 h 64037"/>
                <a:gd name="connsiteX3" fmla="*/ 11621 w 42672"/>
                <a:gd name="connsiteY3" fmla="*/ 51097 h 64037"/>
                <a:gd name="connsiteX4" fmla="*/ 21336 w 42672"/>
                <a:gd name="connsiteY4" fmla="*/ 57423 h 64037"/>
                <a:gd name="connsiteX5" fmla="*/ 31052 w 42672"/>
                <a:gd name="connsiteY5" fmla="*/ 51097 h 64037"/>
                <a:gd name="connsiteX6" fmla="*/ 34314 w 42672"/>
                <a:gd name="connsiteY6" fmla="*/ 32039 h 64037"/>
                <a:gd name="connsiteX7" fmla="*/ 31052 w 42672"/>
                <a:gd name="connsiteY7" fmla="*/ 12981 h 64037"/>
                <a:gd name="connsiteX8" fmla="*/ 21336 w 42672"/>
                <a:gd name="connsiteY8" fmla="*/ 6615 h 64037"/>
                <a:gd name="connsiteX9" fmla="*/ 21336 w 42672"/>
                <a:gd name="connsiteY9" fmla="*/ 0 h 64037"/>
                <a:gd name="connsiteX10" fmla="*/ 37171 w 42672"/>
                <a:gd name="connsiteY10" fmla="*/ 8227 h 64037"/>
                <a:gd name="connsiteX11" fmla="*/ 42672 w 42672"/>
                <a:gd name="connsiteY11" fmla="*/ 32039 h 64037"/>
                <a:gd name="connsiteX12" fmla="*/ 37171 w 42672"/>
                <a:gd name="connsiteY12" fmla="*/ 55852 h 64037"/>
                <a:gd name="connsiteX13" fmla="*/ 21336 w 42672"/>
                <a:gd name="connsiteY13" fmla="*/ 64038 h 64037"/>
                <a:gd name="connsiteX14" fmla="*/ 5453 w 42672"/>
                <a:gd name="connsiteY14" fmla="*/ 55852 h 64037"/>
                <a:gd name="connsiteX15" fmla="*/ 0 w 42672"/>
                <a:gd name="connsiteY15" fmla="*/ 32039 h 64037"/>
                <a:gd name="connsiteX16" fmla="*/ 5453 w 42672"/>
                <a:gd name="connsiteY16" fmla="*/ 8227 h 64037"/>
                <a:gd name="connsiteX17" fmla="*/ 21336 w 42672"/>
                <a:gd name="connsiteY17" fmla="*/ 0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7">
                  <a:moveTo>
                    <a:pt x="21336" y="6615"/>
                  </a:moveTo>
                  <a:cubicBezTo>
                    <a:pt x="17026" y="6615"/>
                    <a:pt x="13788" y="8737"/>
                    <a:pt x="11621" y="12981"/>
                  </a:cubicBezTo>
                  <a:cubicBezTo>
                    <a:pt x="9477" y="17198"/>
                    <a:pt x="8406" y="23551"/>
                    <a:pt x="8406" y="32039"/>
                  </a:cubicBezTo>
                  <a:cubicBezTo>
                    <a:pt x="8406" y="40501"/>
                    <a:pt x="9477" y="46853"/>
                    <a:pt x="11621" y="51097"/>
                  </a:cubicBezTo>
                  <a:cubicBezTo>
                    <a:pt x="13788" y="55314"/>
                    <a:pt x="17026" y="57423"/>
                    <a:pt x="21336" y="57423"/>
                  </a:cubicBezTo>
                  <a:cubicBezTo>
                    <a:pt x="25670" y="57423"/>
                    <a:pt x="28908" y="55314"/>
                    <a:pt x="31052" y="51097"/>
                  </a:cubicBezTo>
                  <a:cubicBezTo>
                    <a:pt x="33218" y="46853"/>
                    <a:pt x="34314" y="40501"/>
                    <a:pt x="34314" y="32039"/>
                  </a:cubicBezTo>
                  <a:cubicBezTo>
                    <a:pt x="34314" y="23551"/>
                    <a:pt x="33218" y="17198"/>
                    <a:pt x="31052" y="12981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2"/>
                    <a:pt x="37171" y="8227"/>
                  </a:cubicBezTo>
                  <a:cubicBezTo>
                    <a:pt x="40838" y="13684"/>
                    <a:pt x="42672" y="21622"/>
                    <a:pt x="42672" y="32039"/>
                  </a:cubicBezTo>
                  <a:cubicBezTo>
                    <a:pt x="42672" y="42430"/>
                    <a:pt x="40838" y="50367"/>
                    <a:pt x="37171" y="55852"/>
                  </a:cubicBezTo>
                  <a:cubicBezTo>
                    <a:pt x="33528" y="61309"/>
                    <a:pt x="28265" y="64038"/>
                    <a:pt x="21336" y="64038"/>
                  </a:cubicBezTo>
                  <a:cubicBezTo>
                    <a:pt x="14407" y="64038"/>
                    <a:pt x="9120" y="61309"/>
                    <a:pt x="5453" y="55852"/>
                  </a:cubicBezTo>
                  <a:cubicBezTo>
                    <a:pt x="1810" y="50367"/>
                    <a:pt x="0" y="42430"/>
                    <a:pt x="0" y="32039"/>
                  </a:cubicBezTo>
                  <a:cubicBezTo>
                    <a:pt x="0" y="21622"/>
                    <a:pt x="1810" y="13684"/>
                    <a:pt x="5453" y="8227"/>
                  </a:cubicBezTo>
                  <a:cubicBezTo>
                    <a:pt x="9120" y="2742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7" name="Freeform 146">
              <a:extLst>
                <a:ext uri="{FF2B5EF4-FFF2-40B4-BE49-F238E27FC236}">
                  <a16:creationId xmlns:a16="http://schemas.microsoft.com/office/drawing/2014/main" id="{7D714341-8D51-8C9A-622D-3E1CA0DDAA78}"/>
                </a:ext>
              </a:extLst>
            </p:cNvPr>
            <p:cNvSpPr/>
            <p:nvPr/>
          </p:nvSpPr>
          <p:spPr>
            <a:xfrm>
              <a:off x="4352253" y="1265442"/>
              <a:ext cx="8715" cy="10499"/>
            </a:xfrm>
            <a:custGeom>
              <a:avLst/>
              <a:gdLst>
                <a:gd name="connsiteX0" fmla="*/ 0 w 8715"/>
                <a:gd name="connsiteY0" fmla="*/ 0 h 10499"/>
                <a:gd name="connsiteX1" fmla="*/ 8715 w 8715"/>
                <a:gd name="connsiteY1" fmla="*/ 0 h 10499"/>
                <a:gd name="connsiteX2" fmla="*/ 8715 w 8715"/>
                <a:gd name="connsiteY2" fmla="*/ 10500 h 10499"/>
                <a:gd name="connsiteX3" fmla="*/ 0 w 8715"/>
                <a:gd name="connsiteY3" fmla="*/ 10500 h 10499"/>
                <a:gd name="connsiteX4" fmla="*/ 0 w 8715"/>
                <a:gd name="connsiteY4" fmla="*/ 0 h 1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499">
                  <a:moveTo>
                    <a:pt x="0" y="0"/>
                  </a:moveTo>
                  <a:lnTo>
                    <a:pt x="8715" y="0"/>
                  </a:lnTo>
                  <a:lnTo>
                    <a:pt x="8715" y="10500"/>
                  </a:lnTo>
                  <a:lnTo>
                    <a:pt x="0" y="1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8" name="Freeform 147">
              <a:extLst>
                <a:ext uri="{FF2B5EF4-FFF2-40B4-BE49-F238E27FC236}">
                  <a16:creationId xmlns:a16="http://schemas.microsoft.com/office/drawing/2014/main" id="{F4FA5302-4C8A-F3B2-A9E3-D4DF2BF0EC0F}"/>
                </a:ext>
              </a:extLst>
            </p:cNvPr>
            <p:cNvSpPr/>
            <p:nvPr/>
          </p:nvSpPr>
          <p:spPr>
            <a:xfrm>
              <a:off x="4376566" y="1213105"/>
              <a:ext cx="40647" cy="64037"/>
            </a:xfrm>
            <a:custGeom>
              <a:avLst/>
              <a:gdLst>
                <a:gd name="connsiteX0" fmla="*/ 27908 w 40647"/>
                <a:gd name="connsiteY0" fmla="*/ 29559 h 64037"/>
                <a:gd name="connsiteX1" fmla="*/ 37243 w 40647"/>
                <a:gd name="connsiteY1" fmla="*/ 34892 h 64037"/>
                <a:gd name="connsiteX2" fmla="*/ 40648 w 40647"/>
                <a:gd name="connsiteY2" fmla="*/ 44896 h 64037"/>
                <a:gd name="connsiteX3" fmla="*/ 34361 w 40647"/>
                <a:gd name="connsiteY3" fmla="*/ 59035 h 64037"/>
                <a:gd name="connsiteX4" fmla="*/ 16502 w 40647"/>
                <a:gd name="connsiteY4" fmla="*/ 64038 h 64037"/>
                <a:gd name="connsiteX5" fmla="*/ 8477 w 40647"/>
                <a:gd name="connsiteY5" fmla="*/ 63252 h 64037"/>
                <a:gd name="connsiteX6" fmla="*/ 0 w 40647"/>
                <a:gd name="connsiteY6" fmla="*/ 60978 h 64037"/>
                <a:gd name="connsiteX7" fmla="*/ 0 w 40647"/>
                <a:gd name="connsiteY7" fmla="*/ 52916 h 64037"/>
                <a:gd name="connsiteX8" fmla="*/ 7596 w 40647"/>
                <a:gd name="connsiteY8" fmla="*/ 55976 h 64037"/>
                <a:gd name="connsiteX9" fmla="*/ 16240 w 40647"/>
                <a:gd name="connsiteY9" fmla="*/ 57009 h 64037"/>
                <a:gd name="connsiteX10" fmla="*/ 28194 w 40647"/>
                <a:gd name="connsiteY10" fmla="*/ 53909 h 64037"/>
                <a:gd name="connsiteX11" fmla="*/ 32337 w 40647"/>
                <a:gd name="connsiteY11" fmla="*/ 44896 h 64037"/>
                <a:gd name="connsiteX12" fmla="*/ 28480 w 40647"/>
                <a:gd name="connsiteY12" fmla="*/ 36380 h 64037"/>
                <a:gd name="connsiteX13" fmla="*/ 17859 w 40647"/>
                <a:gd name="connsiteY13" fmla="*/ 33279 h 64037"/>
                <a:gd name="connsiteX14" fmla="*/ 10668 w 40647"/>
                <a:gd name="connsiteY14" fmla="*/ 33279 h 64037"/>
                <a:gd name="connsiteX15" fmla="*/ 10668 w 40647"/>
                <a:gd name="connsiteY15" fmla="*/ 26417 h 64037"/>
                <a:gd name="connsiteX16" fmla="*/ 18193 w 40647"/>
                <a:gd name="connsiteY16" fmla="*/ 26417 h 64037"/>
                <a:gd name="connsiteX17" fmla="*/ 27622 w 40647"/>
                <a:gd name="connsiteY17" fmla="*/ 23978 h 64037"/>
                <a:gd name="connsiteX18" fmla="*/ 30885 w 40647"/>
                <a:gd name="connsiteY18" fmla="*/ 16867 h 64037"/>
                <a:gd name="connsiteX19" fmla="*/ 27479 w 40647"/>
                <a:gd name="connsiteY19" fmla="*/ 9591 h 64037"/>
                <a:gd name="connsiteX20" fmla="*/ 17859 w 40647"/>
                <a:gd name="connsiteY20" fmla="*/ 7028 h 64037"/>
                <a:gd name="connsiteX21" fmla="*/ 10501 w 40647"/>
                <a:gd name="connsiteY21" fmla="*/ 7772 h 64037"/>
                <a:gd name="connsiteX22" fmla="*/ 1857 w 40647"/>
                <a:gd name="connsiteY22" fmla="*/ 10087 h 64037"/>
                <a:gd name="connsiteX23" fmla="*/ 1857 w 40647"/>
                <a:gd name="connsiteY23" fmla="*/ 2646 h 64037"/>
                <a:gd name="connsiteX24" fmla="*/ 10739 w 40647"/>
                <a:gd name="connsiteY24" fmla="*/ 662 h 64037"/>
                <a:gd name="connsiteX25" fmla="*/ 18597 w 40647"/>
                <a:gd name="connsiteY25" fmla="*/ 0 h 64037"/>
                <a:gd name="connsiteX26" fmla="*/ 33647 w 40647"/>
                <a:gd name="connsiteY26" fmla="*/ 4341 h 64037"/>
                <a:gd name="connsiteX27" fmla="*/ 39195 w 40647"/>
                <a:gd name="connsiteY27" fmla="*/ 15999 h 64037"/>
                <a:gd name="connsiteX28" fmla="*/ 36266 w 40647"/>
                <a:gd name="connsiteY28" fmla="*/ 24681 h 64037"/>
                <a:gd name="connsiteX29" fmla="*/ 27908 w 40647"/>
                <a:gd name="connsiteY29" fmla="*/ 29559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37">
                  <a:moveTo>
                    <a:pt x="27908" y="29559"/>
                  </a:moveTo>
                  <a:cubicBezTo>
                    <a:pt x="31909" y="30413"/>
                    <a:pt x="35028" y="32191"/>
                    <a:pt x="37243" y="34892"/>
                  </a:cubicBezTo>
                  <a:cubicBezTo>
                    <a:pt x="39505" y="37593"/>
                    <a:pt x="40648" y="40928"/>
                    <a:pt x="40648" y="44896"/>
                  </a:cubicBezTo>
                  <a:cubicBezTo>
                    <a:pt x="40648" y="50987"/>
                    <a:pt x="38552" y="55700"/>
                    <a:pt x="34361" y="59035"/>
                  </a:cubicBezTo>
                  <a:cubicBezTo>
                    <a:pt x="30170" y="62371"/>
                    <a:pt x="24217" y="64038"/>
                    <a:pt x="16502" y="64038"/>
                  </a:cubicBezTo>
                  <a:cubicBezTo>
                    <a:pt x="13906" y="64038"/>
                    <a:pt x="11216" y="63776"/>
                    <a:pt x="8477" y="63252"/>
                  </a:cubicBezTo>
                  <a:cubicBezTo>
                    <a:pt x="5739" y="62754"/>
                    <a:pt x="2929" y="61997"/>
                    <a:pt x="0" y="60978"/>
                  </a:cubicBezTo>
                  <a:lnTo>
                    <a:pt x="0" y="52916"/>
                  </a:lnTo>
                  <a:cubicBezTo>
                    <a:pt x="2310" y="54267"/>
                    <a:pt x="4858" y="55287"/>
                    <a:pt x="7596" y="55976"/>
                  </a:cubicBezTo>
                  <a:cubicBezTo>
                    <a:pt x="10358" y="56665"/>
                    <a:pt x="13240" y="57009"/>
                    <a:pt x="16240" y="57009"/>
                  </a:cubicBezTo>
                  <a:cubicBezTo>
                    <a:pt x="21479" y="57009"/>
                    <a:pt x="25455" y="55976"/>
                    <a:pt x="28194" y="53909"/>
                  </a:cubicBezTo>
                  <a:cubicBezTo>
                    <a:pt x="30956" y="51841"/>
                    <a:pt x="32337" y="48838"/>
                    <a:pt x="32337" y="44896"/>
                  </a:cubicBezTo>
                  <a:cubicBezTo>
                    <a:pt x="32337" y="41258"/>
                    <a:pt x="31051" y="38420"/>
                    <a:pt x="28480" y="36380"/>
                  </a:cubicBezTo>
                  <a:cubicBezTo>
                    <a:pt x="25932" y="34313"/>
                    <a:pt x="22407" y="33279"/>
                    <a:pt x="17859" y="33279"/>
                  </a:cubicBezTo>
                  <a:lnTo>
                    <a:pt x="10668" y="33279"/>
                  </a:lnTo>
                  <a:lnTo>
                    <a:pt x="10668" y="26417"/>
                  </a:lnTo>
                  <a:lnTo>
                    <a:pt x="18193" y="26417"/>
                  </a:lnTo>
                  <a:cubicBezTo>
                    <a:pt x="22312" y="26417"/>
                    <a:pt x="25455" y="25604"/>
                    <a:pt x="27622" y="23978"/>
                  </a:cubicBezTo>
                  <a:cubicBezTo>
                    <a:pt x="29789" y="22324"/>
                    <a:pt x="30885" y="19954"/>
                    <a:pt x="30885" y="16867"/>
                  </a:cubicBezTo>
                  <a:cubicBezTo>
                    <a:pt x="30885" y="13698"/>
                    <a:pt x="29742" y="11272"/>
                    <a:pt x="27479" y="9591"/>
                  </a:cubicBezTo>
                  <a:cubicBezTo>
                    <a:pt x="25265" y="7882"/>
                    <a:pt x="22050" y="7028"/>
                    <a:pt x="17859" y="7028"/>
                  </a:cubicBezTo>
                  <a:cubicBezTo>
                    <a:pt x="15573" y="7028"/>
                    <a:pt x="13121" y="7276"/>
                    <a:pt x="10501" y="7772"/>
                  </a:cubicBezTo>
                  <a:cubicBezTo>
                    <a:pt x="7882" y="8268"/>
                    <a:pt x="5001" y="9040"/>
                    <a:pt x="1857" y="10087"/>
                  </a:cubicBezTo>
                  <a:lnTo>
                    <a:pt x="1857" y="2646"/>
                  </a:lnTo>
                  <a:cubicBezTo>
                    <a:pt x="5024" y="1764"/>
                    <a:pt x="8001" y="1103"/>
                    <a:pt x="10739" y="662"/>
                  </a:cubicBezTo>
                  <a:cubicBezTo>
                    <a:pt x="13525" y="220"/>
                    <a:pt x="16145" y="0"/>
                    <a:pt x="18597" y="0"/>
                  </a:cubicBezTo>
                  <a:cubicBezTo>
                    <a:pt x="24932" y="0"/>
                    <a:pt x="29956" y="1447"/>
                    <a:pt x="33647" y="4341"/>
                  </a:cubicBezTo>
                  <a:cubicBezTo>
                    <a:pt x="37338" y="7207"/>
                    <a:pt x="39195" y="11093"/>
                    <a:pt x="39195" y="15999"/>
                  </a:cubicBezTo>
                  <a:cubicBezTo>
                    <a:pt x="39195" y="19416"/>
                    <a:pt x="38219" y="22310"/>
                    <a:pt x="36266" y="24681"/>
                  </a:cubicBezTo>
                  <a:cubicBezTo>
                    <a:pt x="34290" y="27023"/>
                    <a:pt x="31504" y="28649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49" name="Freeform 148">
              <a:extLst>
                <a:ext uri="{FF2B5EF4-FFF2-40B4-BE49-F238E27FC236}">
                  <a16:creationId xmlns:a16="http://schemas.microsoft.com/office/drawing/2014/main" id="{F5C1B811-664F-0C84-5014-037023E0683C}"/>
                </a:ext>
              </a:extLst>
            </p:cNvPr>
            <p:cNvSpPr/>
            <p:nvPr/>
          </p:nvSpPr>
          <p:spPr>
            <a:xfrm>
              <a:off x="4428120" y="1214221"/>
              <a:ext cx="44981" cy="61721"/>
            </a:xfrm>
            <a:custGeom>
              <a:avLst/>
              <a:gdLst>
                <a:gd name="connsiteX0" fmla="*/ 27861 w 44981"/>
                <a:gd name="connsiteY0" fmla="*/ 7276 h 61721"/>
                <a:gd name="connsiteX1" fmla="*/ 6787 w 44981"/>
                <a:gd name="connsiteY1" fmla="*/ 40225 h 61721"/>
                <a:gd name="connsiteX2" fmla="*/ 27861 w 44981"/>
                <a:gd name="connsiteY2" fmla="*/ 40225 h 61721"/>
                <a:gd name="connsiteX3" fmla="*/ 27861 w 44981"/>
                <a:gd name="connsiteY3" fmla="*/ 727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5 h 61721"/>
                <a:gd name="connsiteX7" fmla="*/ 44982 w 44981"/>
                <a:gd name="connsiteY7" fmla="*/ 40225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1 h 61721"/>
                <a:gd name="connsiteX11" fmla="*/ 27861 w 44981"/>
                <a:gd name="connsiteY11" fmla="*/ 61721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08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6"/>
                  </a:moveTo>
                  <a:lnTo>
                    <a:pt x="6787" y="40225"/>
                  </a:lnTo>
                  <a:lnTo>
                    <a:pt x="27861" y="40225"/>
                  </a:lnTo>
                  <a:lnTo>
                    <a:pt x="27861" y="727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5"/>
                  </a:lnTo>
                  <a:lnTo>
                    <a:pt x="44982" y="40225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1"/>
                  </a:lnTo>
                  <a:lnTo>
                    <a:pt x="27861" y="61721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8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0" name="Freeform 149">
              <a:extLst>
                <a:ext uri="{FF2B5EF4-FFF2-40B4-BE49-F238E27FC236}">
                  <a16:creationId xmlns:a16="http://schemas.microsoft.com/office/drawing/2014/main" id="{F5BE88CD-3267-A9D5-54C0-43CC587CDA76}"/>
                </a:ext>
              </a:extLst>
            </p:cNvPr>
            <p:cNvSpPr/>
            <p:nvPr/>
          </p:nvSpPr>
          <p:spPr>
            <a:xfrm>
              <a:off x="4483175" y="1213105"/>
              <a:ext cx="42600" cy="64037"/>
            </a:xfrm>
            <a:custGeom>
              <a:avLst/>
              <a:gdLst>
                <a:gd name="connsiteX0" fmla="*/ 3977 w 42600"/>
                <a:gd name="connsiteY0" fmla="*/ 61557 h 64037"/>
                <a:gd name="connsiteX1" fmla="*/ 3977 w 42600"/>
                <a:gd name="connsiteY1" fmla="*/ 53950 h 64037"/>
                <a:gd name="connsiteX2" fmla="*/ 10335 w 42600"/>
                <a:gd name="connsiteY2" fmla="*/ 56224 h 64037"/>
                <a:gd name="connsiteX3" fmla="*/ 16669 w 42600"/>
                <a:gd name="connsiteY3" fmla="*/ 57009 h 64037"/>
                <a:gd name="connsiteX4" fmla="*/ 29289 w 42600"/>
                <a:gd name="connsiteY4" fmla="*/ 51470 h 64037"/>
                <a:gd name="connsiteX5" fmla="*/ 34290 w 42600"/>
                <a:gd name="connsiteY5" fmla="*/ 34561 h 64037"/>
                <a:gd name="connsiteX6" fmla="*/ 28194 w 42600"/>
                <a:gd name="connsiteY6" fmla="*/ 40018 h 64037"/>
                <a:gd name="connsiteX7" fmla="*/ 20050 w 42600"/>
                <a:gd name="connsiteY7" fmla="*/ 41920 h 64037"/>
                <a:gd name="connsiteX8" fmla="*/ 5382 w 42600"/>
                <a:gd name="connsiteY8" fmla="*/ 36339 h 64037"/>
                <a:gd name="connsiteX9" fmla="*/ 0 w 42600"/>
                <a:gd name="connsiteY9" fmla="*/ 21001 h 64037"/>
                <a:gd name="connsiteX10" fmla="*/ 5620 w 42600"/>
                <a:gd name="connsiteY10" fmla="*/ 5746 h 64037"/>
                <a:gd name="connsiteX11" fmla="*/ 20598 w 42600"/>
                <a:gd name="connsiteY11" fmla="*/ 0 h 64037"/>
                <a:gd name="connsiteX12" fmla="*/ 36933 w 42600"/>
                <a:gd name="connsiteY12" fmla="*/ 8227 h 64037"/>
                <a:gd name="connsiteX13" fmla="*/ 42600 w 42600"/>
                <a:gd name="connsiteY13" fmla="*/ 32039 h 64037"/>
                <a:gd name="connsiteX14" fmla="*/ 35647 w 42600"/>
                <a:gd name="connsiteY14" fmla="*/ 55355 h 64037"/>
                <a:gd name="connsiteX15" fmla="*/ 17050 w 42600"/>
                <a:gd name="connsiteY15" fmla="*/ 64038 h 64037"/>
                <a:gd name="connsiteX16" fmla="*/ 10668 w 42600"/>
                <a:gd name="connsiteY16" fmla="*/ 63416 h 64037"/>
                <a:gd name="connsiteX17" fmla="*/ 3977 w 42600"/>
                <a:gd name="connsiteY17" fmla="*/ 61557 h 64037"/>
                <a:gd name="connsiteX18" fmla="*/ 20598 w 42600"/>
                <a:gd name="connsiteY18" fmla="*/ 35388 h 64037"/>
                <a:gd name="connsiteX19" fmla="*/ 29480 w 42600"/>
                <a:gd name="connsiteY19" fmla="*/ 31543 h 64037"/>
                <a:gd name="connsiteX20" fmla="*/ 32790 w 42600"/>
                <a:gd name="connsiteY20" fmla="*/ 21001 h 64037"/>
                <a:gd name="connsiteX21" fmla="*/ 29480 w 42600"/>
                <a:gd name="connsiteY21" fmla="*/ 10501 h 64037"/>
                <a:gd name="connsiteX22" fmla="*/ 20598 w 42600"/>
                <a:gd name="connsiteY22" fmla="*/ 6615 h 64037"/>
                <a:gd name="connsiteX23" fmla="*/ 11668 w 42600"/>
                <a:gd name="connsiteY23" fmla="*/ 10501 h 64037"/>
                <a:gd name="connsiteX24" fmla="*/ 8406 w 42600"/>
                <a:gd name="connsiteY24" fmla="*/ 21001 h 64037"/>
                <a:gd name="connsiteX25" fmla="*/ 11668 w 42600"/>
                <a:gd name="connsiteY25" fmla="*/ 31543 h 64037"/>
                <a:gd name="connsiteX26" fmla="*/ 20598 w 42600"/>
                <a:gd name="connsiteY26" fmla="*/ 35388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00" h="64037">
                  <a:moveTo>
                    <a:pt x="3977" y="61557"/>
                  </a:moveTo>
                  <a:lnTo>
                    <a:pt x="3977" y="53950"/>
                  </a:lnTo>
                  <a:cubicBezTo>
                    <a:pt x="6072" y="54942"/>
                    <a:pt x="8191" y="55700"/>
                    <a:pt x="10335" y="56224"/>
                  </a:cubicBezTo>
                  <a:cubicBezTo>
                    <a:pt x="12502" y="56747"/>
                    <a:pt x="14597" y="57009"/>
                    <a:pt x="16669" y="57009"/>
                  </a:cubicBezTo>
                  <a:cubicBezTo>
                    <a:pt x="22169" y="57009"/>
                    <a:pt x="26384" y="55163"/>
                    <a:pt x="29289" y="51470"/>
                  </a:cubicBezTo>
                  <a:cubicBezTo>
                    <a:pt x="32218" y="47749"/>
                    <a:pt x="33885" y="42113"/>
                    <a:pt x="34290" y="34561"/>
                  </a:cubicBezTo>
                  <a:cubicBezTo>
                    <a:pt x="32695" y="36931"/>
                    <a:pt x="30647" y="38750"/>
                    <a:pt x="28194" y="40018"/>
                  </a:cubicBezTo>
                  <a:cubicBezTo>
                    <a:pt x="25741" y="41286"/>
                    <a:pt x="23027" y="41920"/>
                    <a:pt x="20050" y="41920"/>
                  </a:cubicBezTo>
                  <a:cubicBezTo>
                    <a:pt x="13883" y="41920"/>
                    <a:pt x="8977" y="40060"/>
                    <a:pt x="5382" y="36339"/>
                  </a:cubicBezTo>
                  <a:cubicBezTo>
                    <a:pt x="1786" y="32591"/>
                    <a:pt x="0" y="27478"/>
                    <a:pt x="0" y="21001"/>
                  </a:cubicBezTo>
                  <a:cubicBezTo>
                    <a:pt x="0" y="14662"/>
                    <a:pt x="1881" y="9577"/>
                    <a:pt x="5620" y="5746"/>
                  </a:cubicBezTo>
                  <a:cubicBezTo>
                    <a:pt x="9382" y="1915"/>
                    <a:pt x="14383" y="0"/>
                    <a:pt x="20598" y="0"/>
                  </a:cubicBezTo>
                  <a:cubicBezTo>
                    <a:pt x="27741" y="0"/>
                    <a:pt x="33194" y="2742"/>
                    <a:pt x="36933" y="8227"/>
                  </a:cubicBezTo>
                  <a:cubicBezTo>
                    <a:pt x="40719" y="13684"/>
                    <a:pt x="42600" y="21622"/>
                    <a:pt x="42600" y="32039"/>
                  </a:cubicBezTo>
                  <a:cubicBezTo>
                    <a:pt x="42600" y="41768"/>
                    <a:pt x="40291" y="49540"/>
                    <a:pt x="35647" y="55355"/>
                  </a:cubicBezTo>
                  <a:cubicBezTo>
                    <a:pt x="31051" y="61145"/>
                    <a:pt x="24836" y="64038"/>
                    <a:pt x="17050" y="64038"/>
                  </a:cubicBezTo>
                  <a:cubicBezTo>
                    <a:pt x="14954" y="64038"/>
                    <a:pt x="12835" y="63831"/>
                    <a:pt x="10668" y="63416"/>
                  </a:cubicBezTo>
                  <a:cubicBezTo>
                    <a:pt x="8525" y="63004"/>
                    <a:pt x="6286" y="62383"/>
                    <a:pt x="3977" y="61557"/>
                  </a:cubicBezTo>
                  <a:moveTo>
                    <a:pt x="20598" y="35388"/>
                  </a:moveTo>
                  <a:cubicBezTo>
                    <a:pt x="24336" y="35388"/>
                    <a:pt x="27313" y="34106"/>
                    <a:pt x="29480" y="31543"/>
                  </a:cubicBezTo>
                  <a:cubicBezTo>
                    <a:pt x="31694" y="28980"/>
                    <a:pt x="32790" y="25466"/>
                    <a:pt x="32790" y="21001"/>
                  </a:cubicBezTo>
                  <a:cubicBezTo>
                    <a:pt x="32790" y="16564"/>
                    <a:pt x="31694" y="13064"/>
                    <a:pt x="29480" y="10501"/>
                  </a:cubicBezTo>
                  <a:cubicBezTo>
                    <a:pt x="27313" y="7910"/>
                    <a:pt x="24336" y="6615"/>
                    <a:pt x="20598" y="6615"/>
                  </a:cubicBezTo>
                  <a:cubicBezTo>
                    <a:pt x="16859" y="6615"/>
                    <a:pt x="13883" y="7910"/>
                    <a:pt x="11668" y="10501"/>
                  </a:cubicBezTo>
                  <a:cubicBezTo>
                    <a:pt x="9501" y="13064"/>
                    <a:pt x="8406" y="16564"/>
                    <a:pt x="8406" y="21001"/>
                  </a:cubicBezTo>
                  <a:cubicBezTo>
                    <a:pt x="8406" y="25466"/>
                    <a:pt x="9501" y="28980"/>
                    <a:pt x="11668" y="31543"/>
                  </a:cubicBezTo>
                  <a:cubicBezTo>
                    <a:pt x="13883" y="34106"/>
                    <a:pt x="16859" y="35388"/>
                    <a:pt x="20598" y="35388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74" name="Group 273">
            <a:extLst>
              <a:ext uri="{FF2B5EF4-FFF2-40B4-BE49-F238E27FC236}">
                <a16:creationId xmlns:a16="http://schemas.microsoft.com/office/drawing/2014/main" id="{D02B0192-731D-F696-F196-B84217197DD4}"/>
              </a:ext>
            </a:extLst>
          </p:cNvPr>
          <p:cNvGrpSpPr/>
          <p:nvPr/>
        </p:nvGrpSpPr>
        <p:grpSpPr>
          <a:xfrm>
            <a:off x="4335483" y="4831243"/>
            <a:ext cx="230028" cy="64031"/>
            <a:chOff x="4294913" y="4446229"/>
            <a:chExt cx="230028" cy="64031"/>
          </a:xfrm>
        </p:grpSpPr>
        <p:sp>
          <p:nvSpPr>
            <p:cNvPr id="151" name="Freeform 150">
              <a:extLst>
                <a:ext uri="{FF2B5EF4-FFF2-40B4-BE49-F238E27FC236}">
                  <a16:creationId xmlns:a16="http://schemas.microsoft.com/office/drawing/2014/main" id="{D83427B1-CB78-72D1-4B8F-8D15246CAE37}"/>
                </a:ext>
              </a:extLst>
            </p:cNvPr>
            <p:cNvSpPr/>
            <p:nvPr/>
          </p:nvSpPr>
          <p:spPr>
            <a:xfrm>
              <a:off x="4294913" y="4446229"/>
              <a:ext cx="42672" cy="64031"/>
            </a:xfrm>
            <a:custGeom>
              <a:avLst/>
              <a:gdLst>
                <a:gd name="connsiteX0" fmla="*/ 21336 w 42672"/>
                <a:gd name="connsiteY0" fmla="*/ 6596 h 64031"/>
                <a:gd name="connsiteX1" fmla="*/ 11621 w 42672"/>
                <a:gd name="connsiteY1" fmla="*/ 12978 h 64031"/>
                <a:gd name="connsiteX2" fmla="*/ 8406 w 42672"/>
                <a:gd name="connsiteY2" fmla="*/ 32028 h 64031"/>
                <a:gd name="connsiteX3" fmla="*/ 11621 w 42672"/>
                <a:gd name="connsiteY3" fmla="*/ 51102 h 64031"/>
                <a:gd name="connsiteX4" fmla="*/ 21336 w 42672"/>
                <a:gd name="connsiteY4" fmla="*/ 57412 h 64031"/>
                <a:gd name="connsiteX5" fmla="*/ 31052 w 42672"/>
                <a:gd name="connsiteY5" fmla="*/ 51102 h 64031"/>
                <a:gd name="connsiteX6" fmla="*/ 34314 w 42672"/>
                <a:gd name="connsiteY6" fmla="*/ 32028 h 64031"/>
                <a:gd name="connsiteX7" fmla="*/ 31052 w 42672"/>
                <a:gd name="connsiteY7" fmla="*/ 12978 h 64031"/>
                <a:gd name="connsiteX8" fmla="*/ 21336 w 42672"/>
                <a:gd name="connsiteY8" fmla="*/ 6596 h 64031"/>
                <a:gd name="connsiteX9" fmla="*/ 21336 w 42672"/>
                <a:gd name="connsiteY9" fmla="*/ 0 h 64031"/>
                <a:gd name="connsiteX10" fmla="*/ 37171 w 42672"/>
                <a:gd name="connsiteY10" fmla="*/ 8215 h 64031"/>
                <a:gd name="connsiteX11" fmla="*/ 42672 w 42672"/>
                <a:gd name="connsiteY11" fmla="*/ 32028 h 64031"/>
                <a:gd name="connsiteX12" fmla="*/ 37171 w 42672"/>
                <a:gd name="connsiteY12" fmla="*/ 55840 h 64031"/>
                <a:gd name="connsiteX13" fmla="*/ 21336 w 42672"/>
                <a:gd name="connsiteY13" fmla="*/ 64032 h 64031"/>
                <a:gd name="connsiteX14" fmla="*/ 5453 w 42672"/>
                <a:gd name="connsiteY14" fmla="*/ 55840 h 64031"/>
                <a:gd name="connsiteX15" fmla="*/ 0 w 42672"/>
                <a:gd name="connsiteY15" fmla="*/ 32028 h 64031"/>
                <a:gd name="connsiteX16" fmla="*/ 5453 w 42672"/>
                <a:gd name="connsiteY16" fmla="*/ 8215 h 64031"/>
                <a:gd name="connsiteX17" fmla="*/ 21336 w 4267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1">
                  <a:moveTo>
                    <a:pt x="21336" y="6596"/>
                  </a:moveTo>
                  <a:cubicBezTo>
                    <a:pt x="17026" y="6596"/>
                    <a:pt x="13788" y="8715"/>
                    <a:pt x="11621" y="12978"/>
                  </a:cubicBezTo>
                  <a:cubicBezTo>
                    <a:pt x="9477" y="17193"/>
                    <a:pt x="8406" y="23527"/>
                    <a:pt x="8406" y="32028"/>
                  </a:cubicBezTo>
                  <a:cubicBezTo>
                    <a:pt x="8406" y="40481"/>
                    <a:pt x="9477" y="46839"/>
                    <a:pt x="11621" y="51102"/>
                  </a:cubicBezTo>
                  <a:cubicBezTo>
                    <a:pt x="13788" y="55316"/>
                    <a:pt x="17026" y="57412"/>
                    <a:pt x="21336" y="57412"/>
                  </a:cubicBezTo>
                  <a:cubicBezTo>
                    <a:pt x="25670" y="57412"/>
                    <a:pt x="28908" y="55316"/>
                    <a:pt x="31052" y="51102"/>
                  </a:cubicBezTo>
                  <a:cubicBezTo>
                    <a:pt x="33218" y="46839"/>
                    <a:pt x="34314" y="40481"/>
                    <a:pt x="34314" y="32028"/>
                  </a:cubicBezTo>
                  <a:cubicBezTo>
                    <a:pt x="34314" y="23527"/>
                    <a:pt x="33218" y="17193"/>
                    <a:pt x="31052" y="12978"/>
                  </a:cubicBezTo>
                  <a:cubicBezTo>
                    <a:pt x="28908" y="8715"/>
                    <a:pt x="25670" y="6596"/>
                    <a:pt x="21336" y="6596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1" y="8215"/>
                  </a:cubicBezTo>
                  <a:cubicBezTo>
                    <a:pt x="40838" y="13668"/>
                    <a:pt x="42672" y="21622"/>
                    <a:pt x="42672" y="32028"/>
                  </a:cubicBezTo>
                  <a:cubicBezTo>
                    <a:pt x="42672" y="42434"/>
                    <a:pt x="40838" y="50363"/>
                    <a:pt x="37171" y="55840"/>
                  </a:cubicBezTo>
                  <a:cubicBezTo>
                    <a:pt x="33528" y="61293"/>
                    <a:pt x="28265" y="64032"/>
                    <a:pt x="21336" y="64032"/>
                  </a:cubicBezTo>
                  <a:cubicBezTo>
                    <a:pt x="14407" y="64032"/>
                    <a:pt x="9120" y="61293"/>
                    <a:pt x="5453" y="55840"/>
                  </a:cubicBezTo>
                  <a:cubicBezTo>
                    <a:pt x="1810" y="50363"/>
                    <a:pt x="0" y="42434"/>
                    <a:pt x="0" y="32028"/>
                  </a:cubicBezTo>
                  <a:cubicBezTo>
                    <a:pt x="0" y="21622"/>
                    <a:pt x="1810" y="13668"/>
                    <a:pt x="5453" y="8215"/>
                  </a:cubicBezTo>
                  <a:cubicBezTo>
                    <a:pt x="9120" y="2738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2" name="Freeform 151">
              <a:extLst>
                <a:ext uri="{FF2B5EF4-FFF2-40B4-BE49-F238E27FC236}">
                  <a16:creationId xmlns:a16="http://schemas.microsoft.com/office/drawing/2014/main" id="{6D3286C3-BF08-7CA8-19B7-351E1D79D58C}"/>
                </a:ext>
              </a:extLst>
            </p:cNvPr>
            <p:cNvSpPr/>
            <p:nvPr/>
          </p:nvSpPr>
          <p:spPr>
            <a:xfrm>
              <a:off x="4352253" y="4498569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3" name="Freeform 152">
              <a:extLst>
                <a:ext uri="{FF2B5EF4-FFF2-40B4-BE49-F238E27FC236}">
                  <a16:creationId xmlns:a16="http://schemas.microsoft.com/office/drawing/2014/main" id="{60E6C104-6F2D-6112-2114-CDC49F808D37}"/>
                </a:ext>
              </a:extLst>
            </p:cNvPr>
            <p:cNvSpPr/>
            <p:nvPr/>
          </p:nvSpPr>
          <p:spPr>
            <a:xfrm>
              <a:off x="4376566" y="4446229"/>
              <a:ext cx="40647" cy="64031"/>
            </a:xfrm>
            <a:custGeom>
              <a:avLst/>
              <a:gdLst>
                <a:gd name="connsiteX0" fmla="*/ 27908 w 40647"/>
                <a:gd name="connsiteY0" fmla="*/ 29551 h 64031"/>
                <a:gd name="connsiteX1" fmla="*/ 37243 w 40647"/>
                <a:gd name="connsiteY1" fmla="*/ 34885 h 64031"/>
                <a:gd name="connsiteX2" fmla="*/ 40648 w 40647"/>
                <a:gd name="connsiteY2" fmla="*/ 44887 h 64031"/>
                <a:gd name="connsiteX3" fmla="*/ 34361 w 40647"/>
                <a:gd name="connsiteY3" fmla="*/ 59031 h 64031"/>
                <a:gd name="connsiteX4" fmla="*/ 16502 w 40647"/>
                <a:gd name="connsiteY4" fmla="*/ 64032 h 64031"/>
                <a:gd name="connsiteX5" fmla="*/ 8477 w 40647"/>
                <a:gd name="connsiteY5" fmla="*/ 63246 h 64031"/>
                <a:gd name="connsiteX6" fmla="*/ 0 w 40647"/>
                <a:gd name="connsiteY6" fmla="*/ 60960 h 64031"/>
                <a:gd name="connsiteX7" fmla="*/ 0 w 40647"/>
                <a:gd name="connsiteY7" fmla="*/ 52911 h 64031"/>
                <a:gd name="connsiteX8" fmla="*/ 7596 w 40647"/>
                <a:gd name="connsiteY8" fmla="*/ 55959 h 64031"/>
                <a:gd name="connsiteX9" fmla="*/ 16240 w 40647"/>
                <a:gd name="connsiteY9" fmla="*/ 57007 h 64031"/>
                <a:gd name="connsiteX10" fmla="*/ 28194 w 40647"/>
                <a:gd name="connsiteY10" fmla="*/ 53912 h 64031"/>
                <a:gd name="connsiteX11" fmla="*/ 32337 w 40647"/>
                <a:gd name="connsiteY11" fmla="*/ 44887 h 64031"/>
                <a:gd name="connsiteX12" fmla="*/ 28480 w 40647"/>
                <a:gd name="connsiteY12" fmla="*/ 36362 h 64031"/>
                <a:gd name="connsiteX13" fmla="*/ 17859 w 40647"/>
                <a:gd name="connsiteY13" fmla="*/ 33266 h 64031"/>
                <a:gd name="connsiteX14" fmla="*/ 10668 w 40647"/>
                <a:gd name="connsiteY14" fmla="*/ 33266 h 64031"/>
                <a:gd name="connsiteX15" fmla="*/ 10668 w 40647"/>
                <a:gd name="connsiteY15" fmla="*/ 26408 h 64031"/>
                <a:gd name="connsiteX16" fmla="*/ 18193 w 40647"/>
                <a:gd name="connsiteY16" fmla="*/ 26408 h 64031"/>
                <a:gd name="connsiteX17" fmla="*/ 27622 w 40647"/>
                <a:gd name="connsiteY17" fmla="*/ 23979 h 64031"/>
                <a:gd name="connsiteX18" fmla="*/ 30885 w 40647"/>
                <a:gd name="connsiteY18" fmla="*/ 16859 h 64031"/>
                <a:gd name="connsiteX19" fmla="*/ 27479 w 40647"/>
                <a:gd name="connsiteY19" fmla="*/ 9573 h 64031"/>
                <a:gd name="connsiteX20" fmla="*/ 17859 w 40647"/>
                <a:gd name="connsiteY20" fmla="*/ 7025 h 64031"/>
                <a:gd name="connsiteX21" fmla="*/ 10501 w 40647"/>
                <a:gd name="connsiteY21" fmla="*/ 7763 h 64031"/>
                <a:gd name="connsiteX22" fmla="*/ 1857 w 40647"/>
                <a:gd name="connsiteY22" fmla="*/ 10073 h 64031"/>
                <a:gd name="connsiteX23" fmla="*/ 1857 w 40647"/>
                <a:gd name="connsiteY23" fmla="*/ 2643 h 64031"/>
                <a:gd name="connsiteX24" fmla="*/ 10739 w 40647"/>
                <a:gd name="connsiteY24" fmla="*/ 643 h 64031"/>
                <a:gd name="connsiteX25" fmla="*/ 18597 w 40647"/>
                <a:gd name="connsiteY25" fmla="*/ 0 h 64031"/>
                <a:gd name="connsiteX26" fmla="*/ 33647 w 40647"/>
                <a:gd name="connsiteY26" fmla="*/ 4334 h 64031"/>
                <a:gd name="connsiteX27" fmla="*/ 39195 w 40647"/>
                <a:gd name="connsiteY27" fmla="*/ 16002 h 64031"/>
                <a:gd name="connsiteX28" fmla="*/ 36266 w 40647"/>
                <a:gd name="connsiteY28" fmla="*/ 24670 h 64031"/>
                <a:gd name="connsiteX29" fmla="*/ 27908 w 40647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2"/>
                    <a:pt x="38552" y="55697"/>
                    <a:pt x="34361" y="59031"/>
                  </a:cubicBezTo>
                  <a:cubicBezTo>
                    <a:pt x="30170" y="62365"/>
                    <a:pt x="24217" y="64032"/>
                    <a:pt x="16502" y="64032"/>
                  </a:cubicBezTo>
                  <a:cubicBezTo>
                    <a:pt x="13906" y="64032"/>
                    <a:pt x="11216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8"/>
                    <a:pt x="4858" y="55269"/>
                    <a:pt x="7596" y="55959"/>
                  </a:cubicBezTo>
                  <a:cubicBezTo>
                    <a:pt x="10358" y="56650"/>
                    <a:pt x="13240" y="57007"/>
                    <a:pt x="16240" y="57007"/>
                  </a:cubicBezTo>
                  <a:cubicBezTo>
                    <a:pt x="21479" y="57007"/>
                    <a:pt x="25455" y="55983"/>
                    <a:pt x="28194" y="53912"/>
                  </a:cubicBezTo>
                  <a:cubicBezTo>
                    <a:pt x="30956" y="51840"/>
                    <a:pt x="32337" y="48816"/>
                    <a:pt x="32337" y="44887"/>
                  </a:cubicBezTo>
                  <a:cubicBezTo>
                    <a:pt x="32337" y="41243"/>
                    <a:pt x="31051" y="38410"/>
                    <a:pt x="28480" y="36362"/>
                  </a:cubicBezTo>
                  <a:cubicBezTo>
                    <a:pt x="25932" y="34290"/>
                    <a:pt x="22407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5" y="25598"/>
                    <a:pt x="27622" y="23979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42" y="11263"/>
                    <a:pt x="27479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5"/>
                    <a:pt x="10739" y="643"/>
                  </a:cubicBezTo>
                  <a:cubicBezTo>
                    <a:pt x="13525" y="214"/>
                    <a:pt x="16145" y="0"/>
                    <a:pt x="18597" y="0"/>
                  </a:cubicBezTo>
                  <a:cubicBezTo>
                    <a:pt x="24932" y="0"/>
                    <a:pt x="29956" y="1453"/>
                    <a:pt x="33647" y="4334"/>
                  </a:cubicBezTo>
                  <a:cubicBezTo>
                    <a:pt x="37338" y="7215"/>
                    <a:pt x="39195" y="11096"/>
                    <a:pt x="39195" y="16002"/>
                  </a:cubicBezTo>
                  <a:cubicBezTo>
                    <a:pt x="39195" y="19407"/>
                    <a:pt x="38219" y="22312"/>
                    <a:pt x="36266" y="24670"/>
                  </a:cubicBezTo>
                  <a:cubicBezTo>
                    <a:pt x="34290" y="27027"/>
                    <a:pt x="31504" y="28646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4" name="Freeform 153">
              <a:extLst>
                <a:ext uri="{FF2B5EF4-FFF2-40B4-BE49-F238E27FC236}">
                  <a16:creationId xmlns:a16="http://schemas.microsoft.com/office/drawing/2014/main" id="{86B3B94F-EC0A-A019-3681-0C8163ED1FC7}"/>
                </a:ext>
              </a:extLst>
            </p:cNvPr>
            <p:cNvSpPr/>
            <p:nvPr/>
          </p:nvSpPr>
          <p:spPr>
            <a:xfrm>
              <a:off x="4428120" y="4447348"/>
              <a:ext cx="44981" cy="61722"/>
            </a:xfrm>
            <a:custGeom>
              <a:avLst/>
              <a:gdLst>
                <a:gd name="connsiteX0" fmla="*/ 27861 w 44981"/>
                <a:gd name="connsiteY0" fmla="*/ 7263 h 61722"/>
                <a:gd name="connsiteX1" fmla="*/ 6787 w 44981"/>
                <a:gd name="connsiteY1" fmla="*/ 40219 h 61722"/>
                <a:gd name="connsiteX2" fmla="*/ 27861 w 44981"/>
                <a:gd name="connsiteY2" fmla="*/ 40219 h 61722"/>
                <a:gd name="connsiteX3" fmla="*/ 27861 w 44981"/>
                <a:gd name="connsiteY3" fmla="*/ 7263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19 h 61722"/>
                <a:gd name="connsiteX7" fmla="*/ 44982 w 44981"/>
                <a:gd name="connsiteY7" fmla="*/ 40219 h 61722"/>
                <a:gd name="connsiteX8" fmla="*/ 44982 w 44981"/>
                <a:gd name="connsiteY8" fmla="*/ 47149 h 61722"/>
                <a:gd name="connsiteX9" fmla="*/ 36171 w 44981"/>
                <a:gd name="connsiteY9" fmla="*/ 47149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49 h 61722"/>
                <a:gd name="connsiteX13" fmla="*/ 0 w 44981"/>
                <a:gd name="connsiteY13" fmla="*/ 47149 h 61722"/>
                <a:gd name="connsiteX14" fmla="*/ 0 w 44981"/>
                <a:gd name="connsiteY14" fmla="*/ 39100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63"/>
                  </a:moveTo>
                  <a:lnTo>
                    <a:pt x="6787" y="40219"/>
                  </a:lnTo>
                  <a:lnTo>
                    <a:pt x="27861" y="40219"/>
                  </a:lnTo>
                  <a:lnTo>
                    <a:pt x="27861" y="7263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19"/>
                  </a:lnTo>
                  <a:lnTo>
                    <a:pt x="44982" y="40219"/>
                  </a:lnTo>
                  <a:lnTo>
                    <a:pt x="44982" y="47149"/>
                  </a:lnTo>
                  <a:lnTo>
                    <a:pt x="36171" y="47149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49"/>
                  </a:lnTo>
                  <a:lnTo>
                    <a:pt x="0" y="47149"/>
                  </a:lnTo>
                  <a:lnTo>
                    <a:pt x="0" y="3910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5" name="Freeform 154">
              <a:extLst>
                <a:ext uri="{FF2B5EF4-FFF2-40B4-BE49-F238E27FC236}">
                  <a16:creationId xmlns:a16="http://schemas.microsoft.com/office/drawing/2014/main" id="{771F7722-4DC2-5720-FDE8-6B7E5492F6DC}"/>
                </a:ext>
              </a:extLst>
            </p:cNvPr>
            <p:cNvSpPr/>
            <p:nvPr/>
          </p:nvSpPr>
          <p:spPr>
            <a:xfrm>
              <a:off x="4484294" y="4446229"/>
              <a:ext cx="40647" cy="64031"/>
            </a:xfrm>
            <a:custGeom>
              <a:avLst/>
              <a:gdLst>
                <a:gd name="connsiteX0" fmla="*/ 27908 w 40647"/>
                <a:gd name="connsiteY0" fmla="*/ 29551 h 64031"/>
                <a:gd name="connsiteX1" fmla="*/ 37243 w 40647"/>
                <a:gd name="connsiteY1" fmla="*/ 34885 h 64031"/>
                <a:gd name="connsiteX2" fmla="*/ 40648 w 40647"/>
                <a:gd name="connsiteY2" fmla="*/ 44887 h 64031"/>
                <a:gd name="connsiteX3" fmla="*/ 34361 w 40647"/>
                <a:gd name="connsiteY3" fmla="*/ 59031 h 64031"/>
                <a:gd name="connsiteX4" fmla="*/ 16502 w 40647"/>
                <a:gd name="connsiteY4" fmla="*/ 64032 h 64031"/>
                <a:gd name="connsiteX5" fmla="*/ 8477 w 40647"/>
                <a:gd name="connsiteY5" fmla="*/ 63246 h 64031"/>
                <a:gd name="connsiteX6" fmla="*/ 0 w 40647"/>
                <a:gd name="connsiteY6" fmla="*/ 60960 h 64031"/>
                <a:gd name="connsiteX7" fmla="*/ 0 w 40647"/>
                <a:gd name="connsiteY7" fmla="*/ 52911 h 64031"/>
                <a:gd name="connsiteX8" fmla="*/ 7620 w 40647"/>
                <a:gd name="connsiteY8" fmla="*/ 55959 h 64031"/>
                <a:gd name="connsiteX9" fmla="*/ 16264 w 40647"/>
                <a:gd name="connsiteY9" fmla="*/ 57007 h 64031"/>
                <a:gd name="connsiteX10" fmla="*/ 28194 w 40647"/>
                <a:gd name="connsiteY10" fmla="*/ 53912 h 64031"/>
                <a:gd name="connsiteX11" fmla="*/ 32337 w 40647"/>
                <a:gd name="connsiteY11" fmla="*/ 44887 h 64031"/>
                <a:gd name="connsiteX12" fmla="*/ 28480 w 40647"/>
                <a:gd name="connsiteY12" fmla="*/ 36362 h 64031"/>
                <a:gd name="connsiteX13" fmla="*/ 17859 w 40647"/>
                <a:gd name="connsiteY13" fmla="*/ 33266 h 64031"/>
                <a:gd name="connsiteX14" fmla="*/ 10668 w 40647"/>
                <a:gd name="connsiteY14" fmla="*/ 33266 h 64031"/>
                <a:gd name="connsiteX15" fmla="*/ 10668 w 40647"/>
                <a:gd name="connsiteY15" fmla="*/ 26408 h 64031"/>
                <a:gd name="connsiteX16" fmla="*/ 18193 w 40647"/>
                <a:gd name="connsiteY16" fmla="*/ 26408 h 64031"/>
                <a:gd name="connsiteX17" fmla="*/ 27622 w 40647"/>
                <a:gd name="connsiteY17" fmla="*/ 23979 h 64031"/>
                <a:gd name="connsiteX18" fmla="*/ 30885 w 40647"/>
                <a:gd name="connsiteY18" fmla="*/ 16859 h 64031"/>
                <a:gd name="connsiteX19" fmla="*/ 27503 w 40647"/>
                <a:gd name="connsiteY19" fmla="*/ 9573 h 64031"/>
                <a:gd name="connsiteX20" fmla="*/ 17859 w 40647"/>
                <a:gd name="connsiteY20" fmla="*/ 7025 h 64031"/>
                <a:gd name="connsiteX21" fmla="*/ 10501 w 40647"/>
                <a:gd name="connsiteY21" fmla="*/ 7763 h 64031"/>
                <a:gd name="connsiteX22" fmla="*/ 1857 w 40647"/>
                <a:gd name="connsiteY22" fmla="*/ 10073 h 64031"/>
                <a:gd name="connsiteX23" fmla="*/ 1857 w 40647"/>
                <a:gd name="connsiteY23" fmla="*/ 2643 h 64031"/>
                <a:gd name="connsiteX24" fmla="*/ 10763 w 40647"/>
                <a:gd name="connsiteY24" fmla="*/ 643 h 64031"/>
                <a:gd name="connsiteX25" fmla="*/ 18597 w 40647"/>
                <a:gd name="connsiteY25" fmla="*/ 0 h 64031"/>
                <a:gd name="connsiteX26" fmla="*/ 33647 w 40647"/>
                <a:gd name="connsiteY26" fmla="*/ 4334 h 64031"/>
                <a:gd name="connsiteX27" fmla="*/ 39195 w 40647"/>
                <a:gd name="connsiteY27" fmla="*/ 16002 h 64031"/>
                <a:gd name="connsiteX28" fmla="*/ 36266 w 40647"/>
                <a:gd name="connsiteY28" fmla="*/ 24670 h 64031"/>
                <a:gd name="connsiteX29" fmla="*/ 27908 w 40647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7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2"/>
                    <a:pt x="38552" y="55697"/>
                    <a:pt x="34361" y="59031"/>
                  </a:cubicBezTo>
                  <a:cubicBezTo>
                    <a:pt x="30170" y="62365"/>
                    <a:pt x="24217" y="64032"/>
                    <a:pt x="16502" y="64032"/>
                  </a:cubicBezTo>
                  <a:cubicBezTo>
                    <a:pt x="13906" y="64032"/>
                    <a:pt x="11239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8"/>
                    <a:pt x="4858" y="55269"/>
                    <a:pt x="7620" y="55959"/>
                  </a:cubicBezTo>
                  <a:cubicBezTo>
                    <a:pt x="10358" y="56650"/>
                    <a:pt x="13240" y="57007"/>
                    <a:pt x="16264" y="57007"/>
                  </a:cubicBezTo>
                  <a:cubicBezTo>
                    <a:pt x="21479" y="57007"/>
                    <a:pt x="25455" y="55983"/>
                    <a:pt x="28194" y="53912"/>
                  </a:cubicBezTo>
                  <a:cubicBezTo>
                    <a:pt x="30956" y="51840"/>
                    <a:pt x="32337" y="48816"/>
                    <a:pt x="32337" y="44887"/>
                  </a:cubicBezTo>
                  <a:cubicBezTo>
                    <a:pt x="32337" y="41243"/>
                    <a:pt x="31052" y="38410"/>
                    <a:pt x="28480" y="36362"/>
                  </a:cubicBezTo>
                  <a:cubicBezTo>
                    <a:pt x="25956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5" y="25598"/>
                    <a:pt x="27622" y="23979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66" y="11263"/>
                    <a:pt x="27503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5"/>
                    <a:pt x="10763" y="643"/>
                  </a:cubicBezTo>
                  <a:cubicBezTo>
                    <a:pt x="13549" y="214"/>
                    <a:pt x="16145" y="0"/>
                    <a:pt x="18597" y="0"/>
                  </a:cubicBezTo>
                  <a:cubicBezTo>
                    <a:pt x="24955" y="0"/>
                    <a:pt x="29956" y="1453"/>
                    <a:pt x="33647" y="4334"/>
                  </a:cubicBezTo>
                  <a:cubicBezTo>
                    <a:pt x="37338" y="7215"/>
                    <a:pt x="39195" y="11096"/>
                    <a:pt x="39195" y="16002"/>
                  </a:cubicBezTo>
                  <a:cubicBezTo>
                    <a:pt x="39195" y="19407"/>
                    <a:pt x="38219" y="22312"/>
                    <a:pt x="36266" y="24670"/>
                  </a:cubicBezTo>
                  <a:cubicBezTo>
                    <a:pt x="34314" y="27027"/>
                    <a:pt x="31528" y="28646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347C837B-DB1A-6B4A-40C0-9CAA5878BBFE}"/>
              </a:ext>
            </a:extLst>
          </p:cNvPr>
          <p:cNvGrpSpPr/>
          <p:nvPr/>
        </p:nvGrpSpPr>
        <p:grpSpPr>
          <a:xfrm>
            <a:off x="5000487" y="4539897"/>
            <a:ext cx="429910" cy="323326"/>
            <a:chOff x="4711941" y="4154883"/>
            <a:chExt cx="429910" cy="323326"/>
          </a:xfrm>
        </p:grpSpPr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09D947B3-7E3D-9790-8D0F-4F12024A65D4}"/>
                </a:ext>
              </a:extLst>
            </p:cNvPr>
            <p:cNvSpPr/>
            <p:nvPr/>
          </p:nvSpPr>
          <p:spPr>
            <a:xfrm>
              <a:off x="4711941" y="4154883"/>
              <a:ext cx="429910" cy="323326"/>
            </a:xfrm>
            <a:custGeom>
              <a:avLst/>
              <a:gdLst>
                <a:gd name="connsiteX0" fmla="*/ 0 w 429910"/>
                <a:gd name="connsiteY0" fmla="*/ 323326 h 323326"/>
                <a:gd name="connsiteX1" fmla="*/ 429911 w 429910"/>
                <a:gd name="connsiteY1" fmla="*/ 323326 h 323326"/>
                <a:gd name="connsiteX2" fmla="*/ 429911 w 429910"/>
                <a:gd name="connsiteY2" fmla="*/ 0 h 323326"/>
                <a:gd name="connsiteX3" fmla="*/ 0 w 429910"/>
                <a:gd name="connsiteY3" fmla="*/ 0 h 323326"/>
                <a:gd name="connsiteX4" fmla="*/ 0 w 429910"/>
                <a:gd name="connsiteY4" fmla="*/ 323326 h 323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323326">
                  <a:moveTo>
                    <a:pt x="0" y="323326"/>
                  </a:moveTo>
                  <a:lnTo>
                    <a:pt x="429911" y="323326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32332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6" name="Freeform 155">
              <a:extLst>
                <a:ext uri="{FF2B5EF4-FFF2-40B4-BE49-F238E27FC236}">
                  <a16:creationId xmlns:a16="http://schemas.microsoft.com/office/drawing/2014/main" id="{E6755D0C-4A38-4F5B-3BA0-D5E2415C351B}"/>
                </a:ext>
              </a:extLst>
            </p:cNvPr>
            <p:cNvSpPr/>
            <p:nvPr/>
          </p:nvSpPr>
          <p:spPr>
            <a:xfrm>
              <a:off x="4917086" y="4244537"/>
              <a:ext cx="19597" cy="144017"/>
            </a:xfrm>
            <a:custGeom>
              <a:avLst/>
              <a:gdLst>
                <a:gd name="connsiteX0" fmla="*/ 0 w 19597"/>
                <a:gd name="connsiteY0" fmla="*/ 119515 h 144017"/>
                <a:gd name="connsiteX1" fmla="*/ 19598 w 19597"/>
                <a:gd name="connsiteY1" fmla="*/ 119515 h 144017"/>
                <a:gd name="connsiteX2" fmla="*/ 19598 w 19597"/>
                <a:gd name="connsiteY2" fmla="*/ 144018 h 144017"/>
                <a:gd name="connsiteX3" fmla="*/ 0 w 19597"/>
                <a:gd name="connsiteY3" fmla="*/ 144018 h 144017"/>
                <a:gd name="connsiteX4" fmla="*/ 0 w 19597"/>
                <a:gd name="connsiteY4" fmla="*/ 119515 h 144017"/>
                <a:gd name="connsiteX5" fmla="*/ 0 w 19597"/>
                <a:gd name="connsiteY5" fmla="*/ 0 h 144017"/>
                <a:gd name="connsiteX6" fmla="*/ 19598 w 19597"/>
                <a:gd name="connsiteY6" fmla="*/ 0 h 144017"/>
                <a:gd name="connsiteX7" fmla="*/ 19598 w 19597"/>
                <a:gd name="connsiteY7" fmla="*/ 63175 h 144017"/>
                <a:gd name="connsiteX8" fmla="*/ 17669 w 19597"/>
                <a:gd name="connsiteY8" fmla="*/ 97607 h 144017"/>
                <a:gd name="connsiteX9" fmla="*/ 2024 w 19597"/>
                <a:gd name="connsiteY9" fmla="*/ 97607 h 144017"/>
                <a:gd name="connsiteX10" fmla="*/ 0 w 19597"/>
                <a:gd name="connsiteY10" fmla="*/ 63175 h 144017"/>
                <a:gd name="connsiteX11" fmla="*/ 0 w 19597"/>
                <a:gd name="connsiteY11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9597" h="144017">
                  <a:moveTo>
                    <a:pt x="0" y="119515"/>
                  </a:moveTo>
                  <a:lnTo>
                    <a:pt x="19598" y="119515"/>
                  </a:lnTo>
                  <a:lnTo>
                    <a:pt x="19598" y="144018"/>
                  </a:lnTo>
                  <a:lnTo>
                    <a:pt x="0" y="144018"/>
                  </a:lnTo>
                  <a:lnTo>
                    <a:pt x="0" y="119515"/>
                  </a:lnTo>
                  <a:moveTo>
                    <a:pt x="0" y="0"/>
                  </a:moveTo>
                  <a:lnTo>
                    <a:pt x="19598" y="0"/>
                  </a:lnTo>
                  <a:lnTo>
                    <a:pt x="19598" y="63175"/>
                  </a:lnTo>
                  <a:lnTo>
                    <a:pt x="17669" y="97607"/>
                  </a:lnTo>
                  <a:lnTo>
                    <a:pt x="2024" y="97607"/>
                  </a:lnTo>
                  <a:lnTo>
                    <a:pt x="0" y="631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13CF1947-A6E8-E907-965B-56A28EEC7B56}"/>
              </a:ext>
            </a:extLst>
          </p:cNvPr>
          <p:cNvGrpSpPr/>
          <p:nvPr/>
        </p:nvGrpSpPr>
        <p:grpSpPr>
          <a:xfrm>
            <a:off x="5482025" y="4507917"/>
            <a:ext cx="336066" cy="64055"/>
            <a:chOff x="5154734" y="4122903"/>
            <a:chExt cx="336066" cy="64055"/>
          </a:xfrm>
        </p:grpSpPr>
        <p:sp>
          <p:nvSpPr>
            <p:cNvPr id="157" name="Freeform 156">
              <a:extLst>
                <a:ext uri="{FF2B5EF4-FFF2-40B4-BE49-F238E27FC236}">
                  <a16:creationId xmlns:a16="http://schemas.microsoft.com/office/drawing/2014/main" id="{2FF7B59C-08B0-39CD-BF43-98F0EFD9A33E}"/>
                </a:ext>
              </a:extLst>
            </p:cNvPr>
            <p:cNvSpPr/>
            <p:nvPr/>
          </p:nvSpPr>
          <p:spPr>
            <a:xfrm>
              <a:off x="5154734" y="4122903"/>
              <a:ext cx="42672" cy="64055"/>
            </a:xfrm>
            <a:custGeom>
              <a:avLst/>
              <a:gdLst>
                <a:gd name="connsiteX0" fmla="*/ 21336 w 42672"/>
                <a:gd name="connsiteY0" fmla="*/ 6620 h 64055"/>
                <a:gd name="connsiteX1" fmla="*/ 11621 w 42672"/>
                <a:gd name="connsiteY1" fmla="*/ 12978 h 64055"/>
                <a:gd name="connsiteX2" fmla="*/ 8406 w 42672"/>
                <a:gd name="connsiteY2" fmla="*/ 32052 h 64055"/>
                <a:gd name="connsiteX3" fmla="*/ 11621 w 42672"/>
                <a:gd name="connsiteY3" fmla="*/ 51102 h 64055"/>
                <a:gd name="connsiteX4" fmla="*/ 21336 w 42672"/>
                <a:gd name="connsiteY4" fmla="*/ 57436 h 64055"/>
                <a:gd name="connsiteX5" fmla="*/ 31052 w 42672"/>
                <a:gd name="connsiteY5" fmla="*/ 51102 h 64055"/>
                <a:gd name="connsiteX6" fmla="*/ 34314 w 42672"/>
                <a:gd name="connsiteY6" fmla="*/ 32052 h 64055"/>
                <a:gd name="connsiteX7" fmla="*/ 31052 w 42672"/>
                <a:gd name="connsiteY7" fmla="*/ 12978 h 64055"/>
                <a:gd name="connsiteX8" fmla="*/ 21336 w 42672"/>
                <a:gd name="connsiteY8" fmla="*/ 6620 h 64055"/>
                <a:gd name="connsiteX9" fmla="*/ 21336 w 42672"/>
                <a:gd name="connsiteY9" fmla="*/ 0 h 64055"/>
                <a:gd name="connsiteX10" fmla="*/ 37172 w 42672"/>
                <a:gd name="connsiteY10" fmla="*/ 8239 h 64055"/>
                <a:gd name="connsiteX11" fmla="*/ 42672 w 42672"/>
                <a:gd name="connsiteY11" fmla="*/ 32052 h 64055"/>
                <a:gd name="connsiteX12" fmla="*/ 37172 w 42672"/>
                <a:gd name="connsiteY12" fmla="*/ 55864 h 64055"/>
                <a:gd name="connsiteX13" fmla="*/ 21336 w 42672"/>
                <a:gd name="connsiteY13" fmla="*/ 64056 h 64055"/>
                <a:gd name="connsiteX14" fmla="*/ 5453 w 42672"/>
                <a:gd name="connsiteY14" fmla="*/ 55864 h 64055"/>
                <a:gd name="connsiteX15" fmla="*/ 0 w 42672"/>
                <a:gd name="connsiteY15" fmla="*/ 32052 h 64055"/>
                <a:gd name="connsiteX16" fmla="*/ 5453 w 42672"/>
                <a:gd name="connsiteY16" fmla="*/ 8239 h 64055"/>
                <a:gd name="connsiteX17" fmla="*/ 21336 w 42672"/>
                <a:gd name="connsiteY17" fmla="*/ 0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55">
                  <a:moveTo>
                    <a:pt x="21336" y="6620"/>
                  </a:moveTo>
                  <a:cubicBezTo>
                    <a:pt x="17026" y="6620"/>
                    <a:pt x="13788" y="8739"/>
                    <a:pt x="11621" y="12978"/>
                  </a:cubicBezTo>
                  <a:cubicBezTo>
                    <a:pt x="9478" y="17193"/>
                    <a:pt x="8406" y="23551"/>
                    <a:pt x="8406" y="32052"/>
                  </a:cubicBezTo>
                  <a:cubicBezTo>
                    <a:pt x="8406" y="40505"/>
                    <a:pt x="9478" y="46863"/>
                    <a:pt x="11621" y="51102"/>
                  </a:cubicBezTo>
                  <a:cubicBezTo>
                    <a:pt x="13788" y="55316"/>
                    <a:pt x="17026" y="57436"/>
                    <a:pt x="21336" y="57436"/>
                  </a:cubicBezTo>
                  <a:cubicBezTo>
                    <a:pt x="25670" y="57436"/>
                    <a:pt x="28908" y="55316"/>
                    <a:pt x="31052" y="51102"/>
                  </a:cubicBezTo>
                  <a:cubicBezTo>
                    <a:pt x="33219" y="46863"/>
                    <a:pt x="34314" y="40505"/>
                    <a:pt x="34314" y="32052"/>
                  </a:cubicBezTo>
                  <a:cubicBezTo>
                    <a:pt x="34314" y="23551"/>
                    <a:pt x="33219" y="17193"/>
                    <a:pt x="31052" y="12978"/>
                  </a:cubicBezTo>
                  <a:cubicBezTo>
                    <a:pt x="28908" y="8739"/>
                    <a:pt x="25670" y="6620"/>
                    <a:pt x="21336" y="6620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2" y="8239"/>
                  </a:cubicBezTo>
                  <a:cubicBezTo>
                    <a:pt x="40838" y="13692"/>
                    <a:pt x="42672" y="21645"/>
                    <a:pt x="42672" y="32052"/>
                  </a:cubicBezTo>
                  <a:cubicBezTo>
                    <a:pt x="42672" y="42434"/>
                    <a:pt x="40838" y="50363"/>
                    <a:pt x="37172" y="55864"/>
                  </a:cubicBezTo>
                  <a:cubicBezTo>
                    <a:pt x="33528" y="61317"/>
                    <a:pt x="28265" y="64056"/>
                    <a:pt x="21336" y="64056"/>
                  </a:cubicBezTo>
                  <a:cubicBezTo>
                    <a:pt x="14407" y="64056"/>
                    <a:pt x="9120" y="61317"/>
                    <a:pt x="5453" y="55864"/>
                  </a:cubicBezTo>
                  <a:cubicBezTo>
                    <a:pt x="1810" y="50363"/>
                    <a:pt x="0" y="42434"/>
                    <a:pt x="0" y="32052"/>
                  </a:cubicBezTo>
                  <a:cubicBezTo>
                    <a:pt x="0" y="21645"/>
                    <a:pt x="1810" y="13692"/>
                    <a:pt x="5453" y="8239"/>
                  </a:cubicBezTo>
                  <a:cubicBezTo>
                    <a:pt x="9120" y="2738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8" name="Freeform 157">
              <a:extLst>
                <a:ext uri="{FF2B5EF4-FFF2-40B4-BE49-F238E27FC236}">
                  <a16:creationId xmlns:a16="http://schemas.microsoft.com/office/drawing/2014/main" id="{F471E5AF-156A-0E10-CCB1-CDFB6240DEB0}"/>
                </a:ext>
              </a:extLst>
            </p:cNvPr>
            <p:cNvSpPr/>
            <p:nvPr/>
          </p:nvSpPr>
          <p:spPr>
            <a:xfrm>
              <a:off x="5212075" y="4175243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59" name="Freeform 158">
              <a:extLst>
                <a:ext uri="{FF2B5EF4-FFF2-40B4-BE49-F238E27FC236}">
                  <a16:creationId xmlns:a16="http://schemas.microsoft.com/office/drawing/2014/main" id="{C98BA090-0066-773E-7513-7B43B91EDD8F}"/>
                </a:ext>
              </a:extLst>
            </p:cNvPr>
            <p:cNvSpPr/>
            <p:nvPr/>
          </p:nvSpPr>
          <p:spPr>
            <a:xfrm>
              <a:off x="5236388" y="4122903"/>
              <a:ext cx="40648" cy="64055"/>
            </a:xfrm>
            <a:custGeom>
              <a:avLst/>
              <a:gdLst>
                <a:gd name="connsiteX0" fmla="*/ 27908 w 40648"/>
                <a:gd name="connsiteY0" fmla="*/ 29575 h 64055"/>
                <a:gd name="connsiteX1" fmla="*/ 37243 w 40648"/>
                <a:gd name="connsiteY1" fmla="*/ 34909 h 64055"/>
                <a:gd name="connsiteX2" fmla="*/ 40648 w 40648"/>
                <a:gd name="connsiteY2" fmla="*/ 44910 h 64055"/>
                <a:gd name="connsiteX3" fmla="*/ 34362 w 40648"/>
                <a:gd name="connsiteY3" fmla="*/ 59031 h 64055"/>
                <a:gd name="connsiteX4" fmla="*/ 16502 w 40648"/>
                <a:gd name="connsiteY4" fmla="*/ 64056 h 64055"/>
                <a:gd name="connsiteX5" fmla="*/ 8477 w 40648"/>
                <a:gd name="connsiteY5" fmla="*/ 63270 h 64055"/>
                <a:gd name="connsiteX6" fmla="*/ 0 w 40648"/>
                <a:gd name="connsiteY6" fmla="*/ 60984 h 64055"/>
                <a:gd name="connsiteX7" fmla="*/ 0 w 40648"/>
                <a:gd name="connsiteY7" fmla="*/ 52935 h 64055"/>
                <a:gd name="connsiteX8" fmla="*/ 7596 w 40648"/>
                <a:gd name="connsiteY8" fmla="*/ 55983 h 64055"/>
                <a:gd name="connsiteX9" fmla="*/ 16240 w 40648"/>
                <a:gd name="connsiteY9" fmla="*/ 57007 h 64055"/>
                <a:gd name="connsiteX10" fmla="*/ 28194 w 40648"/>
                <a:gd name="connsiteY10" fmla="*/ 53912 h 64055"/>
                <a:gd name="connsiteX11" fmla="*/ 32337 w 40648"/>
                <a:gd name="connsiteY11" fmla="*/ 44910 h 64055"/>
                <a:gd name="connsiteX12" fmla="*/ 28480 w 40648"/>
                <a:gd name="connsiteY12" fmla="*/ 36386 h 64055"/>
                <a:gd name="connsiteX13" fmla="*/ 17859 w 40648"/>
                <a:gd name="connsiteY13" fmla="*/ 33290 h 64055"/>
                <a:gd name="connsiteX14" fmla="*/ 10668 w 40648"/>
                <a:gd name="connsiteY14" fmla="*/ 33290 h 64055"/>
                <a:gd name="connsiteX15" fmla="*/ 10668 w 40648"/>
                <a:gd name="connsiteY15" fmla="*/ 26432 h 64055"/>
                <a:gd name="connsiteX16" fmla="*/ 18193 w 40648"/>
                <a:gd name="connsiteY16" fmla="*/ 26432 h 64055"/>
                <a:gd name="connsiteX17" fmla="*/ 27622 w 40648"/>
                <a:gd name="connsiteY17" fmla="*/ 23979 h 64055"/>
                <a:gd name="connsiteX18" fmla="*/ 30885 w 40648"/>
                <a:gd name="connsiteY18" fmla="*/ 16883 h 64055"/>
                <a:gd name="connsiteX19" fmla="*/ 27480 w 40648"/>
                <a:gd name="connsiteY19" fmla="*/ 9597 h 64055"/>
                <a:gd name="connsiteX20" fmla="*/ 17859 w 40648"/>
                <a:gd name="connsiteY20" fmla="*/ 7025 h 64055"/>
                <a:gd name="connsiteX21" fmla="*/ 10501 w 40648"/>
                <a:gd name="connsiteY21" fmla="*/ 7787 h 64055"/>
                <a:gd name="connsiteX22" fmla="*/ 1857 w 40648"/>
                <a:gd name="connsiteY22" fmla="*/ 10096 h 64055"/>
                <a:gd name="connsiteX23" fmla="*/ 1857 w 40648"/>
                <a:gd name="connsiteY23" fmla="*/ 2643 h 64055"/>
                <a:gd name="connsiteX24" fmla="*/ 10739 w 40648"/>
                <a:gd name="connsiteY24" fmla="*/ 667 h 64055"/>
                <a:gd name="connsiteX25" fmla="*/ 18598 w 40648"/>
                <a:gd name="connsiteY25" fmla="*/ 0 h 64055"/>
                <a:gd name="connsiteX26" fmla="*/ 33647 w 40648"/>
                <a:gd name="connsiteY26" fmla="*/ 4358 h 64055"/>
                <a:gd name="connsiteX27" fmla="*/ 39195 w 40648"/>
                <a:gd name="connsiteY27" fmla="*/ 16002 h 64055"/>
                <a:gd name="connsiteX28" fmla="*/ 36266 w 40648"/>
                <a:gd name="connsiteY28" fmla="*/ 24694 h 64055"/>
                <a:gd name="connsiteX29" fmla="*/ 27908 w 40648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55">
                  <a:moveTo>
                    <a:pt x="27908" y="29575"/>
                  </a:moveTo>
                  <a:cubicBezTo>
                    <a:pt x="31909" y="30409"/>
                    <a:pt x="35028" y="32195"/>
                    <a:pt x="37243" y="34909"/>
                  </a:cubicBezTo>
                  <a:cubicBezTo>
                    <a:pt x="39505" y="37600"/>
                    <a:pt x="40648" y="40934"/>
                    <a:pt x="40648" y="44910"/>
                  </a:cubicBezTo>
                  <a:cubicBezTo>
                    <a:pt x="40648" y="50983"/>
                    <a:pt x="38553" y="55697"/>
                    <a:pt x="34362" y="59031"/>
                  </a:cubicBezTo>
                  <a:cubicBezTo>
                    <a:pt x="30171" y="62389"/>
                    <a:pt x="24217" y="64056"/>
                    <a:pt x="16502" y="64056"/>
                  </a:cubicBezTo>
                  <a:cubicBezTo>
                    <a:pt x="13906" y="64056"/>
                    <a:pt x="11216" y="63794"/>
                    <a:pt x="8477" y="63270"/>
                  </a:cubicBezTo>
                  <a:cubicBezTo>
                    <a:pt x="5739" y="62770"/>
                    <a:pt x="2929" y="62008"/>
                    <a:pt x="0" y="60984"/>
                  </a:cubicBezTo>
                  <a:lnTo>
                    <a:pt x="0" y="52935"/>
                  </a:lnTo>
                  <a:cubicBezTo>
                    <a:pt x="2310" y="54293"/>
                    <a:pt x="4858" y="55293"/>
                    <a:pt x="7596" y="55983"/>
                  </a:cubicBezTo>
                  <a:cubicBezTo>
                    <a:pt x="10358" y="56674"/>
                    <a:pt x="13240" y="57007"/>
                    <a:pt x="16240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7" y="48839"/>
                    <a:pt x="32337" y="44910"/>
                  </a:cubicBezTo>
                  <a:cubicBezTo>
                    <a:pt x="32337" y="41267"/>
                    <a:pt x="31052" y="38433"/>
                    <a:pt x="28480" y="36386"/>
                  </a:cubicBezTo>
                  <a:cubicBezTo>
                    <a:pt x="25932" y="34314"/>
                    <a:pt x="22408" y="33290"/>
                    <a:pt x="17859" y="33290"/>
                  </a:cubicBezTo>
                  <a:lnTo>
                    <a:pt x="10668" y="33290"/>
                  </a:lnTo>
                  <a:lnTo>
                    <a:pt x="10668" y="26432"/>
                  </a:lnTo>
                  <a:lnTo>
                    <a:pt x="18193" y="26432"/>
                  </a:lnTo>
                  <a:cubicBezTo>
                    <a:pt x="22312" y="26432"/>
                    <a:pt x="25456" y="25622"/>
                    <a:pt x="27622" y="23979"/>
                  </a:cubicBezTo>
                  <a:cubicBezTo>
                    <a:pt x="29789" y="22336"/>
                    <a:pt x="30885" y="19955"/>
                    <a:pt x="30885" y="16883"/>
                  </a:cubicBezTo>
                  <a:cubicBezTo>
                    <a:pt x="30885" y="13716"/>
                    <a:pt x="29742" y="11287"/>
                    <a:pt x="27480" y="9597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86"/>
                    <a:pt x="10501" y="7787"/>
                  </a:cubicBezTo>
                  <a:cubicBezTo>
                    <a:pt x="7882" y="8287"/>
                    <a:pt x="5001" y="9049"/>
                    <a:pt x="1857" y="10096"/>
                  </a:cubicBezTo>
                  <a:lnTo>
                    <a:pt x="1857" y="2643"/>
                  </a:lnTo>
                  <a:cubicBezTo>
                    <a:pt x="5024" y="1762"/>
                    <a:pt x="8001" y="1119"/>
                    <a:pt x="10739" y="667"/>
                  </a:cubicBezTo>
                  <a:cubicBezTo>
                    <a:pt x="13526" y="214"/>
                    <a:pt x="16145" y="0"/>
                    <a:pt x="18598" y="0"/>
                  </a:cubicBezTo>
                  <a:cubicBezTo>
                    <a:pt x="24955" y="0"/>
                    <a:pt x="29956" y="1453"/>
                    <a:pt x="33647" y="4358"/>
                  </a:cubicBezTo>
                  <a:cubicBezTo>
                    <a:pt x="37338" y="7215"/>
                    <a:pt x="39195" y="11097"/>
                    <a:pt x="39195" y="16002"/>
                  </a:cubicBezTo>
                  <a:cubicBezTo>
                    <a:pt x="39195" y="19407"/>
                    <a:pt x="38219" y="22312"/>
                    <a:pt x="36266" y="24694"/>
                  </a:cubicBezTo>
                  <a:cubicBezTo>
                    <a:pt x="34290" y="27027"/>
                    <a:pt x="31504" y="28647"/>
                    <a:pt x="27908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0" name="Freeform 159">
              <a:extLst>
                <a:ext uri="{FF2B5EF4-FFF2-40B4-BE49-F238E27FC236}">
                  <a16:creationId xmlns:a16="http://schemas.microsoft.com/office/drawing/2014/main" id="{A548545D-C8D5-DC52-C4D9-1A7A13E40BE2}"/>
                </a:ext>
              </a:extLst>
            </p:cNvPr>
            <p:cNvSpPr/>
            <p:nvPr/>
          </p:nvSpPr>
          <p:spPr>
            <a:xfrm>
              <a:off x="5287942" y="4124022"/>
              <a:ext cx="44981" cy="61722"/>
            </a:xfrm>
            <a:custGeom>
              <a:avLst/>
              <a:gdLst>
                <a:gd name="connsiteX0" fmla="*/ 27861 w 44981"/>
                <a:gd name="connsiteY0" fmla="*/ 7287 h 61722"/>
                <a:gd name="connsiteX1" fmla="*/ 6787 w 44981"/>
                <a:gd name="connsiteY1" fmla="*/ 40219 h 61722"/>
                <a:gd name="connsiteX2" fmla="*/ 27861 w 44981"/>
                <a:gd name="connsiteY2" fmla="*/ 40219 h 61722"/>
                <a:gd name="connsiteX3" fmla="*/ 27861 w 44981"/>
                <a:gd name="connsiteY3" fmla="*/ 7287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19 h 61722"/>
                <a:gd name="connsiteX7" fmla="*/ 44982 w 44981"/>
                <a:gd name="connsiteY7" fmla="*/ 40219 h 61722"/>
                <a:gd name="connsiteX8" fmla="*/ 44982 w 44981"/>
                <a:gd name="connsiteY8" fmla="*/ 47173 h 61722"/>
                <a:gd name="connsiteX9" fmla="*/ 36171 w 44981"/>
                <a:gd name="connsiteY9" fmla="*/ 47173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3 h 61722"/>
                <a:gd name="connsiteX13" fmla="*/ 0 w 44981"/>
                <a:gd name="connsiteY13" fmla="*/ 47173 h 61722"/>
                <a:gd name="connsiteX14" fmla="*/ 0 w 44981"/>
                <a:gd name="connsiteY14" fmla="*/ 39124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87"/>
                  </a:moveTo>
                  <a:lnTo>
                    <a:pt x="6787" y="40219"/>
                  </a:lnTo>
                  <a:lnTo>
                    <a:pt x="27861" y="40219"/>
                  </a:lnTo>
                  <a:lnTo>
                    <a:pt x="27861" y="728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19"/>
                  </a:lnTo>
                  <a:lnTo>
                    <a:pt x="44982" y="40219"/>
                  </a:lnTo>
                  <a:lnTo>
                    <a:pt x="44982" y="47173"/>
                  </a:lnTo>
                  <a:lnTo>
                    <a:pt x="36171" y="47173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3"/>
                  </a:lnTo>
                  <a:lnTo>
                    <a:pt x="0" y="47173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1" name="Freeform 160">
              <a:extLst>
                <a:ext uri="{FF2B5EF4-FFF2-40B4-BE49-F238E27FC236}">
                  <a16:creationId xmlns:a16="http://schemas.microsoft.com/office/drawing/2014/main" id="{FDFEFA05-A5BB-57A5-0E37-090412DECD57}"/>
                </a:ext>
              </a:extLst>
            </p:cNvPr>
            <p:cNvSpPr/>
            <p:nvPr/>
          </p:nvSpPr>
          <p:spPr>
            <a:xfrm>
              <a:off x="5344115" y="4122903"/>
              <a:ext cx="40648" cy="64055"/>
            </a:xfrm>
            <a:custGeom>
              <a:avLst/>
              <a:gdLst>
                <a:gd name="connsiteX0" fmla="*/ 27908 w 40648"/>
                <a:gd name="connsiteY0" fmla="*/ 29575 h 64055"/>
                <a:gd name="connsiteX1" fmla="*/ 37243 w 40648"/>
                <a:gd name="connsiteY1" fmla="*/ 34909 h 64055"/>
                <a:gd name="connsiteX2" fmla="*/ 40648 w 40648"/>
                <a:gd name="connsiteY2" fmla="*/ 44910 h 64055"/>
                <a:gd name="connsiteX3" fmla="*/ 34362 w 40648"/>
                <a:gd name="connsiteY3" fmla="*/ 59031 h 64055"/>
                <a:gd name="connsiteX4" fmla="*/ 16502 w 40648"/>
                <a:gd name="connsiteY4" fmla="*/ 64056 h 64055"/>
                <a:gd name="connsiteX5" fmla="*/ 8477 w 40648"/>
                <a:gd name="connsiteY5" fmla="*/ 63270 h 64055"/>
                <a:gd name="connsiteX6" fmla="*/ 0 w 40648"/>
                <a:gd name="connsiteY6" fmla="*/ 60984 h 64055"/>
                <a:gd name="connsiteX7" fmla="*/ 0 w 40648"/>
                <a:gd name="connsiteY7" fmla="*/ 52935 h 64055"/>
                <a:gd name="connsiteX8" fmla="*/ 7620 w 40648"/>
                <a:gd name="connsiteY8" fmla="*/ 55983 h 64055"/>
                <a:gd name="connsiteX9" fmla="*/ 16264 w 40648"/>
                <a:gd name="connsiteY9" fmla="*/ 57007 h 64055"/>
                <a:gd name="connsiteX10" fmla="*/ 28194 w 40648"/>
                <a:gd name="connsiteY10" fmla="*/ 53912 h 64055"/>
                <a:gd name="connsiteX11" fmla="*/ 32338 w 40648"/>
                <a:gd name="connsiteY11" fmla="*/ 44910 h 64055"/>
                <a:gd name="connsiteX12" fmla="*/ 28480 w 40648"/>
                <a:gd name="connsiteY12" fmla="*/ 36386 h 64055"/>
                <a:gd name="connsiteX13" fmla="*/ 17859 w 40648"/>
                <a:gd name="connsiteY13" fmla="*/ 33290 h 64055"/>
                <a:gd name="connsiteX14" fmla="*/ 10668 w 40648"/>
                <a:gd name="connsiteY14" fmla="*/ 33290 h 64055"/>
                <a:gd name="connsiteX15" fmla="*/ 10668 w 40648"/>
                <a:gd name="connsiteY15" fmla="*/ 26432 h 64055"/>
                <a:gd name="connsiteX16" fmla="*/ 18193 w 40648"/>
                <a:gd name="connsiteY16" fmla="*/ 26432 h 64055"/>
                <a:gd name="connsiteX17" fmla="*/ 27622 w 40648"/>
                <a:gd name="connsiteY17" fmla="*/ 23979 h 64055"/>
                <a:gd name="connsiteX18" fmla="*/ 30885 w 40648"/>
                <a:gd name="connsiteY18" fmla="*/ 16883 h 64055"/>
                <a:gd name="connsiteX19" fmla="*/ 27504 w 40648"/>
                <a:gd name="connsiteY19" fmla="*/ 9597 h 64055"/>
                <a:gd name="connsiteX20" fmla="*/ 17859 w 40648"/>
                <a:gd name="connsiteY20" fmla="*/ 7025 h 64055"/>
                <a:gd name="connsiteX21" fmla="*/ 10501 w 40648"/>
                <a:gd name="connsiteY21" fmla="*/ 7787 h 64055"/>
                <a:gd name="connsiteX22" fmla="*/ 1857 w 40648"/>
                <a:gd name="connsiteY22" fmla="*/ 10096 h 64055"/>
                <a:gd name="connsiteX23" fmla="*/ 1857 w 40648"/>
                <a:gd name="connsiteY23" fmla="*/ 2643 h 64055"/>
                <a:gd name="connsiteX24" fmla="*/ 10763 w 40648"/>
                <a:gd name="connsiteY24" fmla="*/ 667 h 64055"/>
                <a:gd name="connsiteX25" fmla="*/ 18598 w 40648"/>
                <a:gd name="connsiteY25" fmla="*/ 0 h 64055"/>
                <a:gd name="connsiteX26" fmla="*/ 33647 w 40648"/>
                <a:gd name="connsiteY26" fmla="*/ 4358 h 64055"/>
                <a:gd name="connsiteX27" fmla="*/ 39196 w 40648"/>
                <a:gd name="connsiteY27" fmla="*/ 16002 h 64055"/>
                <a:gd name="connsiteX28" fmla="*/ 36266 w 40648"/>
                <a:gd name="connsiteY28" fmla="*/ 24694 h 64055"/>
                <a:gd name="connsiteX29" fmla="*/ 27908 w 40648"/>
                <a:gd name="connsiteY29" fmla="*/ 29575 h 6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55">
                  <a:moveTo>
                    <a:pt x="27908" y="29575"/>
                  </a:moveTo>
                  <a:cubicBezTo>
                    <a:pt x="31909" y="30409"/>
                    <a:pt x="35028" y="32195"/>
                    <a:pt x="37243" y="34909"/>
                  </a:cubicBezTo>
                  <a:cubicBezTo>
                    <a:pt x="39505" y="37600"/>
                    <a:pt x="40648" y="40934"/>
                    <a:pt x="40648" y="44910"/>
                  </a:cubicBezTo>
                  <a:cubicBezTo>
                    <a:pt x="40648" y="50983"/>
                    <a:pt x="38553" y="55697"/>
                    <a:pt x="34362" y="59031"/>
                  </a:cubicBezTo>
                  <a:cubicBezTo>
                    <a:pt x="30171" y="62389"/>
                    <a:pt x="24217" y="64056"/>
                    <a:pt x="16502" y="64056"/>
                  </a:cubicBezTo>
                  <a:cubicBezTo>
                    <a:pt x="13906" y="64056"/>
                    <a:pt x="11239" y="63794"/>
                    <a:pt x="8477" y="63270"/>
                  </a:cubicBezTo>
                  <a:cubicBezTo>
                    <a:pt x="5739" y="62770"/>
                    <a:pt x="2929" y="62008"/>
                    <a:pt x="0" y="60984"/>
                  </a:cubicBezTo>
                  <a:lnTo>
                    <a:pt x="0" y="52935"/>
                  </a:lnTo>
                  <a:cubicBezTo>
                    <a:pt x="2310" y="54293"/>
                    <a:pt x="4858" y="55293"/>
                    <a:pt x="7620" y="55983"/>
                  </a:cubicBezTo>
                  <a:cubicBezTo>
                    <a:pt x="10358" y="56674"/>
                    <a:pt x="13240" y="57007"/>
                    <a:pt x="16264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8" y="48839"/>
                    <a:pt x="32338" y="44910"/>
                  </a:cubicBezTo>
                  <a:cubicBezTo>
                    <a:pt x="32338" y="41267"/>
                    <a:pt x="31052" y="38433"/>
                    <a:pt x="28480" y="36386"/>
                  </a:cubicBezTo>
                  <a:cubicBezTo>
                    <a:pt x="25956" y="34314"/>
                    <a:pt x="22408" y="33290"/>
                    <a:pt x="17859" y="33290"/>
                  </a:cubicBezTo>
                  <a:lnTo>
                    <a:pt x="10668" y="33290"/>
                  </a:lnTo>
                  <a:lnTo>
                    <a:pt x="10668" y="26432"/>
                  </a:lnTo>
                  <a:lnTo>
                    <a:pt x="18193" y="26432"/>
                  </a:lnTo>
                  <a:cubicBezTo>
                    <a:pt x="22312" y="26432"/>
                    <a:pt x="25456" y="25622"/>
                    <a:pt x="27622" y="23979"/>
                  </a:cubicBezTo>
                  <a:cubicBezTo>
                    <a:pt x="29789" y="22336"/>
                    <a:pt x="30885" y="19955"/>
                    <a:pt x="30885" y="16883"/>
                  </a:cubicBezTo>
                  <a:cubicBezTo>
                    <a:pt x="30885" y="13716"/>
                    <a:pt x="29766" y="11287"/>
                    <a:pt x="27504" y="9597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86"/>
                    <a:pt x="10501" y="7787"/>
                  </a:cubicBezTo>
                  <a:cubicBezTo>
                    <a:pt x="7882" y="8287"/>
                    <a:pt x="5001" y="9049"/>
                    <a:pt x="1857" y="10096"/>
                  </a:cubicBezTo>
                  <a:lnTo>
                    <a:pt x="1857" y="2643"/>
                  </a:lnTo>
                  <a:cubicBezTo>
                    <a:pt x="5024" y="1762"/>
                    <a:pt x="8001" y="1119"/>
                    <a:pt x="10763" y="667"/>
                  </a:cubicBezTo>
                  <a:cubicBezTo>
                    <a:pt x="13549" y="214"/>
                    <a:pt x="16145" y="0"/>
                    <a:pt x="18598" y="0"/>
                  </a:cubicBezTo>
                  <a:cubicBezTo>
                    <a:pt x="24955" y="0"/>
                    <a:pt x="29956" y="1453"/>
                    <a:pt x="33647" y="4358"/>
                  </a:cubicBezTo>
                  <a:cubicBezTo>
                    <a:pt x="37338" y="7215"/>
                    <a:pt x="39196" y="11097"/>
                    <a:pt x="39196" y="16002"/>
                  </a:cubicBezTo>
                  <a:cubicBezTo>
                    <a:pt x="39196" y="19407"/>
                    <a:pt x="38219" y="22312"/>
                    <a:pt x="36266" y="24694"/>
                  </a:cubicBezTo>
                  <a:cubicBezTo>
                    <a:pt x="34314" y="27027"/>
                    <a:pt x="31528" y="28647"/>
                    <a:pt x="27908" y="2957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2" name="Freeform 161">
              <a:extLst>
                <a:ext uri="{FF2B5EF4-FFF2-40B4-BE49-F238E27FC236}">
                  <a16:creationId xmlns:a16="http://schemas.microsoft.com/office/drawing/2014/main" id="{5651E1CA-FBF3-A188-2C14-A43E529ECE28}"/>
                </a:ext>
              </a:extLst>
            </p:cNvPr>
            <p:cNvSpPr/>
            <p:nvPr/>
          </p:nvSpPr>
          <p:spPr>
            <a:xfrm>
              <a:off x="5398480" y="4124022"/>
              <a:ext cx="39695" cy="61722"/>
            </a:xfrm>
            <a:custGeom>
              <a:avLst/>
              <a:gdLst>
                <a:gd name="connsiteX0" fmla="*/ 0 w 39695"/>
                <a:gd name="connsiteY0" fmla="*/ 0 h 61722"/>
                <a:gd name="connsiteX1" fmla="*/ 39695 w 39695"/>
                <a:gd name="connsiteY1" fmla="*/ 0 h 61722"/>
                <a:gd name="connsiteX2" fmla="*/ 39695 w 39695"/>
                <a:gd name="connsiteY2" fmla="*/ 3548 h 61722"/>
                <a:gd name="connsiteX3" fmla="*/ 17288 w 39695"/>
                <a:gd name="connsiteY3" fmla="*/ 61722 h 61722"/>
                <a:gd name="connsiteX4" fmla="*/ 8572 w 39695"/>
                <a:gd name="connsiteY4" fmla="*/ 61722 h 61722"/>
                <a:gd name="connsiteX5" fmla="*/ 29646 w 39695"/>
                <a:gd name="connsiteY5" fmla="*/ 7025 h 61722"/>
                <a:gd name="connsiteX6" fmla="*/ 0 w 39695"/>
                <a:gd name="connsiteY6" fmla="*/ 7025 h 61722"/>
                <a:gd name="connsiteX7" fmla="*/ 0 w 39695"/>
                <a:gd name="connsiteY7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695" h="61722">
                  <a:moveTo>
                    <a:pt x="0" y="0"/>
                  </a:moveTo>
                  <a:lnTo>
                    <a:pt x="39695" y="0"/>
                  </a:lnTo>
                  <a:lnTo>
                    <a:pt x="39695" y="3548"/>
                  </a:lnTo>
                  <a:lnTo>
                    <a:pt x="17288" y="61722"/>
                  </a:lnTo>
                  <a:lnTo>
                    <a:pt x="8572" y="61722"/>
                  </a:lnTo>
                  <a:lnTo>
                    <a:pt x="29646" y="7025"/>
                  </a:lnTo>
                  <a:lnTo>
                    <a:pt x="0" y="7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3" name="Freeform 162">
              <a:extLst>
                <a:ext uri="{FF2B5EF4-FFF2-40B4-BE49-F238E27FC236}">
                  <a16:creationId xmlns:a16="http://schemas.microsoft.com/office/drawing/2014/main" id="{D975373F-E56B-400E-FC09-F88E85031A45}"/>
                </a:ext>
              </a:extLst>
            </p:cNvPr>
            <p:cNvSpPr/>
            <p:nvPr/>
          </p:nvSpPr>
          <p:spPr>
            <a:xfrm>
              <a:off x="5451605" y="4122903"/>
              <a:ext cx="39195" cy="62841"/>
            </a:xfrm>
            <a:custGeom>
              <a:avLst/>
              <a:gdLst>
                <a:gd name="connsiteX0" fmla="*/ 10049 w 39195"/>
                <a:gd name="connsiteY0" fmla="*/ 55816 h 62841"/>
                <a:gd name="connsiteX1" fmla="*/ 39195 w 39195"/>
                <a:gd name="connsiteY1" fmla="*/ 55816 h 62841"/>
                <a:gd name="connsiteX2" fmla="*/ 39195 w 39195"/>
                <a:gd name="connsiteY2" fmla="*/ 62841 h 62841"/>
                <a:gd name="connsiteX3" fmla="*/ 0 w 39195"/>
                <a:gd name="connsiteY3" fmla="*/ 62841 h 62841"/>
                <a:gd name="connsiteX4" fmla="*/ 0 w 39195"/>
                <a:gd name="connsiteY4" fmla="*/ 55816 h 62841"/>
                <a:gd name="connsiteX5" fmla="*/ 12954 w 39195"/>
                <a:gd name="connsiteY5" fmla="*/ 42624 h 62841"/>
                <a:gd name="connsiteX6" fmla="*/ 23289 w 39195"/>
                <a:gd name="connsiteY6" fmla="*/ 31933 h 62841"/>
                <a:gd name="connsiteX7" fmla="*/ 28861 w 39195"/>
                <a:gd name="connsiteY7" fmla="*/ 24312 h 62841"/>
                <a:gd name="connsiteX8" fmla="*/ 30480 w 39195"/>
                <a:gd name="connsiteY8" fmla="*/ 18145 h 62841"/>
                <a:gd name="connsiteX9" fmla="*/ 27003 w 39195"/>
                <a:gd name="connsiteY9" fmla="*/ 10144 h 62841"/>
                <a:gd name="connsiteX10" fmla="*/ 18026 w 39195"/>
                <a:gd name="connsiteY10" fmla="*/ 7025 h 62841"/>
                <a:gd name="connsiteX11" fmla="*/ 9715 w 39195"/>
                <a:gd name="connsiteY11" fmla="*/ 8406 h 62841"/>
                <a:gd name="connsiteX12" fmla="*/ 405 w 39195"/>
                <a:gd name="connsiteY12" fmla="*/ 12525 h 62841"/>
                <a:gd name="connsiteX13" fmla="*/ 405 w 39195"/>
                <a:gd name="connsiteY13" fmla="*/ 4096 h 62841"/>
                <a:gd name="connsiteX14" fmla="*/ 9835 w 39195"/>
                <a:gd name="connsiteY14" fmla="*/ 1048 h 62841"/>
                <a:gd name="connsiteX15" fmla="*/ 17859 w 39195"/>
                <a:gd name="connsiteY15" fmla="*/ 0 h 62841"/>
                <a:gd name="connsiteX16" fmla="*/ 33147 w 39195"/>
                <a:gd name="connsiteY16" fmla="*/ 4810 h 62841"/>
                <a:gd name="connsiteX17" fmla="*/ 38862 w 39195"/>
                <a:gd name="connsiteY17" fmla="*/ 17621 h 62841"/>
                <a:gd name="connsiteX18" fmla="*/ 37409 w 39195"/>
                <a:gd name="connsiteY18" fmla="*/ 24860 h 62841"/>
                <a:gd name="connsiteX19" fmla="*/ 32242 w 39195"/>
                <a:gd name="connsiteY19" fmla="*/ 32885 h 62841"/>
                <a:gd name="connsiteX20" fmla="*/ 25670 w 39195"/>
                <a:gd name="connsiteY20" fmla="*/ 39814 h 62841"/>
                <a:gd name="connsiteX21" fmla="*/ 10049 w 39195"/>
                <a:gd name="connsiteY21" fmla="*/ 55816 h 62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195" h="62841">
                  <a:moveTo>
                    <a:pt x="10049" y="55816"/>
                  </a:moveTo>
                  <a:lnTo>
                    <a:pt x="39195" y="55816"/>
                  </a:lnTo>
                  <a:lnTo>
                    <a:pt x="39195" y="62841"/>
                  </a:lnTo>
                  <a:lnTo>
                    <a:pt x="0" y="62841"/>
                  </a:lnTo>
                  <a:lnTo>
                    <a:pt x="0" y="55816"/>
                  </a:lnTo>
                  <a:cubicBezTo>
                    <a:pt x="3167" y="52530"/>
                    <a:pt x="7501" y="48125"/>
                    <a:pt x="12954" y="42624"/>
                  </a:cubicBezTo>
                  <a:cubicBezTo>
                    <a:pt x="18431" y="37076"/>
                    <a:pt x="21884" y="33528"/>
                    <a:pt x="23289" y="31933"/>
                  </a:cubicBezTo>
                  <a:cubicBezTo>
                    <a:pt x="25956" y="28908"/>
                    <a:pt x="27813" y="26384"/>
                    <a:pt x="28861" y="24312"/>
                  </a:cubicBezTo>
                  <a:cubicBezTo>
                    <a:pt x="29932" y="22217"/>
                    <a:pt x="30480" y="20169"/>
                    <a:pt x="30480" y="18145"/>
                  </a:cubicBezTo>
                  <a:cubicBezTo>
                    <a:pt x="30480" y="14883"/>
                    <a:pt x="29313" y="12216"/>
                    <a:pt x="27003" y="10144"/>
                  </a:cubicBezTo>
                  <a:cubicBezTo>
                    <a:pt x="24717" y="8072"/>
                    <a:pt x="21717" y="7025"/>
                    <a:pt x="18026" y="7025"/>
                  </a:cubicBezTo>
                  <a:cubicBezTo>
                    <a:pt x="15407" y="7025"/>
                    <a:pt x="12645" y="7477"/>
                    <a:pt x="9715" y="8406"/>
                  </a:cubicBezTo>
                  <a:cubicBezTo>
                    <a:pt x="6834" y="9311"/>
                    <a:pt x="3715" y="10692"/>
                    <a:pt x="405" y="12525"/>
                  </a:cubicBezTo>
                  <a:lnTo>
                    <a:pt x="405" y="4096"/>
                  </a:lnTo>
                  <a:cubicBezTo>
                    <a:pt x="3762" y="2738"/>
                    <a:pt x="6906" y="1738"/>
                    <a:pt x="9835" y="1048"/>
                  </a:cubicBezTo>
                  <a:cubicBezTo>
                    <a:pt x="12763" y="357"/>
                    <a:pt x="15430" y="0"/>
                    <a:pt x="17859" y="0"/>
                  </a:cubicBezTo>
                  <a:cubicBezTo>
                    <a:pt x="24265" y="0"/>
                    <a:pt x="29361" y="1596"/>
                    <a:pt x="33147" y="4810"/>
                  </a:cubicBezTo>
                  <a:cubicBezTo>
                    <a:pt x="36957" y="8001"/>
                    <a:pt x="38862" y="12263"/>
                    <a:pt x="38862" y="17621"/>
                  </a:cubicBezTo>
                  <a:cubicBezTo>
                    <a:pt x="38862" y="20169"/>
                    <a:pt x="38386" y="22574"/>
                    <a:pt x="37409" y="24860"/>
                  </a:cubicBezTo>
                  <a:cubicBezTo>
                    <a:pt x="36481" y="27122"/>
                    <a:pt x="34742" y="29789"/>
                    <a:pt x="32242" y="32885"/>
                  </a:cubicBezTo>
                  <a:cubicBezTo>
                    <a:pt x="31552" y="33671"/>
                    <a:pt x="29361" y="35981"/>
                    <a:pt x="25670" y="39814"/>
                  </a:cubicBezTo>
                  <a:cubicBezTo>
                    <a:pt x="21979" y="43624"/>
                    <a:pt x="16788" y="48958"/>
                    <a:pt x="10049" y="55816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851299D1-EA89-A225-6AD9-7172EA045948}"/>
              </a:ext>
            </a:extLst>
          </p:cNvPr>
          <p:cNvGrpSpPr/>
          <p:nvPr/>
        </p:nvGrpSpPr>
        <p:grpSpPr>
          <a:xfrm>
            <a:off x="5000487" y="3893269"/>
            <a:ext cx="429910" cy="646628"/>
            <a:chOff x="4711941" y="3508255"/>
            <a:chExt cx="429910" cy="646628"/>
          </a:xfrm>
        </p:grpSpPr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37B1558C-987D-01FD-603E-C70E7F89EFEA}"/>
                </a:ext>
              </a:extLst>
            </p:cNvPr>
            <p:cNvSpPr/>
            <p:nvPr/>
          </p:nvSpPr>
          <p:spPr>
            <a:xfrm>
              <a:off x="4711941" y="3508255"/>
              <a:ext cx="429910" cy="646628"/>
            </a:xfrm>
            <a:custGeom>
              <a:avLst/>
              <a:gdLst>
                <a:gd name="connsiteX0" fmla="*/ 0 w 429910"/>
                <a:gd name="connsiteY0" fmla="*/ 646628 h 646628"/>
                <a:gd name="connsiteX1" fmla="*/ 429911 w 429910"/>
                <a:gd name="connsiteY1" fmla="*/ 646628 h 646628"/>
                <a:gd name="connsiteX2" fmla="*/ 429911 w 429910"/>
                <a:gd name="connsiteY2" fmla="*/ 0 h 646628"/>
                <a:gd name="connsiteX3" fmla="*/ 0 w 429910"/>
                <a:gd name="connsiteY3" fmla="*/ 0 h 646628"/>
                <a:gd name="connsiteX4" fmla="*/ 0 w 429910"/>
                <a:gd name="connsiteY4" fmla="*/ 646628 h 646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646628">
                  <a:moveTo>
                    <a:pt x="0" y="646628"/>
                  </a:moveTo>
                  <a:lnTo>
                    <a:pt x="429911" y="646628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646628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4" name="Freeform 163">
              <a:extLst>
                <a:ext uri="{FF2B5EF4-FFF2-40B4-BE49-F238E27FC236}">
                  <a16:creationId xmlns:a16="http://schemas.microsoft.com/office/drawing/2014/main" id="{D6D55F1A-A6FB-FC17-86F9-354D1729834F}"/>
                </a:ext>
              </a:extLst>
            </p:cNvPr>
            <p:cNvSpPr/>
            <p:nvPr/>
          </p:nvSpPr>
          <p:spPr>
            <a:xfrm>
              <a:off x="4882081" y="3759572"/>
              <a:ext cx="89606" cy="144017"/>
            </a:xfrm>
            <a:custGeom>
              <a:avLst/>
              <a:gdLst>
                <a:gd name="connsiteX0" fmla="*/ 0 w 89606"/>
                <a:gd name="connsiteY0" fmla="*/ 0 h 144017"/>
                <a:gd name="connsiteX1" fmla="*/ 19479 w 89606"/>
                <a:gd name="connsiteY1" fmla="*/ 0 h 144017"/>
                <a:gd name="connsiteX2" fmla="*/ 19479 w 89606"/>
                <a:gd name="connsiteY2" fmla="*/ 127611 h 144017"/>
                <a:gd name="connsiteX3" fmla="*/ 89606 w 89606"/>
                <a:gd name="connsiteY3" fmla="*/ 127611 h 144017"/>
                <a:gd name="connsiteX4" fmla="*/ 89606 w 89606"/>
                <a:gd name="connsiteY4" fmla="*/ 144018 h 144017"/>
                <a:gd name="connsiteX5" fmla="*/ 0 w 89606"/>
                <a:gd name="connsiteY5" fmla="*/ 144018 h 144017"/>
                <a:gd name="connsiteX6" fmla="*/ 0 w 89606"/>
                <a:gd name="connsiteY6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606" h="144017">
                  <a:moveTo>
                    <a:pt x="0" y="0"/>
                  </a:moveTo>
                  <a:lnTo>
                    <a:pt x="19479" y="0"/>
                  </a:lnTo>
                  <a:lnTo>
                    <a:pt x="19479" y="127611"/>
                  </a:lnTo>
                  <a:lnTo>
                    <a:pt x="89606" y="127611"/>
                  </a:lnTo>
                  <a:lnTo>
                    <a:pt x="89606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B58310FE-C8D7-3466-68BC-F057888C7A62}"/>
              </a:ext>
            </a:extLst>
          </p:cNvPr>
          <p:cNvGrpSpPr/>
          <p:nvPr/>
        </p:nvGrpSpPr>
        <p:grpSpPr>
          <a:xfrm>
            <a:off x="5482025" y="3861312"/>
            <a:ext cx="339209" cy="64031"/>
            <a:chOff x="5154734" y="3476298"/>
            <a:chExt cx="339209" cy="64031"/>
          </a:xfrm>
        </p:grpSpPr>
        <p:sp>
          <p:nvSpPr>
            <p:cNvPr id="165" name="Freeform 164">
              <a:extLst>
                <a:ext uri="{FF2B5EF4-FFF2-40B4-BE49-F238E27FC236}">
                  <a16:creationId xmlns:a16="http://schemas.microsoft.com/office/drawing/2014/main" id="{FC9B8C7C-4EA3-61E5-4D1D-6325CACDC397}"/>
                </a:ext>
              </a:extLst>
            </p:cNvPr>
            <p:cNvSpPr/>
            <p:nvPr/>
          </p:nvSpPr>
          <p:spPr>
            <a:xfrm>
              <a:off x="5154734" y="3476298"/>
              <a:ext cx="42672" cy="64031"/>
            </a:xfrm>
            <a:custGeom>
              <a:avLst/>
              <a:gdLst>
                <a:gd name="connsiteX0" fmla="*/ 21336 w 42672"/>
                <a:gd name="connsiteY0" fmla="*/ 6596 h 64031"/>
                <a:gd name="connsiteX1" fmla="*/ 11621 w 42672"/>
                <a:gd name="connsiteY1" fmla="*/ 12978 h 64031"/>
                <a:gd name="connsiteX2" fmla="*/ 8406 w 42672"/>
                <a:gd name="connsiteY2" fmla="*/ 32028 h 64031"/>
                <a:gd name="connsiteX3" fmla="*/ 11621 w 42672"/>
                <a:gd name="connsiteY3" fmla="*/ 51078 h 64031"/>
                <a:gd name="connsiteX4" fmla="*/ 21336 w 42672"/>
                <a:gd name="connsiteY4" fmla="*/ 57412 h 64031"/>
                <a:gd name="connsiteX5" fmla="*/ 31052 w 42672"/>
                <a:gd name="connsiteY5" fmla="*/ 51078 h 64031"/>
                <a:gd name="connsiteX6" fmla="*/ 34314 w 42672"/>
                <a:gd name="connsiteY6" fmla="*/ 32028 h 64031"/>
                <a:gd name="connsiteX7" fmla="*/ 31052 w 42672"/>
                <a:gd name="connsiteY7" fmla="*/ 12978 h 64031"/>
                <a:gd name="connsiteX8" fmla="*/ 21336 w 42672"/>
                <a:gd name="connsiteY8" fmla="*/ 6596 h 64031"/>
                <a:gd name="connsiteX9" fmla="*/ 21336 w 42672"/>
                <a:gd name="connsiteY9" fmla="*/ 0 h 64031"/>
                <a:gd name="connsiteX10" fmla="*/ 37172 w 42672"/>
                <a:gd name="connsiteY10" fmla="*/ 8215 h 64031"/>
                <a:gd name="connsiteX11" fmla="*/ 42672 w 42672"/>
                <a:gd name="connsiteY11" fmla="*/ 32028 h 64031"/>
                <a:gd name="connsiteX12" fmla="*/ 37172 w 42672"/>
                <a:gd name="connsiteY12" fmla="*/ 55840 h 64031"/>
                <a:gd name="connsiteX13" fmla="*/ 21336 w 42672"/>
                <a:gd name="connsiteY13" fmla="*/ 64032 h 64031"/>
                <a:gd name="connsiteX14" fmla="*/ 5453 w 42672"/>
                <a:gd name="connsiteY14" fmla="*/ 55840 h 64031"/>
                <a:gd name="connsiteX15" fmla="*/ 0 w 42672"/>
                <a:gd name="connsiteY15" fmla="*/ 32028 h 64031"/>
                <a:gd name="connsiteX16" fmla="*/ 5453 w 42672"/>
                <a:gd name="connsiteY16" fmla="*/ 8215 h 64031"/>
                <a:gd name="connsiteX17" fmla="*/ 21336 w 4267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1">
                  <a:moveTo>
                    <a:pt x="21336" y="6596"/>
                  </a:moveTo>
                  <a:cubicBezTo>
                    <a:pt x="17026" y="6596"/>
                    <a:pt x="13788" y="8715"/>
                    <a:pt x="11621" y="12978"/>
                  </a:cubicBezTo>
                  <a:cubicBezTo>
                    <a:pt x="9478" y="17193"/>
                    <a:pt x="8406" y="23527"/>
                    <a:pt x="8406" y="32028"/>
                  </a:cubicBezTo>
                  <a:cubicBezTo>
                    <a:pt x="8406" y="40481"/>
                    <a:pt x="9478" y="46839"/>
                    <a:pt x="11621" y="51078"/>
                  </a:cubicBezTo>
                  <a:cubicBezTo>
                    <a:pt x="13788" y="55293"/>
                    <a:pt x="17026" y="57412"/>
                    <a:pt x="21336" y="57412"/>
                  </a:cubicBezTo>
                  <a:cubicBezTo>
                    <a:pt x="25670" y="57412"/>
                    <a:pt x="28908" y="55293"/>
                    <a:pt x="31052" y="51078"/>
                  </a:cubicBezTo>
                  <a:cubicBezTo>
                    <a:pt x="33219" y="46839"/>
                    <a:pt x="34314" y="40481"/>
                    <a:pt x="34314" y="32028"/>
                  </a:cubicBezTo>
                  <a:cubicBezTo>
                    <a:pt x="34314" y="23527"/>
                    <a:pt x="33219" y="17193"/>
                    <a:pt x="31052" y="12978"/>
                  </a:cubicBezTo>
                  <a:cubicBezTo>
                    <a:pt x="28908" y="8715"/>
                    <a:pt x="25670" y="6596"/>
                    <a:pt x="21336" y="6596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2" y="8215"/>
                  </a:cubicBezTo>
                  <a:cubicBezTo>
                    <a:pt x="40838" y="13668"/>
                    <a:pt x="42672" y="21622"/>
                    <a:pt x="42672" y="32028"/>
                  </a:cubicBezTo>
                  <a:cubicBezTo>
                    <a:pt x="42672" y="42434"/>
                    <a:pt x="40838" y="50363"/>
                    <a:pt x="37172" y="55840"/>
                  </a:cubicBezTo>
                  <a:cubicBezTo>
                    <a:pt x="33528" y="61293"/>
                    <a:pt x="28265" y="64032"/>
                    <a:pt x="21336" y="64032"/>
                  </a:cubicBezTo>
                  <a:cubicBezTo>
                    <a:pt x="14407" y="64032"/>
                    <a:pt x="9120" y="61293"/>
                    <a:pt x="5453" y="55840"/>
                  </a:cubicBezTo>
                  <a:cubicBezTo>
                    <a:pt x="1810" y="50363"/>
                    <a:pt x="0" y="42434"/>
                    <a:pt x="0" y="32028"/>
                  </a:cubicBezTo>
                  <a:cubicBezTo>
                    <a:pt x="0" y="21622"/>
                    <a:pt x="1810" y="13668"/>
                    <a:pt x="5453" y="8215"/>
                  </a:cubicBezTo>
                  <a:cubicBezTo>
                    <a:pt x="9120" y="2738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6" name="Freeform 165">
              <a:extLst>
                <a:ext uri="{FF2B5EF4-FFF2-40B4-BE49-F238E27FC236}">
                  <a16:creationId xmlns:a16="http://schemas.microsoft.com/office/drawing/2014/main" id="{9CA8BF7B-B035-0159-06BA-33C9DAF8269B}"/>
                </a:ext>
              </a:extLst>
            </p:cNvPr>
            <p:cNvSpPr/>
            <p:nvPr/>
          </p:nvSpPr>
          <p:spPr>
            <a:xfrm>
              <a:off x="5212075" y="3528614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7" name="Freeform 166">
              <a:extLst>
                <a:ext uri="{FF2B5EF4-FFF2-40B4-BE49-F238E27FC236}">
                  <a16:creationId xmlns:a16="http://schemas.microsoft.com/office/drawing/2014/main" id="{912B7DC3-ACC8-D4FA-2F28-FDDB55B944D6}"/>
                </a:ext>
              </a:extLst>
            </p:cNvPr>
            <p:cNvSpPr/>
            <p:nvPr/>
          </p:nvSpPr>
          <p:spPr>
            <a:xfrm>
              <a:off x="5236388" y="3476298"/>
              <a:ext cx="40648" cy="64031"/>
            </a:xfrm>
            <a:custGeom>
              <a:avLst/>
              <a:gdLst>
                <a:gd name="connsiteX0" fmla="*/ 27908 w 40648"/>
                <a:gd name="connsiteY0" fmla="*/ 29551 h 64031"/>
                <a:gd name="connsiteX1" fmla="*/ 37243 w 40648"/>
                <a:gd name="connsiteY1" fmla="*/ 34885 h 64031"/>
                <a:gd name="connsiteX2" fmla="*/ 40648 w 40648"/>
                <a:gd name="connsiteY2" fmla="*/ 44887 h 64031"/>
                <a:gd name="connsiteX3" fmla="*/ 34362 w 40648"/>
                <a:gd name="connsiteY3" fmla="*/ 59031 h 64031"/>
                <a:gd name="connsiteX4" fmla="*/ 16502 w 40648"/>
                <a:gd name="connsiteY4" fmla="*/ 64032 h 64031"/>
                <a:gd name="connsiteX5" fmla="*/ 8477 w 40648"/>
                <a:gd name="connsiteY5" fmla="*/ 63246 h 64031"/>
                <a:gd name="connsiteX6" fmla="*/ 0 w 40648"/>
                <a:gd name="connsiteY6" fmla="*/ 60960 h 64031"/>
                <a:gd name="connsiteX7" fmla="*/ 0 w 40648"/>
                <a:gd name="connsiteY7" fmla="*/ 52911 h 64031"/>
                <a:gd name="connsiteX8" fmla="*/ 7596 w 40648"/>
                <a:gd name="connsiteY8" fmla="*/ 55959 h 64031"/>
                <a:gd name="connsiteX9" fmla="*/ 16240 w 40648"/>
                <a:gd name="connsiteY9" fmla="*/ 57007 h 64031"/>
                <a:gd name="connsiteX10" fmla="*/ 28194 w 40648"/>
                <a:gd name="connsiteY10" fmla="*/ 53888 h 64031"/>
                <a:gd name="connsiteX11" fmla="*/ 32337 w 40648"/>
                <a:gd name="connsiteY11" fmla="*/ 44887 h 64031"/>
                <a:gd name="connsiteX12" fmla="*/ 28480 w 40648"/>
                <a:gd name="connsiteY12" fmla="*/ 36362 h 64031"/>
                <a:gd name="connsiteX13" fmla="*/ 17859 w 40648"/>
                <a:gd name="connsiteY13" fmla="*/ 33266 h 64031"/>
                <a:gd name="connsiteX14" fmla="*/ 10668 w 40648"/>
                <a:gd name="connsiteY14" fmla="*/ 33266 h 64031"/>
                <a:gd name="connsiteX15" fmla="*/ 10668 w 40648"/>
                <a:gd name="connsiteY15" fmla="*/ 26408 h 64031"/>
                <a:gd name="connsiteX16" fmla="*/ 18193 w 40648"/>
                <a:gd name="connsiteY16" fmla="*/ 26408 h 64031"/>
                <a:gd name="connsiteX17" fmla="*/ 27622 w 40648"/>
                <a:gd name="connsiteY17" fmla="*/ 23956 h 64031"/>
                <a:gd name="connsiteX18" fmla="*/ 30885 w 40648"/>
                <a:gd name="connsiteY18" fmla="*/ 16859 h 64031"/>
                <a:gd name="connsiteX19" fmla="*/ 27480 w 40648"/>
                <a:gd name="connsiteY19" fmla="*/ 9573 h 64031"/>
                <a:gd name="connsiteX20" fmla="*/ 17859 w 40648"/>
                <a:gd name="connsiteY20" fmla="*/ 7025 h 64031"/>
                <a:gd name="connsiteX21" fmla="*/ 10501 w 40648"/>
                <a:gd name="connsiteY21" fmla="*/ 7763 h 64031"/>
                <a:gd name="connsiteX22" fmla="*/ 1857 w 40648"/>
                <a:gd name="connsiteY22" fmla="*/ 10073 h 64031"/>
                <a:gd name="connsiteX23" fmla="*/ 1857 w 40648"/>
                <a:gd name="connsiteY23" fmla="*/ 2643 h 64031"/>
                <a:gd name="connsiteX24" fmla="*/ 10739 w 40648"/>
                <a:gd name="connsiteY24" fmla="*/ 643 h 64031"/>
                <a:gd name="connsiteX25" fmla="*/ 18598 w 40648"/>
                <a:gd name="connsiteY25" fmla="*/ 0 h 64031"/>
                <a:gd name="connsiteX26" fmla="*/ 33647 w 40648"/>
                <a:gd name="connsiteY26" fmla="*/ 4334 h 64031"/>
                <a:gd name="connsiteX27" fmla="*/ 39195 w 40648"/>
                <a:gd name="connsiteY27" fmla="*/ 15978 h 64031"/>
                <a:gd name="connsiteX28" fmla="*/ 36266 w 40648"/>
                <a:gd name="connsiteY28" fmla="*/ 24670 h 64031"/>
                <a:gd name="connsiteX29" fmla="*/ 27908 w 4064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3"/>
                    <a:pt x="38553" y="55697"/>
                    <a:pt x="34362" y="59031"/>
                  </a:cubicBezTo>
                  <a:cubicBezTo>
                    <a:pt x="30171" y="62365"/>
                    <a:pt x="24217" y="64032"/>
                    <a:pt x="16502" y="64032"/>
                  </a:cubicBezTo>
                  <a:cubicBezTo>
                    <a:pt x="13906" y="64032"/>
                    <a:pt x="11216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9"/>
                    <a:pt x="4858" y="55269"/>
                    <a:pt x="7596" y="55959"/>
                  </a:cubicBezTo>
                  <a:cubicBezTo>
                    <a:pt x="10358" y="56650"/>
                    <a:pt x="13240" y="57007"/>
                    <a:pt x="16240" y="57007"/>
                  </a:cubicBezTo>
                  <a:cubicBezTo>
                    <a:pt x="21479" y="57007"/>
                    <a:pt x="25456" y="55959"/>
                    <a:pt x="28194" y="53888"/>
                  </a:cubicBezTo>
                  <a:cubicBezTo>
                    <a:pt x="30956" y="51816"/>
                    <a:pt x="32337" y="48816"/>
                    <a:pt x="32337" y="44887"/>
                  </a:cubicBezTo>
                  <a:cubicBezTo>
                    <a:pt x="32337" y="41243"/>
                    <a:pt x="31052" y="38410"/>
                    <a:pt x="28480" y="36362"/>
                  </a:cubicBezTo>
                  <a:cubicBezTo>
                    <a:pt x="25932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6" y="25598"/>
                    <a:pt x="27622" y="23956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42" y="11263"/>
                    <a:pt x="27480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6"/>
                    <a:pt x="10739" y="643"/>
                  </a:cubicBezTo>
                  <a:cubicBezTo>
                    <a:pt x="13526" y="215"/>
                    <a:pt x="16145" y="0"/>
                    <a:pt x="18598" y="0"/>
                  </a:cubicBezTo>
                  <a:cubicBezTo>
                    <a:pt x="24955" y="0"/>
                    <a:pt x="29956" y="1453"/>
                    <a:pt x="33647" y="4334"/>
                  </a:cubicBezTo>
                  <a:cubicBezTo>
                    <a:pt x="37338" y="7191"/>
                    <a:pt x="39195" y="11073"/>
                    <a:pt x="39195" y="15978"/>
                  </a:cubicBezTo>
                  <a:cubicBezTo>
                    <a:pt x="39195" y="19407"/>
                    <a:pt x="38219" y="22312"/>
                    <a:pt x="36266" y="24670"/>
                  </a:cubicBezTo>
                  <a:cubicBezTo>
                    <a:pt x="34290" y="27027"/>
                    <a:pt x="31504" y="28647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8" name="Freeform 167">
              <a:extLst>
                <a:ext uri="{FF2B5EF4-FFF2-40B4-BE49-F238E27FC236}">
                  <a16:creationId xmlns:a16="http://schemas.microsoft.com/office/drawing/2014/main" id="{863C0568-1BF0-EB40-D96E-960669B5DFB8}"/>
                </a:ext>
              </a:extLst>
            </p:cNvPr>
            <p:cNvSpPr/>
            <p:nvPr/>
          </p:nvSpPr>
          <p:spPr>
            <a:xfrm>
              <a:off x="5287942" y="3477394"/>
              <a:ext cx="44981" cy="61721"/>
            </a:xfrm>
            <a:custGeom>
              <a:avLst/>
              <a:gdLst>
                <a:gd name="connsiteX0" fmla="*/ 27861 w 44981"/>
                <a:gd name="connsiteY0" fmla="*/ 7286 h 61721"/>
                <a:gd name="connsiteX1" fmla="*/ 6787 w 44981"/>
                <a:gd name="connsiteY1" fmla="*/ 40243 h 61721"/>
                <a:gd name="connsiteX2" fmla="*/ 27861 w 44981"/>
                <a:gd name="connsiteY2" fmla="*/ 40243 h 61721"/>
                <a:gd name="connsiteX3" fmla="*/ 27861 w 44981"/>
                <a:gd name="connsiteY3" fmla="*/ 728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43 h 61721"/>
                <a:gd name="connsiteX7" fmla="*/ 44982 w 44981"/>
                <a:gd name="connsiteY7" fmla="*/ 40243 h 61721"/>
                <a:gd name="connsiteX8" fmla="*/ 44982 w 44981"/>
                <a:gd name="connsiteY8" fmla="*/ 47172 h 61721"/>
                <a:gd name="connsiteX9" fmla="*/ 36171 w 44981"/>
                <a:gd name="connsiteY9" fmla="*/ 47172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2 h 61721"/>
                <a:gd name="connsiteX13" fmla="*/ 0 w 44981"/>
                <a:gd name="connsiteY13" fmla="*/ 47172 h 61721"/>
                <a:gd name="connsiteX14" fmla="*/ 0 w 44981"/>
                <a:gd name="connsiteY14" fmla="*/ 39124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86"/>
                  </a:moveTo>
                  <a:lnTo>
                    <a:pt x="6787" y="40243"/>
                  </a:lnTo>
                  <a:lnTo>
                    <a:pt x="27861" y="40243"/>
                  </a:lnTo>
                  <a:lnTo>
                    <a:pt x="27861" y="728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43"/>
                  </a:lnTo>
                  <a:lnTo>
                    <a:pt x="44982" y="40243"/>
                  </a:lnTo>
                  <a:lnTo>
                    <a:pt x="44982" y="47172"/>
                  </a:lnTo>
                  <a:lnTo>
                    <a:pt x="36171" y="47172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2"/>
                  </a:lnTo>
                  <a:lnTo>
                    <a:pt x="0" y="47172"/>
                  </a:lnTo>
                  <a:lnTo>
                    <a:pt x="0" y="39124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69" name="Freeform 168">
              <a:extLst>
                <a:ext uri="{FF2B5EF4-FFF2-40B4-BE49-F238E27FC236}">
                  <a16:creationId xmlns:a16="http://schemas.microsoft.com/office/drawing/2014/main" id="{F9669BF0-DEEF-0B39-DF33-C9F081A9F104}"/>
                </a:ext>
              </a:extLst>
            </p:cNvPr>
            <p:cNvSpPr/>
            <p:nvPr/>
          </p:nvSpPr>
          <p:spPr>
            <a:xfrm>
              <a:off x="5344115" y="3476298"/>
              <a:ext cx="40648" cy="64031"/>
            </a:xfrm>
            <a:custGeom>
              <a:avLst/>
              <a:gdLst>
                <a:gd name="connsiteX0" fmla="*/ 27908 w 40648"/>
                <a:gd name="connsiteY0" fmla="*/ 29551 h 64031"/>
                <a:gd name="connsiteX1" fmla="*/ 37243 w 40648"/>
                <a:gd name="connsiteY1" fmla="*/ 34885 h 64031"/>
                <a:gd name="connsiteX2" fmla="*/ 40648 w 40648"/>
                <a:gd name="connsiteY2" fmla="*/ 44887 h 64031"/>
                <a:gd name="connsiteX3" fmla="*/ 34362 w 40648"/>
                <a:gd name="connsiteY3" fmla="*/ 59031 h 64031"/>
                <a:gd name="connsiteX4" fmla="*/ 16502 w 40648"/>
                <a:gd name="connsiteY4" fmla="*/ 64032 h 64031"/>
                <a:gd name="connsiteX5" fmla="*/ 8477 w 40648"/>
                <a:gd name="connsiteY5" fmla="*/ 63246 h 64031"/>
                <a:gd name="connsiteX6" fmla="*/ 0 w 40648"/>
                <a:gd name="connsiteY6" fmla="*/ 60960 h 64031"/>
                <a:gd name="connsiteX7" fmla="*/ 0 w 40648"/>
                <a:gd name="connsiteY7" fmla="*/ 52911 h 64031"/>
                <a:gd name="connsiteX8" fmla="*/ 7620 w 40648"/>
                <a:gd name="connsiteY8" fmla="*/ 55959 h 64031"/>
                <a:gd name="connsiteX9" fmla="*/ 16264 w 40648"/>
                <a:gd name="connsiteY9" fmla="*/ 57007 h 64031"/>
                <a:gd name="connsiteX10" fmla="*/ 28194 w 40648"/>
                <a:gd name="connsiteY10" fmla="*/ 53888 h 64031"/>
                <a:gd name="connsiteX11" fmla="*/ 32338 w 40648"/>
                <a:gd name="connsiteY11" fmla="*/ 44887 h 64031"/>
                <a:gd name="connsiteX12" fmla="*/ 28480 w 40648"/>
                <a:gd name="connsiteY12" fmla="*/ 36362 h 64031"/>
                <a:gd name="connsiteX13" fmla="*/ 17859 w 40648"/>
                <a:gd name="connsiteY13" fmla="*/ 33266 h 64031"/>
                <a:gd name="connsiteX14" fmla="*/ 10668 w 40648"/>
                <a:gd name="connsiteY14" fmla="*/ 33266 h 64031"/>
                <a:gd name="connsiteX15" fmla="*/ 10668 w 40648"/>
                <a:gd name="connsiteY15" fmla="*/ 26408 h 64031"/>
                <a:gd name="connsiteX16" fmla="*/ 18193 w 40648"/>
                <a:gd name="connsiteY16" fmla="*/ 26408 h 64031"/>
                <a:gd name="connsiteX17" fmla="*/ 27622 w 40648"/>
                <a:gd name="connsiteY17" fmla="*/ 23956 h 64031"/>
                <a:gd name="connsiteX18" fmla="*/ 30885 w 40648"/>
                <a:gd name="connsiteY18" fmla="*/ 16859 h 64031"/>
                <a:gd name="connsiteX19" fmla="*/ 27504 w 40648"/>
                <a:gd name="connsiteY19" fmla="*/ 9573 h 64031"/>
                <a:gd name="connsiteX20" fmla="*/ 17859 w 40648"/>
                <a:gd name="connsiteY20" fmla="*/ 7025 h 64031"/>
                <a:gd name="connsiteX21" fmla="*/ 10501 w 40648"/>
                <a:gd name="connsiteY21" fmla="*/ 7763 h 64031"/>
                <a:gd name="connsiteX22" fmla="*/ 1857 w 40648"/>
                <a:gd name="connsiteY22" fmla="*/ 10073 h 64031"/>
                <a:gd name="connsiteX23" fmla="*/ 1857 w 40648"/>
                <a:gd name="connsiteY23" fmla="*/ 2643 h 64031"/>
                <a:gd name="connsiteX24" fmla="*/ 10763 w 40648"/>
                <a:gd name="connsiteY24" fmla="*/ 643 h 64031"/>
                <a:gd name="connsiteX25" fmla="*/ 18598 w 40648"/>
                <a:gd name="connsiteY25" fmla="*/ 0 h 64031"/>
                <a:gd name="connsiteX26" fmla="*/ 33647 w 40648"/>
                <a:gd name="connsiteY26" fmla="*/ 4334 h 64031"/>
                <a:gd name="connsiteX27" fmla="*/ 39196 w 40648"/>
                <a:gd name="connsiteY27" fmla="*/ 15978 h 64031"/>
                <a:gd name="connsiteX28" fmla="*/ 36266 w 40648"/>
                <a:gd name="connsiteY28" fmla="*/ 24670 h 64031"/>
                <a:gd name="connsiteX29" fmla="*/ 27908 w 4064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3"/>
                    <a:pt x="38553" y="55697"/>
                    <a:pt x="34362" y="59031"/>
                  </a:cubicBezTo>
                  <a:cubicBezTo>
                    <a:pt x="30171" y="62365"/>
                    <a:pt x="24217" y="64032"/>
                    <a:pt x="16502" y="64032"/>
                  </a:cubicBezTo>
                  <a:cubicBezTo>
                    <a:pt x="13906" y="64032"/>
                    <a:pt x="11239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9"/>
                    <a:pt x="4858" y="55269"/>
                    <a:pt x="7620" y="55959"/>
                  </a:cubicBezTo>
                  <a:cubicBezTo>
                    <a:pt x="10358" y="56650"/>
                    <a:pt x="13240" y="57007"/>
                    <a:pt x="16264" y="57007"/>
                  </a:cubicBezTo>
                  <a:cubicBezTo>
                    <a:pt x="21479" y="57007"/>
                    <a:pt x="25456" y="55959"/>
                    <a:pt x="28194" y="53888"/>
                  </a:cubicBezTo>
                  <a:cubicBezTo>
                    <a:pt x="30956" y="51816"/>
                    <a:pt x="32338" y="48816"/>
                    <a:pt x="32338" y="44887"/>
                  </a:cubicBezTo>
                  <a:cubicBezTo>
                    <a:pt x="32338" y="41243"/>
                    <a:pt x="31052" y="38410"/>
                    <a:pt x="28480" y="36362"/>
                  </a:cubicBezTo>
                  <a:cubicBezTo>
                    <a:pt x="25956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6" y="25598"/>
                    <a:pt x="27622" y="23956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66" y="11263"/>
                    <a:pt x="27504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6"/>
                    <a:pt x="10763" y="643"/>
                  </a:cubicBezTo>
                  <a:cubicBezTo>
                    <a:pt x="13549" y="215"/>
                    <a:pt x="16145" y="0"/>
                    <a:pt x="18598" y="0"/>
                  </a:cubicBezTo>
                  <a:cubicBezTo>
                    <a:pt x="24955" y="0"/>
                    <a:pt x="29956" y="1453"/>
                    <a:pt x="33647" y="4334"/>
                  </a:cubicBezTo>
                  <a:cubicBezTo>
                    <a:pt x="37338" y="7191"/>
                    <a:pt x="39196" y="11073"/>
                    <a:pt x="39196" y="15978"/>
                  </a:cubicBezTo>
                  <a:cubicBezTo>
                    <a:pt x="39196" y="19407"/>
                    <a:pt x="38219" y="22312"/>
                    <a:pt x="36266" y="24670"/>
                  </a:cubicBezTo>
                  <a:cubicBezTo>
                    <a:pt x="34314" y="27027"/>
                    <a:pt x="31528" y="28647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0" name="Freeform 169">
              <a:extLst>
                <a:ext uri="{FF2B5EF4-FFF2-40B4-BE49-F238E27FC236}">
                  <a16:creationId xmlns:a16="http://schemas.microsoft.com/office/drawing/2014/main" id="{17046244-6BED-0A9E-262A-5795F9C3002F}"/>
                </a:ext>
              </a:extLst>
            </p:cNvPr>
            <p:cNvSpPr/>
            <p:nvPr/>
          </p:nvSpPr>
          <p:spPr>
            <a:xfrm>
              <a:off x="5396884" y="3476298"/>
              <a:ext cx="42576" cy="64031"/>
            </a:xfrm>
            <a:custGeom>
              <a:avLst/>
              <a:gdLst>
                <a:gd name="connsiteX0" fmla="*/ 3953 w 42576"/>
                <a:gd name="connsiteY0" fmla="*/ 61555 h 64031"/>
                <a:gd name="connsiteX1" fmla="*/ 3953 w 42576"/>
                <a:gd name="connsiteY1" fmla="*/ 53935 h 64031"/>
                <a:gd name="connsiteX2" fmla="*/ 10335 w 42576"/>
                <a:gd name="connsiteY2" fmla="*/ 56221 h 64031"/>
                <a:gd name="connsiteX3" fmla="*/ 16645 w 42576"/>
                <a:gd name="connsiteY3" fmla="*/ 57007 h 64031"/>
                <a:gd name="connsiteX4" fmla="*/ 29266 w 42576"/>
                <a:gd name="connsiteY4" fmla="*/ 51459 h 64031"/>
                <a:gd name="connsiteX5" fmla="*/ 34266 w 42576"/>
                <a:gd name="connsiteY5" fmla="*/ 34552 h 64031"/>
                <a:gd name="connsiteX6" fmla="*/ 28194 w 42576"/>
                <a:gd name="connsiteY6" fmla="*/ 40005 h 64031"/>
                <a:gd name="connsiteX7" fmla="*/ 20050 w 42576"/>
                <a:gd name="connsiteY7" fmla="*/ 41910 h 64031"/>
                <a:gd name="connsiteX8" fmla="*/ 5358 w 42576"/>
                <a:gd name="connsiteY8" fmla="*/ 36338 h 64031"/>
                <a:gd name="connsiteX9" fmla="*/ 0 w 42576"/>
                <a:gd name="connsiteY9" fmla="*/ 20979 h 64031"/>
                <a:gd name="connsiteX10" fmla="*/ 5620 w 42576"/>
                <a:gd name="connsiteY10" fmla="*/ 5739 h 64031"/>
                <a:gd name="connsiteX11" fmla="*/ 20574 w 42576"/>
                <a:gd name="connsiteY11" fmla="*/ 0 h 64031"/>
                <a:gd name="connsiteX12" fmla="*/ 36909 w 42576"/>
                <a:gd name="connsiteY12" fmla="*/ 8215 h 64031"/>
                <a:gd name="connsiteX13" fmla="*/ 42577 w 42576"/>
                <a:gd name="connsiteY13" fmla="*/ 32028 h 64031"/>
                <a:gd name="connsiteX14" fmla="*/ 35623 w 42576"/>
                <a:gd name="connsiteY14" fmla="*/ 55340 h 64031"/>
                <a:gd name="connsiteX15" fmla="*/ 17026 w 42576"/>
                <a:gd name="connsiteY15" fmla="*/ 64032 h 64031"/>
                <a:gd name="connsiteX16" fmla="*/ 10644 w 42576"/>
                <a:gd name="connsiteY16" fmla="*/ 63413 h 64031"/>
                <a:gd name="connsiteX17" fmla="*/ 3953 w 42576"/>
                <a:gd name="connsiteY17" fmla="*/ 61555 h 64031"/>
                <a:gd name="connsiteX18" fmla="*/ 20574 w 42576"/>
                <a:gd name="connsiteY18" fmla="*/ 35385 h 64031"/>
                <a:gd name="connsiteX19" fmla="*/ 29456 w 42576"/>
                <a:gd name="connsiteY19" fmla="*/ 31528 h 64031"/>
                <a:gd name="connsiteX20" fmla="*/ 32766 w 42576"/>
                <a:gd name="connsiteY20" fmla="*/ 20979 h 64031"/>
                <a:gd name="connsiteX21" fmla="*/ 29456 w 42576"/>
                <a:gd name="connsiteY21" fmla="*/ 10478 h 64031"/>
                <a:gd name="connsiteX22" fmla="*/ 20574 w 42576"/>
                <a:gd name="connsiteY22" fmla="*/ 6596 h 64031"/>
                <a:gd name="connsiteX23" fmla="*/ 11644 w 42576"/>
                <a:gd name="connsiteY23" fmla="*/ 10478 h 64031"/>
                <a:gd name="connsiteX24" fmla="*/ 8382 w 42576"/>
                <a:gd name="connsiteY24" fmla="*/ 20979 h 64031"/>
                <a:gd name="connsiteX25" fmla="*/ 11644 w 42576"/>
                <a:gd name="connsiteY25" fmla="*/ 31528 h 64031"/>
                <a:gd name="connsiteX26" fmla="*/ 20574 w 42576"/>
                <a:gd name="connsiteY26" fmla="*/ 35385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576" h="64031">
                  <a:moveTo>
                    <a:pt x="3953" y="61555"/>
                  </a:moveTo>
                  <a:lnTo>
                    <a:pt x="3953" y="53935"/>
                  </a:lnTo>
                  <a:cubicBezTo>
                    <a:pt x="6048" y="54936"/>
                    <a:pt x="8168" y="55697"/>
                    <a:pt x="10335" y="56221"/>
                  </a:cubicBezTo>
                  <a:cubicBezTo>
                    <a:pt x="12478" y="56745"/>
                    <a:pt x="14573" y="57007"/>
                    <a:pt x="16645" y="57007"/>
                  </a:cubicBezTo>
                  <a:cubicBezTo>
                    <a:pt x="22146" y="57007"/>
                    <a:pt x="26360" y="55150"/>
                    <a:pt x="29266" y="51459"/>
                  </a:cubicBezTo>
                  <a:cubicBezTo>
                    <a:pt x="32195" y="47744"/>
                    <a:pt x="33861" y="42101"/>
                    <a:pt x="34266" y="34552"/>
                  </a:cubicBezTo>
                  <a:cubicBezTo>
                    <a:pt x="32671" y="36909"/>
                    <a:pt x="30647" y="38743"/>
                    <a:pt x="28194" y="40005"/>
                  </a:cubicBezTo>
                  <a:cubicBezTo>
                    <a:pt x="25741" y="41267"/>
                    <a:pt x="23027" y="41910"/>
                    <a:pt x="20050" y="41910"/>
                  </a:cubicBezTo>
                  <a:cubicBezTo>
                    <a:pt x="13883" y="41910"/>
                    <a:pt x="8977" y="40053"/>
                    <a:pt x="5358" y="36338"/>
                  </a:cubicBezTo>
                  <a:cubicBezTo>
                    <a:pt x="1786" y="32576"/>
                    <a:pt x="0" y="27456"/>
                    <a:pt x="0" y="20979"/>
                  </a:cubicBezTo>
                  <a:cubicBezTo>
                    <a:pt x="0" y="14645"/>
                    <a:pt x="1881" y="9573"/>
                    <a:pt x="5620" y="5739"/>
                  </a:cubicBezTo>
                  <a:cubicBezTo>
                    <a:pt x="9358" y="1905"/>
                    <a:pt x="14359" y="0"/>
                    <a:pt x="20574" y="0"/>
                  </a:cubicBezTo>
                  <a:cubicBezTo>
                    <a:pt x="27718" y="0"/>
                    <a:pt x="33171" y="2738"/>
                    <a:pt x="36909" y="8215"/>
                  </a:cubicBezTo>
                  <a:cubicBezTo>
                    <a:pt x="40695" y="13668"/>
                    <a:pt x="42577" y="21622"/>
                    <a:pt x="42577" y="32028"/>
                  </a:cubicBezTo>
                  <a:cubicBezTo>
                    <a:pt x="42577" y="41767"/>
                    <a:pt x="40267" y="49530"/>
                    <a:pt x="35623" y="55340"/>
                  </a:cubicBezTo>
                  <a:cubicBezTo>
                    <a:pt x="31028" y="61127"/>
                    <a:pt x="24813" y="64032"/>
                    <a:pt x="17026" y="64032"/>
                  </a:cubicBezTo>
                  <a:cubicBezTo>
                    <a:pt x="14930" y="64032"/>
                    <a:pt x="12811" y="63818"/>
                    <a:pt x="10644" y="63413"/>
                  </a:cubicBezTo>
                  <a:cubicBezTo>
                    <a:pt x="8501" y="63008"/>
                    <a:pt x="6263" y="62389"/>
                    <a:pt x="3953" y="61555"/>
                  </a:cubicBezTo>
                  <a:moveTo>
                    <a:pt x="20574" y="35385"/>
                  </a:moveTo>
                  <a:cubicBezTo>
                    <a:pt x="24312" y="35385"/>
                    <a:pt x="27289" y="34100"/>
                    <a:pt x="29456" y="31528"/>
                  </a:cubicBezTo>
                  <a:cubicBezTo>
                    <a:pt x="31671" y="28980"/>
                    <a:pt x="32766" y="25456"/>
                    <a:pt x="32766" y="20979"/>
                  </a:cubicBezTo>
                  <a:cubicBezTo>
                    <a:pt x="32766" y="16550"/>
                    <a:pt x="31671" y="13049"/>
                    <a:pt x="29456" y="10478"/>
                  </a:cubicBezTo>
                  <a:cubicBezTo>
                    <a:pt x="27289" y="7882"/>
                    <a:pt x="24312" y="6596"/>
                    <a:pt x="20574" y="6596"/>
                  </a:cubicBezTo>
                  <a:cubicBezTo>
                    <a:pt x="16835" y="6596"/>
                    <a:pt x="13859" y="7882"/>
                    <a:pt x="11644" y="10478"/>
                  </a:cubicBezTo>
                  <a:cubicBezTo>
                    <a:pt x="9477" y="13049"/>
                    <a:pt x="8382" y="16550"/>
                    <a:pt x="8382" y="20979"/>
                  </a:cubicBezTo>
                  <a:cubicBezTo>
                    <a:pt x="8382" y="25456"/>
                    <a:pt x="9477" y="28980"/>
                    <a:pt x="11644" y="31528"/>
                  </a:cubicBezTo>
                  <a:cubicBezTo>
                    <a:pt x="13859" y="34100"/>
                    <a:pt x="16835" y="35385"/>
                    <a:pt x="20574" y="3538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1" name="Freeform 170">
              <a:extLst>
                <a:ext uri="{FF2B5EF4-FFF2-40B4-BE49-F238E27FC236}">
                  <a16:creationId xmlns:a16="http://schemas.microsoft.com/office/drawing/2014/main" id="{CB15BA44-15D4-F21E-E718-18EC60B0AE4B}"/>
                </a:ext>
              </a:extLst>
            </p:cNvPr>
            <p:cNvSpPr/>
            <p:nvPr/>
          </p:nvSpPr>
          <p:spPr>
            <a:xfrm>
              <a:off x="5451319" y="3476298"/>
              <a:ext cx="42624" cy="64031"/>
            </a:xfrm>
            <a:custGeom>
              <a:avLst/>
              <a:gdLst>
                <a:gd name="connsiteX0" fmla="*/ 22027 w 42624"/>
                <a:gd name="connsiteY0" fmla="*/ 28647 h 64031"/>
                <a:gd name="connsiteX1" fmla="*/ 13097 w 42624"/>
                <a:gd name="connsiteY1" fmla="*/ 32480 h 64031"/>
                <a:gd name="connsiteX2" fmla="*/ 9835 w 42624"/>
                <a:gd name="connsiteY2" fmla="*/ 43029 h 64031"/>
                <a:gd name="connsiteX3" fmla="*/ 13097 w 42624"/>
                <a:gd name="connsiteY3" fmla="*/ 53554 h 64031"/>
                <a:gd name="connsiteX4" fmla="*/ 22027 w 42624"/>
                <a:gd name="connsiteY4" fmla="*/ 57412 h 64031"/>
                <a:gd name="connsiteX5" fmla="*/ 30932 w 42624"/>
                <a:gd name="connsiteY5" fmla="*/ 53554 h 64031"/>
                <a:gd name="connsiteX6" fmla="*/ 34219 w 42624"/>
                <a:gd name="connsiteY6" fmla="*/ 43029 h 64031"/>
                <a:gd name="connsiteX7" fmla="*/ 30932 w 42624"/>
                <a:gd name="connsiteY7" fmla="*/ 32480 h 64031"/>
                <a:gd name="connsiteX8" fmla="*/ 22027 w 42624"/>
                <a:gd name="connsiteY8" fmla="*/ 28647 h 64031"/>
                <a:gd name="connsiteX9" fmla="*/ 38600 w 42624"/>
                <a:gd name="connsiteY9" fmla="*/ 2477 h 64031"/>
                <a:gd name="connsiteX10" fmla="*/ 38600 w 42624"/>
                <a:gd name="connsiteY10" fmla="*/ 10073 h 64031"/>
                <a:gd name="connsiteX11" fmla="*/ 32242 w 42624"/>
                <a:gd name="connsiteY11" fmla="*/ 7811 h 64031"/>
                <a:gd name="connsiteX12" fmla="*/ 25932 w 42624"/>
                <a:gd name="connsiteY12" fmla="*/ 7025 h 64031"/>
                <a:gd name="connsiteX13" fmla="*/ 13263 w 42624"/>
                <a:gd name="connsiteY13" fmla="*/ 12597 h 64031"/>
                <a:gd name="connsiteX14" fmla="*/ 8311 w 42624"/>
                <a:gd name="connsiteY14" fmla="*/ 29456 h 64031"/>
                <a:gd name="connsiteX15" fmla="*/ 14431 w 42624"/>
                <a:gd name="connsiteY15" fmla="*/ 23956 h 64031"/>
                <a:gd name="connsiteX16" fmla="*/ 22527 w 42624"/>
                <a:gd name="connsiteY16" fmla="*/ 22027 h 64031"/>
                <a:gd name="connsiteX17" fmla="*/ 37195 w 42624"/>
                <a:gd name="connsiteY17" fmla="*/ 27694 h 64031"/>
                <a:gd name="connsiteX18" fmla="*/ 42624 w 42624"/>
                <a:gd name="connsiteY18" fmla="*/ 43029 h 64031"/>
                <a:gd name="connsiteX19" fmla="*/ 37005 w 42624"/>
                <a:gd name="connsiteY19" fmla="*/ 58269 h 64031"/>
                <a:gd name="connsiteX20" fmla="*/ 22027 w 42624"/>
                <a:gd name="connsiteY20" fmla="*/ 64032 h 64031"/>
                <a:gd name="connsiteX21" fmla="*/ 5667 w 42624"/>
                <a:gd name="connsiteY21" fmla="*/ 55840 h 64031"/>
                <a:gd name="connsiteX22" fmla="*/ 0 w 42624"/>
                <a:gd name="connsiteY22" fmla="*/ 32028 h 64031"/>
                <a:gd name="connsiteX23" fmla="*/ 6953 w 42624"/>
                <a:gd name="connsiteY23" fmla="*/ 8715 h 64031"/>
                <a:gd name="connsiteX24" fmla="*/ 25598 w 42624"/>
                <a:gd name="connsiteY24" fmla="*/ 0 h 64031"/>
                <a:gd name="connsiteX25" fmla="*/ 31909 w 42624"/>
                <a:gd name="connsiteY25" fmla="*/ 619 h 64031"/>
                <a:gd name="connsiteX26" fmla="*/ 38600 w 42624"/>
                <a:gd name="connsiteY26" fmla="*/ 2477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24" h="64031">
                  <a:moveTo>
                    <a:pt x="22027" y="28647"/>
                  </a:moveTo>
                  <a:cubicBezTo>
                    <a:pt x="18288" y="28647"/>
                    <a:pt x="15312" y="29932"/>
                    <a:pt x="13097" y="32480"/>
                  </a:cubicBezTo>
                  <a:cubicBezTo>
                    <a:pt x="10930" y="35052"/>
                    <a:pt x="9835" y="38576"/>
                    <a:pt x="9835" y="43029"/>
                  </a:cubicBezTo>
                  <a:cubicBezTo>
                    <a:pt x="9835" y="47458"/>
                    <a:pt x="10930" y="50959"/>
                    <a:pt x="13097" y="53554"/>
                  </a:cubicBezTo>
                  <a:cubicBezTo>
                    <a:pt x="15312" y="56126"/>
                    <a:pt x="18288" y="57412"/>
                    <a:pt x="22027" y="57412"/>
                  </a:cubicBezTo>
                  <a:cubicBezTo>
                    <a:pt x="25765" y="57412"/>
                    <a:pt x="28742" y="56126"/>
                    <a:pt x="30932" y="53554"/>
                  </a:cubicBezTo>
                  <a:cubicBezTo>
                    <a:pt x="33123" y="50959"/>
                    <a:pt x="34219" y="47458"/>
                    <a:pt x="34219" y="43029"/>
                  </a:cubicBezTo>
                  <a:cubicBezTo>
                    <a:pt x="34219" y="38576"/>
                    <a:pt x="33123" y="35052"/>
                    <a:pt x="30932" y="32480"/>
                  </a:cubicBezTo>
                  <a:cubicBezTo>
                    <a:pt x="28742" y="29932"/>
                    <a:pt x="25765" y="28647"/>
                    <a:pt x="22027" y="28647"/>
                  </a:cubicBezTo>
                  <a:moveTo>
                    <a:pt x="38600" y="2477"/>
                  </a:moveTo>
                  <a:lnTo>
                    <a:pt x="38600" y="10073"/>
                  </a:lnTo>
                  <a:cubicBezTo>
                    <a:pt x="36528" y="9097"/>
                    <a:pt x="34409" y="8334"/>
                    <a:pt x="32242" y="7811"/>
                  </a:cubicBezTo>
                  <a:cubicBezTo>
                    <a:pt x="30123" y="7287"/>
                    <a:pt x="28004" y="7025"/>
                    <a:pt x="25932" y="7025"/>
                  </a:cubicBezTo>
                  <a:cubicBezTo>
                    <a:pt x="20407" y="7025"/>
                    <a:pt x="16193" y="8882"/>
                    <a:pt x="13263" y="12597"/>
                  </a:cubicBezTo>
                  <a:cubicBezTo>
                    <a:pt x="10382" y="16312"/>
                    <a:pt x="8715" y="21932"/>
                    <a:pt x="8311" y="29456"/>
                  </a:cubicBezTo>
                  <a:cubicBezTo>
                    <a:pt x="9930" y="27051"/>
                    <a:pt x="11978" y="25218"/>
                    <a:pt x="14431" y="23956"/>
                  </a:cubicBezTo>
                  <a:cubicBezTo>
                    <a:pt x="16883" y="22670"/>
                    <a:pt x="19574" y="22027"/>
                    <a:pt x="22527" y="22027"/>
                  </a:cubicBezTo>
                  <a:cubicBezTo>
                    <a:pt x="28742" y="22027"/>
                    <a:pt x="33623" y="23908"/>
                    <a:pt x="37195" y="27694"/>
                  </a:cubicBezTo>
                  <a:cubicBezTo>
                    <a:pt x="40815" y="31433"/>
                    <a:pt x="42624" y="36552"/>
                    <a:pt x="42624" y="43029"/>
                  </a:cubicBezTo>
                  <a:cubicBezTo>
                    <a:pt x="42624" y="49363"/>
                    <a:pt x="40743" y="54435"/>
                    <a:pt x="37005" y="58269"/>
                  </a:cubicBezTo>
                  <a:cubicBezTo>
                    <a:pt x="33266" y="62103"/>
                    <a:pt x="28265" y="64032"/>
                    <a:pt x="22027" y="64032"/>
                  </a:cubicBezTo>
                  <a:cubicBezTo>
                    <a:pt x="14907" y="64032"/>
                    <a:pt x="9453" y="61293"/>
                    <a:pt x="5667" y="55840"/>
                  </a:cubicBezTo>
                  <a:cubicBezTo>
                    <a:pt x="1881" y="50363"/>
                    <a:pt x="0" y="42434"/>
                    <a:pt x="0" y="32028"/>
                  </a:cubicBezTo>
                  <a:cubicBezTo>
                    <a:pt x="0" y="22265"/>
                    <a:pt x="2310" y="14502"/>
                    <a:pt x="6953" y="8715"/>
                  </a:cubicBezTo>
                  <a:cubicBezTo>
                    <a:pt x="11573" y="2905"/>
                    <a:pt x="17788" y="0"/>
                    <a:pt x="25598" y="0"/>
                  </a:cubicBezTo>
                  <a:cubicBezTo>
                    <a:pt x="27694" y="0"/>
                    <a:pt x="29789" y="215"/>
                    <a:pt x="31909" y="619"/>
                  </a:cubicBezTo>
                  <a:cubicBezTo>
                    <a:pt x="34076" y="1024"/>
                    <a:pt x="36290" y="1643"/>
                    <a:pt x="38600" y="2477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B28EFD8D-D6E5-FEDB-914F-2D77A0142C86}"/>
              </a:ext>
            </a:extLst>
          </p:cNvPr>
          <p:cNvGrpSpPr/>
          <p:nvPr/>
        </p:nvGrpSpPr>
        <p:grpSpPr>
          <a:xfrm>
            <a:off x="5000487" y="3569966"/>
            <a:ext cx="429910" cy="323302"/>
            <a:chOff x="4711941" y="3184952"/>
            <a:chExt cx="429910" cy="32330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59AEE4C7-EC74-1409-5875-433D17D87076}"/>
                </a:ext>
              </a:extLst>
            </p:cNvPr>
            <p:cNvSpPr/>
            <p:nvPr/>
          </p:nvSpPr>
          <p:spPr>
            <a:xfrm>
              <a:off x="4711941" y="3184952"/>
              <a:ext cx="429910" cy="323302"/>
            </a:xfrm>
            <a:custGeom>
              <a:avLst/>
              <a:gdLst>
                <a:gd name="connsiteX0" fmla="*/ 0 w 429910"/>
                <a:gd name="connsiteY0" fmla="*/ 323302 h 323302"/>
                <a:gd name="connsiteX1" fmla="*/ 429911 w 429910"/>
                <a:gd name="connsiteY1" fmla="*/ 323302 h 323302"/>
                <a:gd name="connsiteX2" fmla="*/ 429911 w 429910"/>
                <a:gd name="connsiteY2" fmla="*/ 0 h 323302"/>
                <a:gd name="connsiteX3" fmla="*/ 0 w 429910"/>
                <a:gd name="connsiteY3" fmla="*/ 0 h 323302"/>
                <a:gd name="connsiteX4" fmla="*/ 0 w 429910"/>
                <a:gd name="connsiteY4" fmla="*/ 323302 h 323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323302">
                  <a:moveTo>
                    <a:pt x="0" y="323302"/>
                  </a:moveTo>
                  <a:lnTo>
                    <a:pt x="429911" y="323302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323302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2" name="Freeform 171">
              <a:extLst>
                <a:ext uri="{FF2B5EF4-FFF2-40B4-BE49-F238E27FC236}">
                  <a16:creationId xmlns:a16="http://schemas.microsoft.com/office/drawing/2014/main" id="{64F30E54-A455-3056-71FC-4BA8C071D42C}"/>
                </a:ext>
              </a:extLst>
            </p:cNvPr>
            <p:cNvSpPr/>
            <p:nvPr/>
          </p:nvSpPr>
          <p:spPr>
            <a:xfrm>
              <a:off x="4872009" y="3274599"/>
              <a:ext cx="109775" cy="144025"/>
            </a:xfrm>
            <a:custGeom>
              <a:avLst/>
              <a:gdLst>
                <a:gd name="connsiteX0" fmla="*/ 0 w 109775"/>
                <a:gd name="connsiteY0" fmla="*/ 0 h 144025"/>
                <a:gd name="connsiteX1" fmla="*/ 19479 w 109775"/>
                <a:gd name="connsiteY1" fmla="*/ 0 h 144025"/>
                <a:gd name="connsiteX2" fmla="*/ 19479 w 109775"/>
                <a:gd name="connsiteY2" fmla="*/ 59033 h 144025"/>
                <a:gd name="connsiteX3" fmla="*/ 90273 w 109775"/>
                <a:gd name="connsiteY3" fmla="*/ 59033 h 144025"/>
                <a:gd name="connsiteX4" fmla="*/ 90273 w 109775"/>
                <a:gd name="connsiteY4" fmla="*/ 0 h 144025"/>
                <a:gd name="connsiteX5" fmla="*/ 109776 w 109775"/>
                <a:gd name="connsiteY5" fmla="*/ 0 h 144025"/>
                <a:gd name="connsiteX6" fmla="*/ 109776 w 109775"/>
                <a:gd name="connsiteY6" fmla="*/ 144025 h 144025"/>
                <a:gd name="connsiteX7" fmla="*/ 90273 w 109775"/>
                <a:gd name="connsiteY7" fmla="*/ 144025 h 144025"/>
                <a:gd name="connsiteX8" fmla="*/ 90273 w 109775"/>
                <a:gd name="connsiteY8" fmla="*/ 75433 h 144025"/>
                <a:gd name="connsiteX9" fmla="*/ 19479 w 109775"/>
                <a:gd name="connsiteY9" fmla="*/ 75433 h 144025"/>
                <a:gd name="connsiteX10" fmla="*/ 19479 w 109775"/>
                <a:gd name="connsiteY10" fmla="*/ 144025 h 144025"/>
                <a:gd name="connsiteX11" fmla="*/ 0 w 109775"/>
                <a:gd name="connsiteY11" fmla="*/ 144025 h 144025"/>
                <a:gd name="connsiteX12" fmla="*/ 0 w 109775"/>
                <a:gd name="connsiteY12" fmla="*/ 0 h 144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775" h="144025">
                  <a:moveTo>
                    <a:pt x="0" y="0"/>
                  </a:moveTo>
                  <a:lnTo>
                    <a:pt x="19479" y="0"/>
                  </a:lnTo>
                  <a:lnTo>
                    <a:pt x="19479" y="59033"/>
                  </a:lnTo>
                  <a:lnTo>
                    <a:pt x="90273" y="59033"/>
                  </a:lnTo>
                  <a:lnTo>
                    <a:pt x="90273" y="0"/>
                  </a:lnTo>
                  <a:lnTo>
                    <a:pt x="109776" y="0"/>
                  </a:lnTo>
                  <a:lnTo>
                    <a:pt x="109776" y="144025"/>
                  </a:lnTo>
                  <a:lnTo>
                    <a:pt x="90273" y="144025"/>
                  </a:lnTo>
                  <a:lnTo>
                    <a:pt x="90273" y="75433"/>
                  </a:lnTo>
                  <a:lnTo>
                    <a:pt x="19479" y="75433"/>
                  </a:lnTo>
                  <a:lnTo>
                    <a:pt x="19479" y="144025"/>
                  </a:lnTo>
                  <a:lnTo>
                    <a:pt x="0" y="1440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82" name="Group 281">
            <a:extLst>
              <a:ext uri="{FF2B5EF4-FFF2-40B4-BE49-F238E27FC236}">
                <a16:creationId xmlns:a16="http://schemas.microsoft.com/office/drawing/2014/main" id="{B68384D6-BA37-348D-C065-35A0C0536708}"/>
              </a:ext>
            </a:extLst>
          </p:cNvPr>
          <p:cNvGrpSpPr/>
          <p:nvPr/>
        </p:nvGrpSpPr>
        <p:grpSpPr>
          <a:xfrm>
            <a:off x="5482025" y="3537989"/>
            <a:ext cx="338757" cy="64036"/>
            <a:chOff x="5154734" y="3152975"/>
            <a:chExt cx="338757" cy="64036"/>
          </a:xfrm>
        </p:grpSpPr>
        <p:sp>
          <p:nvSpPr>
            <p:cNvPr id="173" name="Freeform 172">
              <a:extLst>
                <a:ext uri="{FF2B5EF4-FFF2-40B4-BE49-F238E27FC236}">
                  <a16:creationId xmlns:a16="http://schemas.microsoft.com/office/drawing/2014/main" id="{55C3C5F7-D93D-7A4A-0775-4AAA78A8B42D}"/>
                </a:ext>
              </a:extLst>
            </p:cNvPr>
            <p:cNvSpPr/>
            <p:nvPr/>
          </p:nvSpPr>
          <p:spPr>
            <a:xfrm>
              <a:off x="5154734" y="3152975"/>
              <a:ext cx="42672" cy="64036"/>
            </a:xfrm>
            <a:custGeom>
              <a:avLst/>
              <a:gdLst>
                <a:gd name="connsiteX0" fmla="*/ 21336 w 42672"/>
                <a:gd name="connsiteY0" fmla="*/ 6615 h 64036"/>
                <a:gd name="connsiteX1" fmla="*/ 11621 w 42672"/>
                <a:gd name="connsiteY1" fmla="*/ 12983 h 64036"/>
                <a:gd name="connsiteX2" fmla="*/ 8406 w 42672"/>
                <a:gd name="connsiteY2" fmla="*/ 32040 h 64036"/>
                <a:gd name="connsiteX3" fmla="*/ 11621 w 42672"/>
                <a:gd name="connsiteY3" fmla="*/ 51097 h 64036"/>
                <a:gd name="connsiteX4" fmla="*/ 21336 w 42672"/>
                <a:gd name="connsiteY4" fmla="*/ 57424 h 64036"/>
                <a:gd name="connsiteX5" fmla="*/ 31052 w 42672"/>
                <a:gd name="connsiteY5" fmla="*/ 51097 h 64036"/>
                <a:gd name="connsiteX6" fmla="*/ 34314 w 42672"/>
                <a:gd name="connsiteY6" fmla="*/ 32040 h 64036"/>
                <a:gd name="connsiteX7" fmla="*/ 31052 w 42672"/>
                <a:gd name="connsiteY7" fmla="*/ 12983 h 64036"/>
                <a:gd name="connsiteX8" fmla="*/ 21336 w 42672"/>
                <a:gd name="connsiteY8" fmla="*/ 6615 h 64036"/>
                <a:gd name="connsiteX9" fmla="*/ 21336 w 42672"/>
                <a:gd name="connsiteY9" fmla="*/ 0 h 64036"/>
                <a:gd name="connsiteX10" fmla="*/ 37172 w 42672"/>
                <a:gd name="connsiteY10" fmla="*/ 8227 h 64036"/>
                <a:gd name="connsiteX11" fmla="*/ 42672 w 42672"/>
                <a:gd name="connsiteY11" fmla="*/ 32040 h 64036"/>
                <a:gd name="connsiteX12" fmla="*/ 37172 w 42672"/>
                <a:gd name="connsiteY12" fmla="*/ 55852 h 64036"/>
                <a:gd name="connsiteX13" fmla="*/ 21336 w 42672"/>
                <a:gd name="connsiteY13" fmla="*/ 64037 h 64036"/>
                <a:gd name="connsiteX14" fmla="*/ 5453 w 42672"/>
                <a:gd name="connsiteY14" fmla="*/ 55852 h 64036"/>
                <a:gd name="connsiteX15" fmla="*/ 0 w 42672"/>
                <a:gd name="connsiteY15" fmla="*/ 32040 h 64036"/>
                <a:gd name="connsiteX16" fmla="*/ 5453 w 42672"/>
                <a:gd name="connsiteY16" fmla="*/ 8227 h 64036"/>
                <a:gd name="connsiteX17" fmla="*/ 21336 w 42672"/>
                <a:gd name="connsiteY17" fmla="*/ 0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6">
                  <a:moveTo>
                    <a:pt x="21336" y="6615"/>
                  </a:moveTo>
                  <a:cubicBezTo>
                    <a:pt x="17026" y="6615"/>
                    <a:pt x="13788" y="8737"/>
                    <a:pt x="11621" y="12983"/>
                  </a:cubicBezTo>
                  <a:cubicBezTo>
                    <a:pt x="9478" y="17200"/>
                    <a:pt x="8406" y="23551"/>
                    <a:pt x="8406" y="32040"/>
                  </a:cubicBezTo>
                  <a:cubicBezTo>
                    <a:pt x="8406" y="40500"/>
                    <a:pt x="9478" y="46854"/>
                    <a:pt x="11621" y="51097"/>
                  </a:cubicBezTo>
                  <a:cubicBezTo>
                    <a:pt x="13788" y="55314"/>
                    <a:pt x="17026" y="57424"/>
                    <a:pt x="21336" y="57424"/>
                  </a:cubicBezTo>
                  <a:cubicBezTo>
                    <a:pt x="25670" y="57424"/>
                    <a:pt x="28908" y="55314"/>
                    <a:pt x="31052" y="51097"/>
                  </a:cubicBezTo>
                  <a:cubicBezTo>
                    <a:pt x="33219" y="46854"/>
                    <a:pt x="34314" y="40500"/>
                    <a:pt x="34314" y="32040"/>
                  </a:cubicBezTo>
                  <a:cubicBezTo>
                    <a:pt x="34314" y="23551"/>
                    <a:pt x="33219" y="17200"/>
                    <a:pt x="31052" y="12983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2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2" y="55852"/>
                  </a:cubicBezTo>
                  <a:cubicBezTo>
                    <a:pt x="33528" y="61308"/>
                    <a:pt x="28265" y="64037"/>
                    <a:pt x="21336" y="64037"/>
                  </a:cubicBezTo>
                  <a:cubicBezTo>
                    <a:pt x="14407" y="64037"/>
                    <a:pt x="9120" y="61308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4" name="Freeform 173">
              <a:extLst>
                <a:ext uri="{FF2B5EF4-FFF2-40B4-BE49-F238E27FC236}">
                  <a16:creationId xmlns:a16="http://schemas.microsoft.com/office/drawing/2014/main" id="{E4657D16-3AFB-9906-3281-0C0977BFC1ED}"/>
                </a:ext>
              </a:extLst>
            </p:cNvPr>
            <p:cNvSpPr/>
            <p:nvPr/>
          </p:nvSpPr>
          <p:spPr>
            <a:xfrm>
              <a:off x="5212075" y="3205312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5" name="Freeform 174">
              <a:extLst>
                <a:ext uri="{FF2B5EF4-FFF2-40B4-BE49-F238E27FC236}">
                  <a16:creationId xmlns:a16="http://schemas.microsoft.com/office/drawing/2014/main" id="{D67398B1-0E0F-2E1D-731D-8194DE7E538A}"/>
                </a:ext>
              </a:extLst>
            </p:cNvPr>
            <p:cNvSpPr/>
            <p:nvPr/>
          </p:nvSpPr>
          <p:spPr>
            <a:xfrm>
              <a:off x="5236388" y="3152975"/>
              <a:ext cx="40648" cy="64036"/>
            </a:xfrm>
            <a:custGeom>
              <a:avLst/>
              <a:gdLst>
                <a:gd name="connsiteX0" fmla="*/ 27908 w 40648"/>
                <a:gd name="connsiteY0" fmla="*/ 29559 h 64036"/>
                <a:gd name="connsiteX1" fmla="*/ 37243 w 40648"/>
                <a:gd name="connsiteY1" fmla="*/ 34892 h 64036"/>
                <a:gd name="connsiteX2" fmla="*/ 40648 w 40648"/>
                <a:gd name="connsiteY2" fmla="*/ 44896 h 64036"/>
                <a:gd name="connsiteX3" fmla="*/ 34362 w 40648"/>
                <a:gd name="connsiteY3" fmla="*/ 59036 h 64036"/>
                <a:gd name="connsiteX4" fmla="*/ 16502 w 40648"/>
                <a:gd name="connsiteY4" fmla="*/ 64037 h 64036"/>
                <a:gd name="connsiteX5" fmla="*/ 8477 w 40648"/>
                <a:gd name="connsiteY5" fmla="*/ 63253 h 64036"/>
                <a:gd name="connsiteX6" fmla="*/ 0 w 40648"/>
                <a:gd name="connsiteY6" fmla="*/ 60979 h 64036"/>
                <a:gd name="connsiteX7" fmla="*/ 0 w 40648"/>
                <a:gd name="connsiteY7" fmla="*/ 52916 h 64036"/>
                <a:gd name="connsiteX8" fmla="*/ 7596 w 40648"/>
                <a:gd name="connsiteY8" fmla="*/ 55976 h 64036"/>
                <a:gd name="connsiteX9" fmla="*/ 16240 w 40648"/>
                <a:gd name="connsiteY9" fmla="*/ 57010 h 64036"/>
                <a:gd name="connsiteX10" fmla="*/ 28194 w 40648"/>
                <a:gd name="connsiteY10" fmla="*/ 53909 h 64036"/>
                <a:gd name="connsiteX11" fmla="*/ 32337 w 40648"/>
                <a:gd name="connsiteY11" fmla="*/ 44896 h 64036"/>
                <a:gd name="connsiteX12" fmla="*/ 28480 w 40648"/>
                <a:gd name="connsiteY12" fmla="*/ 36381 h 64036"/>
                <a:gd name="connsiteX13" fmla="*/ 17859 w 40648"/>
                <a:gd name="connsiteY13" fmla="*/ 33280 h 64036"/>
                <a:gd name="connsiteX14" fmla="*/ 10668 w 40648"/>
                <a:gd name="connsiteY14" fmla="*/ 33280 h 64036"/>
                <a:gd name="connsiteX15" fmla="*/ 10668 w 40648"/>
                <a:gd name="connsiteY15" fmla="*/ 26418 h 64036"/>
                <a:gd name="connsiteX16" fmla="*/ 18193 w 40648"/>
                <a:gd name="connsiteY16" fmla="*/ 26418 h 64036"/>
                <a:gd name="connsiteX17" fmla="*/ 27622 w 40648"/>
                <a:gd name="connsiteY17" fmla="*/ 23979 h 64036"/>
                <a:gd name="connsiteX18" fmla="*/ 30885 w 40648"/>
                <a:gd name="connsiteY18" fmla="*/ 16866 h 64036"/>
                <a:gd name="connsiteX19" fmla="*/ 27480 w 40648"/>
                <a:gd name="connsiteY19" fmla="*/ 9592 h 64036"/>
                <a:gd name="connsiteX20" fmla="*/ 17859 w 40648"/>
                <a:gd name="connsiteY20" fmla="*/ 7030 h 64036"/>
                <a:gd name="connsiteX21" fmla="*/ 10501 w 40648"/>
                <a:gd name="connsiteY21" fmla="*/ 7772 h 64036"/>
                <a:gd name="connsiteX22" fmla="*/ 1857 w 40648"/>
                <a:gd name="connsiteY22" fmla="*/ 10087 h 64036"/>
                <a:gd name="connsiteX23" fmla="*/ 1857 w 40648"/>
                <a:gd name="connsiteY23" fmla="*/ 2646 h 64036"/>
                <a:gd name="connsiteX24" fmla="*/ 10739 w 40648"/>
                <a:gd name="connsiteY24" fmla="*/ 662 h 64036"/>
                <a:gd name="connsiteX25" fmla="*/ 18598 w 40648"/>
                <a:gd name="connsiteY25" fmla="*/ 0 h 64036"/>
                <a:gd name="connsiteX26" fmla="*/ 33647 w 40648"/>
                <a:gd name="connsiteY26" fmla="*/ 4341 h 64036"/>
                <a:gd name="connsiteX27" fmla="*/ 39195 w 40648"/>
                <a:gd name="connsiteY27" fmla="*/ 16000 h 64036"/>
                <a:gd name="connsiteX28" fmla="*/ 36266 w 40648"/>
                <a:gd name="connsiteY28" fmla="*/ 24682 h 64036"/>
                <a:gd name="connsiteX29" fmla="*/ 27908 w 40648"/>
                <a:gd name="connsiteY29" fmla="*/ 29559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6">
                  <a:moveTo>
                    <a:pt x="27908" y="29559"/>
                  </a:moveTo>
                  <a:cubicBezTo>
                    <a:pt x="31909" y="30413"/>
                    <a:pt x="35028" y="32190"/>
                    <a:pt x="37243" y="34892"/>
                  </a:cubicBezTo>
                  <a:cubicBezTo>
                    <a:pt x="39505" y="37593"/>
                    <a:pt x="40648" y="40927"/>
                    <a:pt x="40648" y="44896"/>
                  </a:cubicBezTo>
                  <a:cubicBezTo>
                    <a:pt x="40648" y="50987"/>
                    <a:pt x="38553" y="55700"/>
                    <a:pt x="34362" y="59036"/>
                  </a:cubicBezTo>
                  <a:cubicBezTo>
                    <a:pt x="30171" y="62370"/>
                    <a:pt x="24217" y="64037"/>
                    <a:pt x="16502" y="64037"/>
                  </a:cubicBezTo>
                  <a:cubicBezTo>
                    <a:pt x="13906" y="64037"/>
                    <a:pt x="11216" y="63775"/>
                    <a:pt x="8477" y="63253"/>
                  </a:cubicBezTo>
                  <a:cubicBezTo>
                    <a:pt x="5739" y="62755"/>
                    <a:pt x="2929" y="61998"/>
                    <a:pt x="0" y="60979"/>
                  </a:cubicBezTo>
                  <a:lnTo>
                    <a:pt x="0" y="52916"/>
                  </a:lnTo>
                  <a:cubicBezTo>
                    <a:pt x="2310" y="54266"/>
                    <a:pt x="4858" y="55288"/>
                    <a:pt x="7596" y="55976"/>
                  </a:cubicBezTo>
                  <a:cubicBezTo>
                    <a:pt x="10358" y="56664"/>
                    <a:pt x="13240" y="57010"/>
                    <a:pt x="16240" y="57010"/>
                  </a:cubicBezTo>
                  <a:cubicBezTo>
                    <a:pt x="21479" y="57010"/>
                    <a:pt x="25456" y="55976"/>
                    <a:pt x="28194" y="53909"/>
                  </a:cubicBezTo>
                  <a:cubicBezTo>
                    <a:pt x="30956" y="51842"/>
                    <a:pt x="32337" y="48837"/>
                    <a:pt x="32337" y="44896"/>
                  </a:cubicBezTo>
                  <a:cubicBezTo>
                    <a:pt x="32337" y="41260"/>
                    <a:pt x="31052" y="38421"/>
                    <a:pt x="28480" y="36381"/>
                  </a:cubicBezTo>
                  <a:cubicBezTo>
                    <a:pt x="25932" y="34314"/>
                    <a:pt x="22408" y="33280"/>
                    <a:pt x="17859" y="33280"/>
                  </a:cubicBezTo>
                  <a:lnTo>
                    <a:pt x="10668" y="33280"/>
                  </a:lnTo>
                  <a:lnTo>
                    <a:pt x="10668" y="26418"/>
                  </a:lnTo>
                  <a:lnTo>
                    <a:pt x="18193" y="26418"/>
                  </a:lnTo>
                  <a:cubicBezTo>
                    <a:pt x="22312" y="26418"/>
                    <a:pt x="25456" y="25606"/>
                    <a:pt x="27622" y="23979"/>
                  </a:cubicBezTo>
                  <a:cubicBezTo>
                    <a:pt x="29789" y="22324"/>
                    <a:pt x="30885" y="19955"/>
                    <a:pt x="30885" y="16866"/>
                  </a:cubicBezTo>
                  <a:cubicBezTo>
                    <a:pt x="30885" y="13697"/>
                    <a:pt x="29742" y="11273"/>
                    <a:pt x="27480" y="9592"/>
                  </a:cubicBezTo>
                  <a:cubicBezTo>
                    <a:pt x="25265" y="7884"/>
                    <a:pt x="22050" y="7030"/>
                    <a:pt x="17859" y="7030"/>
                  </a:cubicBezTo>
                  <a:cubicBezTo>
                    <a:pt x="15573" y="7030"/>
                    <a:pt x="13121" y="7277"/>
                    <a:pt x="10501" y="7772"/>
                  </a:cubicBezTo>
                  <a:cubicBezTo>
                    <a:pt x="7882" y="8270"/>
                    <a:pt x="5001" y="9042"/>
                    <a:pt x="1857" y="10087"/>
                  </a:cubicBezTo>
                  <a:lnTo>
                    <a:pt x="1857" y="2646"/>
                  </a:lnTo>
                  <a:cubicBezTo>
                    <a:pt x="5024" y="1765"/>
                    <a:pt x="8001" y="1103"/>
                    <a:pt x="10739" y="662"/>
                  </a:cubicBezTo>
                  <a:cubicBezTo>
                    <a:pt x="13526" y="221"/>
                    <a:pt x="16145" y="0"/>
                    <a:pt x="18598" y="0"/>
                  </a:cubicBezTo>
                  <a:cubicBezTo>
                    <a:pt x="24955" y="0"/>
                    <a:pt x="29956" y="1448"/>
                    <a:pt x="33647" y="4341"/>
                  </a:cubicBezTo>
                  <a:cubicBezTo>
                    <a:pt x="37338" y="7208"/>
                    <a:pt x="39195" y="11094"/>
                    <a:pt x="39195" y="16000"/>
                  </a:cubicBezTo>
                  <a:cubicBezTo>
                    <a:pt x="39195" y="19417"/>
                    <a:pt x="38219" y="22312"/>
                    <a:pt x="36266" y="24682"/>
                  </a:cubicBezTo>
                  <a:cubicBezTo>
                    <a:pt x="34290" y="27022"/>
                    <a:pt x="31504" y="28649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6" name="Freeform 175">
              <a:extLst>
                <a:ext uri="{FF2B5EF4-FFF2-40B4-BE49-F238E27FC236}">
                  <a16:creationId xmlns:a16="http://schemas.microsoft.com/office/drawing/2014/main" id="{C544549B-4783-78A2-FDE2-D6A652667615}"/>
                </a:ext>
              </a:extLst>
            </p:cNvPr>
            <p:cNvSpPr/>
            <p:nvPr/>
          </p:nvSpPr>
          <p:spPr>
            <a:xfrm>
              <a:off x="5287942" y="3154091"/>
              <a:ext cx="44981" cy="61722"/>
            </a:xfrm>
            <a:custGeom>
              <a:avLst/>
              <a:gdLst>
                <a:gd name="connsiteX0" fmla="*/ 27861 w 44981"/>
                <a:gd name="connsiteY0" fmla="*/ 7275 h 61722"/>
                <a:gd name="connsiteX1" fmla="*/ 6787 w 44981"/>
                <a:gd name="connsiteY1" fmla="*/ 40224 h 61722"/>
                <a:gd name="connsiteX2" fmla="*/ 27861 w 44981"/>
                <a:gd name="connsiteY2" fmla="*/ 40224 h 61722"/>
                <a:gd name="connsiteX3" fmla="*/ 27861 w 44981"/>
                <a:gd name="connsiteY3" fmla="*/ 7275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24 h 61722"/>
                <a:gd name="connsiteX7" fmla="*/ 44982 w 44981"/>
                <a:gd name="connsiteY7" fmla="*/ 40224 h 61722"/>
                <a:gd name="connsiteX8" fmla="*/ 44982 w 44981"/>
                <a:gd name="connsiteY8" fmla="*/ 47170 h 61722"/>
                <a:gd name="connsiteX9" fmla="*/ 36171 w 44981"/>
                <a:gd name="connsiteY9" fmla="*/ 47170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0 h 61722"/>
                <a:gd name="connsiteX13" fmla="*/ 0 w 44981"/>
                <a:gd name="connsiteY13" fmla="*/ 47170 h 61722"/>
                <a:gd name="connsiteX14" fmla="*/ 0 w 44981"/>
                <a:gd name="connsiteY14" fmla="*/ 39107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75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5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7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7" name="Freeform 176">
              <a:extLst>
                <a:ext uri="{FF2B5EF4-FFF2-40B4-BE49-F238E27FC236}">
                  <a16:creationId xmlns:a16="http://schemas.microsoft.com/office/drawing/2014/main" id="{1D64D1AA-9B70-8322-C0A6-258C25CC4437}"/>
                </a:ext>
              </a:extLst>
            </p:cNvPr>
            <p:cNvSpPr/>
            <p:nvPr/>
          </p:nvSpPr>
          <p:spPr>
            <a:xfrm>
              <a:off x="5341806" y="3154091"/>
              <a:ext cx="44981" cy="61722"/>
            </a:xfrm>
            <a:custGeom>
              <a:avLst/>
              <a:gdLst>
                <a:gd name="connsiteX0" fmla="*/ 27861 w 44981"/>
                <a:gd name="connsiteY0" fmla="*/ 7275 h 61722"/>
                <a:gd name="connsiteX1" fmla="*/ 6787 w 44981"/>
                <a:gd name="connsiteY1" fmla="*/ 40224 h 61722"/>
                <a:gd name="connsiteX2" fmla="*/ 27861 w 44981"/>
                <a:gd name="connsiteY2" fmla="*/ 40224 h 61722"/>
                <a:gd name="connsiteX3" fmla="*/ 27861 w 44981"/>
                <a:gd name="connsiteY3" fmla="*/ 7275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24 h 61722"/>
                <a:gd name="connsiteX7" fmla="*/ 44982 w 44981"/>
                <a:gd name="connsiteY7" fmla="*/ 40224 h 61722"/>
                <a:gd name="connsiteX8" fmla="*/ 44982 w 44981"/>
                <a:gd name="connsiteY8" fmla="*/ 47170 h 61722"/>
                <a:gd name="connsiteX9" fmla="*/ 36171 w 44981"/>
                <a:gd name="connsiteY9" fmla="*/ 47170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70 h 61722"/>
                <a:gd name="connsiteX13" fmla="*/ 0 w 44981"/>
                <a:gd name="connsiteY13" fmla="*/ 47170 h 61722"/>
                <a:gd name="connsiteX14" fmla="*/ 0 w 44981"/>
                <a:gd name="connsiteY14" fmla="*/ 39107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75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5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7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8" name="Freeform 177">
              <a:extLst>
                <a:ext uri="{FF2B5EF4-FFF2-40B4-BE49-F238E27FC236}">
                  <a16:creationId xmlns:a16="http://schemas.microsoft.com/office/drawing/2014/main" id="{D514A0B6-E8E2-4127-924B-FB9733E78B58}"/>
                </a:ext>
              </a:extLst>
            </p:cNvPr>
            <p:cNvSpPr/>
            <p:nvPr/>
          </p:nvSpPr>
          <p:spPr>
            <a:xfrm>
              <a:off x="5397122" y="3152975"/>
              <a:ext cx="42672" cy="64036"/>
            </a:xfrm>
            <a:custGeom>
              <a:avLst/>
              <a:gdLst>
                <a:gd name="connsiteX0" fmla="*/ 21336 w 42672"/>
                <a:gd name="connsiteY0" fmla="*/ 6615 h 64036"/>
                <a:gd name="connsiteX1" fmla="*/ 11621 w 42672"/>
                <a:gd name="connsiteY1" fmla="*/ 12983 h 64036"/>
                <a:gd name="connsiteX2" fmla="*/ 8382 w 42672"/>
                <a:gd name="connsiteY2" fmla="*/ 32040 h 64036"/>
                <a:gd name="connsiteX3" fmla="*/ 11621 w 42672"/>
                <a:gd name="connsiteY3" fmla="*/ 51097 h 64036"/>
                <a:gd name="connsiteX4" fmla="*/ 21336 w 42672"/>
                <a:gd name="connsiteY4" fmla="*/ 57424 h 64036"/>
                <a:gd name="connsiteX5" fmla="*/ 31052 w 42672"/>
                <a:gd name="connsiteY5" fmla="*/ 51097 h 64036"/>
                <a:gd name="connsiteX6" fmla="*/ 34314 w 42672"/>
                <a:gd name="connsiteY6" fmla="*/ 32040 h 64036"/>
                <a:gd name="connsiteX7" fmla="*/ 31052 w 42672"/>
                <a:gd name="connsiteY7" fmla="*/ 12983 h 64036"/>
                <a:gd name="connsiteX8" fmla="*/ 21336 w 42672"/>
                <a:gd name="connsiteY8" fmla="*/ 6615 h 64036"/>
                <a:gd name="connsiteX9" fmla="*/ 21336 w 42672"/>
                <a:gd name="connsiteY9" fmla="*/ 0 h 64036"/>
                <a:gd name="connsiteX10" fmla="*/ 37171 w 42672"/>
                <a:gd name="connsiteY10" fmla="*/ 8227 h 64036"/>
                <a:gd name="connsiteX11" fmla="*/ 42672 w 42672"/>
                <a:gd name="connsiteY11" fmla="*/ 32040 h 64036"/>
                <a:gd name="connsiteX12" fmla="*/ 37171 w 42672"/>
                <a:gd name="connsiteY12" fmla="*/ 55852 h 64036"/>
                <a:gd name="connsiteX13" fmla="*/ 21336 w 42672"/>
                <a:gd name="connsiteY13" fmla="*/ 64037 h 64036"/>
                <a:gd name="connsiteX14" fmla="*/ 5453 w 42672"/>
                <a:gd name="connsiteY14" fmla="*/ 55852 h 64036"/>
                <a:gd name="connsiteX15" fmla="*/ 0 w 42672"/>
                <a:gd name="connsiteY15" fmla="*/ 32040 h 64036"/>
                <a:gd name="connsiteX16" fmla="*/ 5453 w 42672"/>
                <a:gd name="connsiteY16" fmla="*/ 8227 h 64036"/>
                <a:gd name="connsiteX17" fmla="*/ 21336 w 42672"/>
                <a:gd name="connsiteY17" fmla="*/ 0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6">
                  <a:moveTo>
                    <a:pt x="21336" y="6615"/>
                  </a:moveTo>
                  <a:cubicBezTo>
                    <a:pt x="17026" y="6615"/>
                    <a:pt x="13788" y="8737"/>
                    <a:pt x="11621" y="12983"/>
                  </a:cubicBezTo>
                  <a:cubicBezTo>
                    <a:pt x="9453" y="17200"/>
                    <a:pt x="8382" y="23551"/>
                    <a:pt x="8382" y="32040"/>
                  </a:cubicBezTo>
                  <a:cubicBezTo>
                    <a:pt x="8382" y="40500"/>
                    <a:pt x="9453" y="46854"/>
                    <a:pt x="11621" y="51097"/>
                  </a:cubicBezTo>
                  <a:cubicBezTo>
                    <a:pt x="13788" y="55314"/>
                    <a:pt x="17026" y="57424"/>
                    <a:pt x="21336" y="57424"/>
                  </a:cubicBezTo>
                  <a:cubicBezTo>
                    <a:pt x="25646" y="57424"/>
                    <a:pt x="28885" y="55314"/>
                    <a:pt x="31052" y="51097"/>
                  </a:cubicBezTo>
                  <a:cubicBezTo>
                    <a:pt x="33219" y="46854"/>
                    <a:pt x="34314" y="40500"/>
                    <a:pt x="34314" y="32040"/>
                  </a:cubicBezTo>
                  <a:cubicBezTo>
                    <a:pt x="34314" y="23551"/>
                    <a:pt x="33219" y="17200"/>
                    <a:pt x="31052" y="12983"/>
                  </a:cubicBezTo>
                  <a:cubicBezTo>
                    <a:pt x="28885" y="8737"/>
                    <a:pt x="25646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1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1" y="55852"/>
                  </a:cubicBezTo>
                  <a:cubicBezTo>
                    <a:pt x="33528" y="61308"/>
                    <a:pt x="28265" y="64037"/>
                    <a:pt x="21336" y="64037"/>
                  </a:cubicBezTo>
                  <a:cubicBezTo>
                    <a:pt x="14407" y="64037"/>
                    <a:pt x="9120" y="61308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79" name="Freeform 178">
              <a:extLst>
                <a:ext uri="{FF2B5EF4-FFF2-40B4-BE49-F238E27FC236}">
                  <a16:creationId xmlns:a16="http://schemas.microsoft.com/office/drawing/2014/main" id="{8255E693-3084-531E-02D1-60EA40DED5B7}"/>
                </a:ext>
              </a:extLst>
            </p:cNvPr>
            <p:cNvSpPr/>
            <p:nvPr/>
          </p:nvSpPr>
          <p:spPr>
            <a:xfrm>
              <a:off x="5451153" y="3152975"/>
              <a:ext cx="42338" cy="64036"/>
            </a:xfrm>
            <a:custGeom>
              <a:avLst/>
              <a:gdLst>
                <a:gd name="connsiteX0" fmla="*/ 21169 w 42338"/>
                <a:gd name="connsiteY0" fmla="*/ 33528 h 64036"/>
                <a:gd name="connsiteX1" fmla="*/ 11787 w 42338"/>
                <a:gd name="connsiteY1" fmla="*/ 36712 h 64036"/>
                <a:gd name="connsiteX2" fmla="*/ 8382 w 42338"/>
                <a:gd name="connsiteY2" fmla="*/ 45475 h 64036"/>
                <a:gd name="connsiteX3" fmla="*/ 11787 w 42338"/>
                <a:gd name="connsiteY3" fmla="*/ 54240 h 64036"/>
                <a:gd name="connsiteX4" fmla="*/ 21169 w 42338"/>
                <a:gd name="connsiteY4" fmla="*/ 57424 h 64036"/>
                <a:gd name="connsiteX5" fmla="*/ 30551 w 42338"/>
                <a:gd name="connsiteY5" fmla="*/ 54240 h 64036"/>
                <a:gd name="connsiteX6" fmla="*/ 33980 w 42338"/>
                <a:gd name="connsiteY6" fmla="*/ 45475 h 64036"/>
                <a:gd name="connsiteX7" fmla="*/ 30551 w 42338"/>
                <a:gd name="connsiteY7" fmla="*/ 36712 h 64036"/>
                <a:gd name="connsiteX8" fmla="*/ 21169 w 42338"/>
                <a:gd name="connsiteY8" fmla="*/ 33528 h 64036"/>
                <a:gd name="connsiteX9" fmla="*/ 12811 w 42338"/>
                <a:gd name="connsiteY9" fmla="*/ 29973 h 64036"/>
                <a:gd name="connsiteX10" fmla="*/ 4429 w 42338"/>
                <a:gd name="connsiteY10" fmla="*/ 24970 h 64036"/>
                <a:gd name="connsiteX11" fmla="*/ 1453 w 42338"/>
                <a:gd name="connsiteY11" fmla="*/ 16000 h 64036"/>
                <a:gd name="connsiteX12" fmla="*/ 6691 w 42338"/>
                <a:gd name="connsiteY12" fmla="*/ 4301 h 64036"/>
                <a:gd name="connsiteX13" fmla="*/ 21169 w 42338"/>
                <a:gd name="connsiteY13" fmla="*/ 0 h 64036"/>
                <a:gd name="connsiteX14" fmla="*/ 35647 w 42338"/>
                <a:gd name="connsiteY14" fmla="*/ 4301 h 64036"/>
                <a:gd name="connsiteX15" fmla="*/ 40886 w 42338"/>
                <a:gd name="connsiteY15" fmla="*/ 16000 h 64036"/>
                <a:gd name="connsiteX16" fmla="*/ 37862 w 42338"/>
                <a:gd name="connsiteY16" fmla="*/ 24970 h 64036"/>
                <a:gd name="connsiteX17" fmla="*/ 29551 w 42338"/>
                <a:gd name="connsiteY17" fmla="*/ 29973 h 64036"/>
                <a:gd name="connsiteX18" fmla="*/ 38933 w 42338"/>
                <a:gd name="connsiteY18" fmla="*/ 35471 h 64036"/>
                <a:gd name="connsiteX19" fmla="*/ 42339 w 42338"/>
                <a:gd name="connsiteY19" fmla="*/ 45475 h 64036"/>
                <a:gd name="connsiteX20" fmla="*/ 36838 w 42338"/>
                <a:gd name="connsiteY20" fmla="*/ 59243 h 64036"/>
                <a:gd name="connsiteX21" fmla="*/ 21169 w 42338"/>
                <a:gd name="connsiteY21" fmla="*/ 64037 h 64036"/>
                <a:gd name="connsiteX22" fmla="*/ 5453 w 42338"/>
                <a:gd name="connsiteY22" fmla="*/ 59243 h 64036"/>
                <a:gd name="connsiteX23" fmla="*/ 0 w 42338"/>
                <a:gd name="connsiteY23" fmla="*/ 45475 h 64036"/>
                <a:gd name="connsiteX24" fmla="*/ 3381 w 42338"/>
                <a:gd name="connsiteY24" fmla="*/ 35471 h 64036"/>
                <a:gd name="connsiteX25" fmla="*/ 12811 w 42338"/>
                <a:gd name="connsiteY25" fmla="*/ 29973 h 64036"/>
                <a:gd name="connsiteX26" fmla="*/ 9763 w 42338"/>
                <a:gd name="connsiteY26" fmla="*/ 16785 h 64036"/>
                <a:gd name="connsiteX27" fmla="*/ 12740 w 42338"/>
                <a:gd name="connsiteY27" fmla="*/ 24267 h 64036"/>
                <a:gd name="connsiteX28" fmla="*/ 21169 w 42338"/>
                <a:gd name="connsiteY28" fmla="*/ 26956 h 64036"/>
                <a:gd name="connsiteX29" fmla="*/ 29551 w 42338"/>
                <a:gd name="connsiteY29" fmla="*/ 24267 h 64036"/>
                <a:gd name="connsiteX30" fmla="*/ 32623 w 42338"/>
                <a:gd name="connsiteY30" fmla="*/ 16785 h 64036"/>
                <a:gd name="connsiteX31" fmla="*/ 29551 w 42338"/>
                <a:gd name="connsiteY31" fmla="*/ 9301 h 64036"/>
                <a:gd name="connsiteX32" fmla="*/ 21169 w 42338"/>
                <a:gd name="connsiteY32" fmla="*/ 6615 h 64036"/>
                <a:gd name="connsiteX33" fmla="*/ 12740 w 42338"/>
                <a:gd name="connsiteY33" fmla="*/ 9301 h 64036"/>
                <a:gd name="connsiteX34" fmla="*/ 9763 w 42338"/>
                <a:gd name="connsiteY34" fmla="*/ 16785 h 64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2338" h="64036">
                  <a:moveTo>
                    <a:pt x="21169" y="33528"/>
                  </a:moveTo>
                  <a:cubicBezTo>
                    <a:pt x="17193" y="33528"/>
                    <a:pt x="14073" y="34590"/>
                    <a:pt x="11787" y="36712"/>
                  </a:cubicBezTo>
                  <a:cubicBezTo>
                    <a:pt x="9525" y="38834"/>
                    <a:pt x="8382" y="41755"/>
                    <a:pt x="8382" y="45475"/>
                  </a:cubicBezTo>
                  <a:cubicBezTo>
                    <a:pt x="8382" y="49197"/>
                    <a:pt x="9525" y="52118"/>
                    <a:pt x="11787" y="54240"/>
                  </a:cubicBezTo>
                  <a:cubicBezTo>
                    <a:pt x="14073" y="56362"/>
                    <a:pt x="17193" y="57424"/>
                    <a:pt x="21169" y="57424"/>
                  </a:cubicBezTo>
                  <a:cubicBezTo>
                    <a:pt x="25146" y="57424"/>
                    <a:pt x="28265" y="56362"/>
                    <a:pt x="30551" y="54240"/>
                  </a:cubicBezTo>
                  <a:cubicBezTo>
                    <a:pt x="32837" y="52090"/>
                    <a:pt x="33980" y="49168"/>
                    <a:pt x="33980" y="45475"/>
                  </a:cubicBezTo>
                  <a:cubicBezTo>
                    <a:pt x="33980" y="41755"/>
                    <a:pt x="32837" y="38834"/>
                    <a:pt x="30551" y="36712"/>
                  </a:cubicBezTo>
                  <a:cubicBezTo>
                    <a:pt x="28289" y="34590"/>
                    <a:pt x="25170" y="33528"/>
                    <a:pt x="21169" y="33528"/>
                  </a:cubicBezTo>
                  <a:moveTo>
                    <a:pt x="12811" y="29973"/>
                  </a:moveTo>
                  <a:cubicBezTo>
                    <a:pt x="9239" y="29089"/>
                    <a:pt x="6453" y="27422"/>
                    <a:pt x="4429" y="24970"/>
                  </a:cubicBezTo>
                  <a:cubicBezTo>
                    <a:pt x="2452" y="22517"/>
                    <a:pt x="1453" y="19526"/>
                    <a:pt x="1453" y="16000"/>
                  </a:cubicBezTo>
                  <a:cubicBezTo>
                    <a:pt x="1453" y="11066"/>
                    <a:pt x="3191" y="7165"/>
                    <a:pt x="6691" y="4301"/>
                  </a:cubicBezTo>
                  <a:cubicBezTo>
                    <a:pt x="10215" y="1434"/>
                    <a:pt x="15049" y="0"/>
                    <a:pt x="21169" y="0"/>
                  </a:cubicBezTo>
                  <a:cubicBezTo>
                    <a:pt x="27313" y="0"/>
                    <a:pt x="32147" y="1434"/>
                    <a:pt x="35647" y="4301"/>
                  </a:cubicBezTo>
                  <a:cubicBezTo>
                    <a:pt x="39148" y="7165"/>
                    <a:pt x="40886" y="11066"/>
                    <a:pt x="40886" y="16000"/>
                  </a:cubicBezTo>
                  <a:cubicBezTo>
                    <a:pt x="40886" y="19526"/>
                    <a:pt x="39886" y="22517"/>
                    <a:pt x="37862" y="24970"/>
                  </a:cubicBezTo>
                  <a:cubicBezTo>
                    <a:pt x="35885" y="27422"/>
                    <a:pt x="33099" y="29089"/>
                    <a:pt x="29551" y="29973"/>
                  </a:cubicBezTo>
                  <a:cubicBezTo>
                    <a:pt x="33576" y="30909"/>
                    <a:pt x="36719" y="32742"/>
                    <a:pt x="38933" y="35471"/>
                  </a:cubicBezTo>
                  <a:cubicBezTo>
                    <a:pt x="41196" y="38200"/>
                    <a:pt x="42339" y="41534"/>
                    <a:pt x="42339" y="45475"/>
                  </a:cubicBezTo>
                  <a:cubicBezTo>
                    <a:pt x="42339" y="51456"/>
                    <a:pt x="40505" y="56045"/>
                    <a:pt x="36838" y="59243"/>
                  </a:cubicBezTo>
                  <a:cubicBezTo>
                    <a:pt x="33194" y="62439"/>
                    <a:pt x="27980" y="64037"/>
                    <a:pt x="21169" y="64037"/>
                  </a:cubicBezTo>
                  <a:cubicBezTo>
                    <a:pt x="14359" y="64037"/>
                    <a:pt x="9120" y="62439"/>
                    <a:pt x="5453" y="59243"/>
                  </a:cubicBezTo>
                  <a:cubicBezTo>
                    <a:pt x="1810" y="56045"/>
                    <a:pt x="0" y="51456"/>
                    <a:pt x="0" y="45475"/>
                  </a:cubicBezTo>
                  <a:cubicBezTo>
                    <a:pt x="0" y="41534"/>
                    <a:pt x="1119" y="38200"/>
                    <a:pt x="3381" y="35471"/>
                  </a:cubicBezTo>
                  <a:cubicBezTo>
                    <a:pt x="5644" y="32742"/>
                    <a:pt x="8787" y="30909"/>
                    <a:pt x="12811" y="29973"/>
                  </a:cubicBezTo>
                  <a:moveTo>
                    <a:pt x="9763" y="16785"/>
                  </a:moveTo>
                  <a:cubicBezTo>
                    <a:pt x="9763" y="19984"/>
                    <a:pt x="10763" y="22477"/>
                    <a:pt x="12740" y="24267"/>
                  </a:cubicBezTo>
                  <a:cubicBezTo>
                    <a:pt x="14740" y="26060"/>
                    <a:pt x="17550" y="26956"/>
                    <a:pt x="21169" y="26956"/>
                  </a:cubicBezTo>
                  <a:cubicBezTo>
                    <a:pt x="24765" y="26956"/>
                    <a:pt x="27551" y="26060"/>
                    <a:pt x="29551" y="24267"/>
                  </a:cubicBezTo>
                  <a:cubicBezTo>
                    <a:pt x="31599" y="22477"/>
                    <a:pt x="32623" y="19984"/>
                    <a:pt x="32623" y="16785"/>
                  </a:cubicBezTo>
                  <a:cubicBezTo>
                    <a:pt x="32623" y="13587"/>
                    <a:pt x="31599" y="11094"/>
                    <a:pt x="29551" y="9301"/>
                  </a:cubicBezTo>
                  <a:cubicBezTo>
                    <a:pt x="27551" y="7510"/>
                    <a:pt x="24765" y="6615"/>
                    <a:pt x="21169" y="6615"/>
                  </a:cubicBezTo>
                  <a:cubicBezTo>
                    <a:pt x="17550" y="6615"/>
                    <a:pt x="14740" y="7510"/>
                    <a:pt x="12740" y="9301"/>
                  </a:cubicBezTo>
                  <a:cubicBezTo>
                    <a:pt x="10763" y="11094"/>
                    <a:pt x="9763" y="13587"/>
                    <a:pt x="9763" y="16785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9F93FAF8-8ABC-4495-8968-1AA24A696A80}"/>
              </a:ext>
            </a:extLst>
          </p:cNvPr>
          <p:cNvGrpSpPr/>
          <p:nvPr/>
        </p:nvGrpSpPr>
        <p:grpSpPr>
          <a:xfrm>
            <a:off x="5000487" y="2600031"/>
            <a:ext cx="429910" cy="969935"/>
            <a:chOff x="4711941" y="2215017"/>
            <a:chExt cx="429910" cy="969935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066525C5-F981-524E-A0FA-FC9B4D0CBB44}"/>
                </a:ext>
              </a:extLst>
            </p:cNvPr>
            <p:cNvSpPr/>
            <p:nvPr/>
          </p:nvSpPr>
          <p:spPr>
            <a:xfrm>
              <a:off x="4711941" y="2215017"/>
              <a:ext cx="429910" cy="969935"/>
            </a:xfrm>
            <a:custGeom>
              <a:avLst/>
              <a:gdLst>
                <a:gd name="connsiteX0" fmla="*/ 0 w 429910"/>
                <a:gd name="connsiteY0" fmla="*/ 969936 h 969935"/>
                <a:gd name="connsiteX1" fmla="*/ 429911 w 429910"/>
                <a:gd name="connsiteY1" fmla="*/ 969936 h 969935"/>
                <a:gd name="connsiteX2" fmla="*/ 429911 w 429910"/>
                <a:gd name="connsiteY2" fmla="*/ 0 h 969935"/>
                <a:gd name="connsiteX3" fmla="*/ 0 w 429910"/>
                <a:gd name="connsiteY3" fmla="*/ 0 h 969935"/>
                <a:gd name="connsiteX4" fmla="*/ 0 w 429910"/>
                <a:gd name="connsiteY4" fmla="*/ 969936 h 969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9910" h="969935">
                  <a:moveTo>
                    <a:pt x="0" y="969936"/>
                  </a:moveTo>
                  <a:lnTo>
                    <a:pt x="429911" y="969936"/>
                  </a:lnTo>
                  <a:lnTo>
                    <a:pt x="429911" y="0"/>
                  </a:lnTo>
                  <a:lnTo>
                    <a:pt x="0" y="0"/>
                  </a:lnTo>
                  <a:lnTo>
                    <a:pt x="0" y="969936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0" name="Freeform 179">
              <a:extLst>
                <a:ext uri="{FF2B5EF4-FFF2-40B4-BE49-F238E27FC236}">
                  <a16:creationId xmlns:a16="http://schemas.microsoft.com/office/drawing/2014/main" id="{BD9A5747-E8A7-2390-123A-6D0FE80146E4}"/>
                </a:ext>
              </a:extLst>
            </p:cNvPr>
            <p:cNvSpPr/>
            <p:nvPr/>
          </p:nvSpPr>
          <p:spPr>
            <a:xfrm>
              <a:off x="4880486" y="2627976"/>
              <a:ext cx="92797" cy="144017"/>
            </a:xfrm>
            <a:custGeom>
              <a:avLst/>
              <a:gdLst>
                <a:gd name="connsiteX0" fmla="*/ 0 w 92797"/>
                <a:gd name="connsiteY0" fmla="*/ 0 h 144017"/>
                <a:gd name="connsiteX1" fmla="*/ 91059 w 92797"/>
                <a:gd name="connsiteY1" fmla="*/ 0 h 144017"/>
                <a:gd name="connsiteX2" fmla="*/ 91059 w 92797"/>
                <a:gd name="connsiteY2" fmla="*/ 16400 h 144017"/>
                <a:gd name="connsiteX3" fmla="*/ 19478 w 92797"/>
                <a:gd name="connsiteY3" fmla="*/ 16400 h 144017"/>
                <a:gd name="connsiteX4" fmla="*/ 19478 w 92797"/>
                <a:gd name="connsiteY4" fmla="*/ 59036 h 144017"/>
                <a:gd name="connsiteX5" fmla="*/ 88082 w 92797"/>
                <a:gd name="connsiteY5" fmla="*/ 59036 h 144017"/>
                <a:gd name="connsiteX6" fmla="*/ 88082 w 92797"/>
                <a:gd name="connsiteY6" fmla="*/ 75433 h 144017"/>
                <a:gd name="connsiteX7" fmla="*/ 19478 w 92797"/>
                <a:gd name="connsiteY7" fmla="*/ 75433 h 144017"/>
                <a:gd name="connsiteX8" fmla="*/ 19478 w 92797"/>
                <a:gd name="connsiteY8" fmla="*/ 127618 h 144017"/>
                <a:gd name="connsiteX9" fmla="*/ 92797 w 92797"/>
                <a:gd name="connsiteY9" fmla="*/ 127618 h 144017"/>
                <a:gd name="connsiteX10" fmla="*/ 92797 w 92797"/>
                <a:gd name="connsiteY10" fmla="*/ 144018 h 144017"/>
                <a:gd name="connsiteX11" fmla="*/ 0 w 92797"/>
                <a:gd name="connsiteY11" fmla="*/ 144018 h 144017"/>
                <a:gd name="connsiteX12" fmla="*/ 0 w 92797"/>
                <a:gd name="connsiteY12" fmla="*/ 0 h 14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797" h="144017">
                  <a:moveTo>
                    <a:pt x="0" y="0"/>
                  </a:moveTo>
                  <a:lnTo>
                    <a:pt x="91059" y="0"/>
                  </a:lnTo>
                  <a:lnTo>
                    <a:pt x="91059" y="16400"/>
                  </a:lnTo>
                  <a:lnTo>
                    <a:pt x="19478" y="16400"/>
                  </a:lnTo>
                  <a:lnTo>
                    <a:pt x="19478" y="59036"/>
                  </a:lnTo>
                  <a:lnTo>
                    <a:pt x="88082" y="59036"/>
                  </a:lnTo>
                  <a:lnTo>
                    <a:pt x="88082" y="75433"/>
                  </a:lnTo>
                  <a:lnTo>
                    <a:pt x="19478" y="75433"/>
                  </a:lnTo>
                  <a:lnTo>
                    <a:pt x="19478" y="127618"/>
                  </a:lnTo>
                  <a:lnTo>
                    <a:pt x="92797" y="127618"/>
                  </a:lnTo>
                  <a:lnTo>
                    <a:pt x="92797" y="144018"/>
                  </a:lnTo>
                  <a:lnTo>
                    <a:pt x="0" y="1440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75D10110-9436-4C31-D401-41CEC94FA2E3}"/>
              </a:ext>
            </a:extLst>
          </p:cNvPr>
          <p:cNvGrpSpPr/>
          <p:nvPr/>
        </p:nvGrpSpPr>
        <p:grpSpPr>
          <a:xfrm>
            <a:off x="5482025" y="2568053"/>
            <a:ext cx="339780" cy="64038"/>
            <a:chOff x="5154734" y="2183039"/>
            <a:chExt cx="339780" cy="64038"/>
          </a:xfrm>
        </p:grpSpPr>
        <p:sp>
          <p:nvSpPr>
            <p:cNvPr id="181" name="Freeform 180">
              <a:extLst>
                <a:ext uri="{FF2B5EF4-FFF2-40B4-BE49-F238E27FC236}">
                  <a16:creationId xmlns:a16="http://schemas.microsoft.com/office/drawing/2014/main" id="{54819CAE-B538-A8A8-0806-A1B242942962}"/>
                </a:ext>
              </a:extLst>
            </p:cNvPr>
            <p:cNvSpPr/>
            <p:nvPr/>
          </p:nvSpPr>
          <p:spPr>
            <a:xfrm>
              <a:off x="5154734" y="2183039"/>
              <a:ext cx="42672" cy="64038"/>
            </a:xfrm>
            <a:custGeom>
              <a:avLst/>
              <a:gdLst>
                <a:gd name="connsiteX0" fmla="*/ 21336 w 42672"/>
                <a:gd name="connsiteY0" fmla="*/ 6615 h 64038"/>
                <a:gd name="connsiteX1" fmla="*/ 11621 w 42672"/>
                <a:gd name="connsiteY1" fmla="*/ 12983 h 64038"/>
                <a:gd name="connsiteX2" fmla="*/ 8406 w 42672"/>
                <a:gd name="connsiteY2" fmla="*/ 32040 h 64038"/>
                <a:gd name="connsiteX3" fmla="*/ 11621 w 42672"/>
                <a:gd name="connsiteY3" fmla="*/ 51099 h 64038"/>
                <a:gd name="connsiteX4" fmla="*/ 21336 w 42672"/>
                <a:gd name="connsiteY4" fmla="*/ 57424 h 64038"/>
                <a:gd name="connsiteX5" fmla="*/ 31052 w 42672"/>
                <a:gd name="connsiteY5" fmla="*/ 51099 h 64038"/>
                <a:gd name="connsiteX6" fmla="*/ 34314 w 42672"/>
                <a:gd name="connsiteY6" fmla="*/ 32040 h 64038"/>
                <a:gd name="connsiteX7" fmla="*/ 31052 w 42672"/>
                <a:gd name="connsiteY7" fmla="*/ 12983 h 64038"/>
                <a:gd name="connsiteX8" fmla="*/ 21336 w 42672"/>
                <a:gd name="connsiteY8" fmla="*/ 6615 h 64038"/>
                <a:gd name="connsiteX9" fmla="*/ 21336 w 42672"/>
                <a:gd name="connsiteY9" fmla="*/ 0 h 64038"/>
                <a:gd name="connsiteX10" fmla="*/ 37172 w 42672"/>
                <a:gd name="connsiteY10" fmla="*/ 8227 h 64038"/>
                <a:gd name="connsiteX11" fmla="*/ 42672 w 42672"/>
                <a:gd name="connsiteY11" fmla="*/ 32040 h 64038"/>
                <a:gd name="connsiteX12" fmla="*/ 37172 w 42672"/>
                <a:gd name="connsiteY12" fmla="*/ 55852 h 64038"/>
                <a:gd name="connsiteX13" fmla="*/ 21336 w 42672"/>
                <a:gd name="connsiteY13" fmla="*/ 64039 h 64038"/>
                <a:gd name="connsiteX14" fmla="*/ 5453 w 42672"/>
                <a:gd name="connsiteY14" fmla="*/ 55852 h 64038"/>
                <a:gd name="connsiteX15" fmla="*/ 0 w 42672"/>
                <a:gd name="connsiteY15" fmla="*/ 32040 h 64038"/>
                <a:gd name="connsiteX16" fmla="*/ 5453 w 42672"/>
                <a:gd name="connsiteY16" fmla="*/ 8227 h 64038"/>
                <a:gd name="connsiteX17" fmla="*/ 21336 w 42672"/>
                <a:gd name="connsiteY17" fmla="*/ 0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8">
                  <a:moveTo>
                    <a:pt x="21336" y="6615"/>
                  </a:moveTo>
                  <a:cubicBezTo>
                    <a:pt x="17026" y="6615"/>
                    <a:pt x="13788" y="8737"/>
                    <a:pt x="11621" y="12983"/>
                  </a:cubicBezTo>
                  <a:cubicBezTo>
                    <a:pt x="9478" y="17200"/>
                    <a:pt x="8406" y="23551"/>
                    <a:pt x="8406" y="32040"/>
                  </a:cubicBezTo>
                  <a:cubicBezTo>
                    <a:pt x="8406" y="40500"/>
                    <a:pt x="9478" y="46854"/>
                    <a:pt x="11621" y="51099"/>
                  </a:cubicBezTo>
                  <a:cubicBezTo>
                    <a:pt x="13788" y="55316"/>
                    <a:pt x="17026" y="57424"/>
                    <a:pt x="21336" y="57424"/>
                  </a:cubicBezTo>
                  <a:cubicBezTo>
                    <a:pt x="25670" y="57424"/>
                    <a:pt x="28908" y="55316"/>
                    <a:pt x="31052" y="51099"/>
                  </a:cubicBezTo>
                  <a:cubicBezTo>
                    <a:pt x="33219" y="46854"/>
                    <a:pt x="34314" y="40500"/>
                    <a:pt x="34314" y="32040"/>
                  </a:cubicBezTo>
                  <a:cubicBezTo>
                    <a:pt x="34314" y="23551"/>
                    <a:pt x="33219" y="17200"/>
                    <a:pt x="31052" y="12983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3"/>
                    <a:pt x="37172" y="8227"/>
                  </a:cubicBezTo>
                  <a:cubicBezTo>
                    <a:pt x="40838" y="13685"/>
                    <a:pt x="42672" y="21622"/>
                    <a:pt x="42672" y="32040"/>
                  </a:cubicBezTo>
                  <a:cubicBezTo>
                    <a:pt x="42672" y="42429"/>
                    <a:pt x="40838" y="50368"/>
                    <a:pt x="37172" y="55852"/>
                  </a:cubicBezTo>
                  <a:cubicBezTo>
                    <a:pt x="33528" y="61310"/>
                    <a:pt x="28265" y="64039"/>
                    <a:pt x="21336" y="64039"/>
                  </a:cubicBezTo>
                  <a:cubicBezTo>
                    <a:pt x="14407" y="64039"/>
                    <a:pt x="9120" y="61310"/>
                    <a:pt x="5453" y="55852"/>
                  </a:cubicBezTo>
                  <a:cubicBezTo>
                    <a:pt x="1810" y="50368"/>
                    <a:pt x="0" y="42429"/>
                    <a:pt x="0" y="32040"/>
                  </a:cubicBezTo>
                  <a:cubicBezTo>
                    <a:pt x="0" y="21622"/>
                    <a:pt x="1810" y="13685"/>
                    <a:pt x="5453" y="8227"/>
                  </a:cubicBezTo>
                  <a:cubicBezTo>
                    <a:pt x="9120" y="2743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2" name="Freeform 181">
              <a:extLst>
                <a:ext uri="{FF2B5EF4-FFF2-40B4-BE49-F238E27FC236}">
                  <a16:creationId xmlns:a16="http://schemas.microsoft.com/office/drawing/2014/main" id="{7174EBEC-2A12-1C28-AB83-C62736637E7B}"/>
                </a:ext>
              </a:extLst>
            </p:cNvPr>
            <p:cNvSpPr/>
            <p:nvPr/>
          </p:nvSpPr>
          <p:spPr>
            <a:xfrm>
              <a:off x="5212075" y="2235377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3" name="Freeform 182">
              <a:extLst>
                <a:ext uri="{FF2B5EF4-FFF2-40B4-BE49-F238E27FC236}">
                  <a16:creationId xmlns:a16="http://schemas.microsoft.com/office/drawing/2014/main" id="{6AE1D9ED-96E1-A61A-6066-D817F406C933}"/>
                </a:ext>
              </a:extLst>
            </p:cNvPr>
            <p:cNvSpPr/>
            <p:nvPr/>
          </p:nvSpPr>
          <p:spPr>
            <a:xfrm>
              <a:off x="5236388" y="2183039"/>
              <a:ext cx="40648" cy="64038"/>
            </a:xfrm>
            <a:custGeom>
              <a:avLst/>
              <a:gdLst>
                <a:gd name="connsiteX0" fmla="*/ 27908 w 40648"/>
                <a:gd name="connsiteY0" fmla="*/ 29559 h 64038"/>
                <a:gd name="connsiteX1" fmla="*/ 37243 w 40648"/>
                <a:gd name="connsiteY1" fmla="*/ 34892 h 64038"/>
                <a:gd name="connsiteX2" fmla="*/ 40648 w 40648"/>
                <a:gd name="connsiteY2" fmla="*/ 44896 h 64038"/>
                <a:gd name="connsiteX3" fmla="*/ 34362 w 40648"/>
                <a:gd name="connsiteY3" fmla="*/ 59036 h 64038"/>
                <a:gd name="connsiteX4" fmla="*/ 16502 w 40648"/>
                <a:gd name="connsiteY4" fmla="*/ 64039 h 64038"/>
                <a:gd name="connsiteX5" fmla="*/ 8477 w 40648"/>
                <a:gd name="connsiteY5" fmla="*/ 63253 h 64038"/>
                <a:gd name="connsiteX6" fmla="*/ 0 w 40648"/>
                <a:gd name="connsiteY6" fmla="*/ 60979 h 64038"/>
                <a:gd name="connsiteX7" fmla="*/ 0 w 40648"/>
                <a:gd name="connsiteY7" fmla="*/ 52916 h 64038"/>
                <a:gd name="connsiteX8" fmla="*/ 7596 w 40648"/>
                <a:gd name="connsiteY8" fmla="*/ 55976 h 64038"/>
                <a:gd name="connsiteX9" fmla="*/ 16240 w 40648"/>
                <a:gd name="connsiteY9" fmla="*/ 57010 h 64038"/>
                <a:gd name="connsiteX10" fmla="*/ 28194 w 40648"/>
                <a:gd name="connsiteY10" fmla="*/ 53909 h 64038"/>
                <a:gd name="connsiteX11" fmla="*/ 32337 w 40648"/>
                <a:gd name="connsiteY11" fmla="*/ 44896 h 64038"/>
                <a:gd name="connsiteX12" fmla="*/ 28480 w 40648"/>
                <a:gd name="connsiteY12" fmla="*/ 36381 h 64038"/>
                <a:gd name="connsiteX13" fmla="*/ 17859 w 40648"/>
                <a:gd name="connsiteY13" fmla="*/ 33280 h 64038"/>
                <a:gd name="connsiteX14" fmla="*/ 10668 w 40648"/>
                <a:gd name="connsiteY14" fmla="*/ 33280 h 64038"/>
                <a:gd name="connsiteX15" fmla="*/ 10668 w 40648"/>
                <a:gd name="connsiteY15" fmla="*/ 26418 h 64038"/>
                <a:gd name="connsiteX16" fmla="*/ 18193 w 40648"/>
                <a:gd name="connsiteY16" fmla="*/ 26418 h 64038"/>
                <a:gd name="connsiteX17" fmla="*/ 27622 w 40648"/>
                <a:gd name="connsiteY17" fmla="*/ 23979 h 64038"/>
                <a:gd name="connsiteX18" fmla="*/ 30885 w 40648"/>
                <a:gd name="connsiteY18" fmla="*/ 16869 h 64038"/>
                <a:gd name="connsiteX19" fmla="*/ 27480 w 40648"/>
                <a:gd name="connsiteY19" fmla="*/ 9592 h 64038"/>
                <a:gd name="connsiteX20" fmla="*/ 17859 w 40648"/>
                <a:gd name="connsiteY20" fmla="*/ 7030 h 64038"/>
                <a:gd name="connsiteX21" fmla="*/ 10501 w 40648"/>
                <a:gd name="connsiteY21" fmla="*/ 7772 h 64038"/>
                <a:gd name="connsiteX22" fmla="*/ 1857 w 40648"/>
                <a:gd name="connsiteY22" fmla="*/ 10087 h 64038"/>
                <a:gd name="connsiteX23" fmla="*/ 1857 w 40648"/>
                <a:gd name="connsiteY23" fmla="*/ 2646 h 64038"/>
                <a:gd name="connsiteX24" fmla="*/ 10739 w 40648"/>
                <a:gd name="connsiteY24" fmla="*/ 662 h 64038"/>
                <a:gd name="connsiteX25" fmla="*/ 18598 w 40648"/>
                <a:gd name="connsiteY25" fmla="*/ 0 h 64038"/>
                <a:gd name="connsiteX26" fmla="*/ 33647 w 40648"/>
                <a:gd name="connsiteY26" fmla="*/ 4341 h 64038"/>
                <a:gd name="connsiteX27" fmla="*/ 39195 w 40648"/>
                <a:gd name="connsiteY27" fmla="*/ 16000 h 64038"/>
                <a:gd name="connsiteX28" fmla="*/ 36266 w 40648"/>
                <a:gd name="connsiteY28" fmla="*/ 24682 h 64038"/>
                <a:gd name="connsiteX29" fmla="*/ 27908 w 40648"/>
                <a:gd name="connsiteY29" fmla="*/ 29559 h 64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8">
                  <a:moveTo>
                    <a:pt x="27908" y="29559"/>
                  </a:moveTo>
                  <a:cubicBezTo>
                    <a:pt x="31909" y="30413"/>
                    <a:pt x="35028" y="32192"/>
                    <a:pt x="37243" y="34892"/>
                  </a:cubicBezTo>
                  <a:cubicBezTo>
                    <a:pt x="39505" y="37593"/>
                    <a:pt x="40648" y="40927"/>
                    <a:pt x="40648" y="44896"/>
                  </a:cubicBezTo>
                  <a:cubicBezTo>
                    <a:pt x="40648" y="50987"/>
                    <a:pt x="38553" y="55700"/>
                    <a:pt x="34362" y="59036"/>
                  </a:cubicBezTo>
                  <a:cubicBezTo>
                    <a:pt x="30171" y="62372"/>
                    <a:pt x="24217" y="64039"/>
                    <a:pt x="16502" y="64039"/>
                  </a:cubicBezTo>
                  <a:cubicBezTo>
                    <a:pt x="13906" y="64039"/>
                    <a:pt x="11216" y="63777"/>
                    <a:pt x="8477" y="63253"/>
                  </a:cubicBezTo>
                  <a:cubicBezTo>
                    <a:pt x="5739" y="62755"/>
                    <a:pt x="2929" y="61998"/>
                    <a:pt x="0" y="60979"/>
                  </a:cubicBezTo>
                  <a:lnTo>
                    <a:pt x="0" y="52916"/>
                  </a:lnTo>
                  <a:cubicBezTo>
                    <a:pt x="2310" y="54266"/>
                    <a:pt x="4858" y="55288"/>
                    <a:pt x="7596" y="55976"/>
                  </a:cubicBezTo>
                  <a:cubicBezTo>
                    <a:pt x="10358" y="56664"/>
                    <a:pt x="13240" y="57010"/>
                    <a:pt x="16240" y="57010"/>
                  </a:cubicBezTo>
                  <a:cubicBezTo>
                    <a:pt x="21479" y="57010"/>
                    <a:pt x="25456" y="55976"/>
                    <a:pt x="28194" y="53909"/>
                  </a:cubicBezTo>
                  <a:cubicBezTo>
                    <a:pt x="30956" y="51842"/>
                    <a:pt x="32337" y="48837"/>
                    <a:pt x="32337" y="44896"/>
                  </a:cubicBezTo>
                  <a:cubicBezTo>
                    <a:pt x="32337" y="41260"/>
                    <a:pt x="31052" y="38421"/>
                    <a:pt x="28480" y="36381"/>
                  </a:cubicBezTo>
                  <a:cubicBezTo>
                    <a:pt x="25932" y="34314"/>
                    <a:pt x="22408" y="33280"/>
                    <a:pt x="17859" y="33280"/>
                  </a:cubicBezTo>
                  <a:lnTo>
                    <a:pt x="10668" y="33280"/>
                  </a:lnTo>
                  <a:lnTo>
                    <a:pt x="10668" y="26418"/>
                  </a:lnTo>
                  <a:lnTo>
                    <a:pt x="18193" y="26418"/>
                  </a:lnTo>
                  <a:cubicBezTo>
                    <a:pt x="22312" y="26418"/>
                    <a:pt x="25456" y="25606"/>
                    <a:pt x="27622" y="23979"/>
                  </a:cubicBezTo>
                  <a:cubicBezTo>
                    <a:pt x="29789" y="22324"/>
                    <a:pt x="30885" y="19955"/>
                    <a:pt x="30885" y="16869"/>
                  </a:cubicBezTo>
                  <a:cubicBezTo>
                    <a:pt x="30885" y="13699"/>
                    <a:pt x="29742" y="11273"/>
                    <a:pt x="27480" y="9592"/>
                  </a:cubicBezTo>
                  <a:cubicBezTo>
                    <a:pt x="25265" y="7884"/>
                    <a:pt x="22050" y="7030"/>
                    <a:pt x="17859" y="7030"/>
                  </a:cubicBezTo>
                  <a:cubicBezTo>
                    <a:pt x="15573" y="7030"/>
                    <a:pt x="13121" y="7277"/>
                    <a:pt x="10501" y="7772"/>
                  </a:cubicBezTo>
                  <a:cubicBezTo>
                    <a:pt x="7882" y="8270"/>
                    <a:pt x="5001" y="9042"/>
                    <a:pt x="1857" y="10087"/>
                  </a:cubicBezTo>
                  <a:lnTo>
                    <a:pt x="1857" y="2646"/>
                  </a:lnTo>
                  <a:cubicBezTo>
                    <a:pt x="5024" y="1764"/>
                    <a:pt x="8001" y="1103"/>
                    <a:pt x="10739" y="662"/>
                  </a:cubicBezTo>
                  <a:cubicBezTo>
                    <a:pt x="13526" y="221"/>
                    <a:pt x="16145" y="0"/>
                    <a:pt x="18598" y="0"/>
                  </a:cubicBezTo>
                  <a:cubicBezTo>
                    <a:pt x="24955" y="0"/>
                    <a:pt x="29956" y="1448"/>
                    <a:pt x="33647" y="4341"/>
                  </a:cubicBezTo>
                  <a:cubicBezTo>
                    <a:pt x="37338" y="7208"/>
                    <a:pt x="39195" y="11094"/>
                    <a:pt x="39195" y="16000"/>
                  </a:cubicBezTo>
                  <a:cubicBezTo>
                    <a:pt x="39195" y="19417"/>
                    <a:pt x="38219" y="22312"/>
                    <a:pt x="36266" y="24682"/>
                  </a:cubicBezTo>
                  <a:cubicBezTo>
                    <a:pt x="34290" y="27025"/>
                    <a:pt x="31504" y="28651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4" name="Freeform 183">
              <a:extLst>
                <a:ext uri="{FF2B5EF4-FFF2-40B4-BE49-F238E27FC236}">
                  <a16:creationId xmlns:a16="http://schemas.microsoft.com/office/drawing/2014/main" id="{52316C9F-E6B2-D4E1-AC74-5D0E320DC37A}"/>
                </a:ext>
              </a:extLst>
            </p:cNvPr>
            <p:cNvSpPr/>
            <p:nvPr/>
          </p:nvSpPr>
          <p:spPr>
            <a:xfrm>
              <a:off x="5287942" y="2184156"/>
              <a:ext cx="44981" cy="61721"/>
            </a:xfrm>
            <a:custGeom>
              <a:avLst/>
              <a:gdLst>
                <a:gd name="connsiteX0" fmla="*/ 27861 w 44981"/>
                <a:gd name="connsiteY0" fmla="*/ 7277 h 61721"/>
                <a:gd name="connsiteX1" fmla="*/ 6787 w 44981"/>
                <a:gd name="connsiteY1" fmla="*/ 40224 h 61721"/>
                <a:gd name="connsiteX2" fmla="*/ 27861 w 44981"/>
                <a:gd name="connsiteY2" fmla="*/ 40224 h 61721"/>
                <a:gd name="connsiteX3" fmla="*/ 27861 w 44981"/>
                <a:gd name="connsiteY3" fmla="*/ 7277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4 h 61721"/>
                <a:gd name="connsiteX7" fmla="*/ 44982 w 44981"/>
                <a:gd name="connsiteY7" fmla="*/ 40224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10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7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1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5" name="Freeform 184">
              <a:extLst>
                <a:ext uri="{FF2B5EF4-FFF2-40B4-BE49-F238E27FC236}">
                  <a16:creationId xmlns:a16="http://schemas.microsoft.com/office/drawing/2014/main" id="{0B12FEBF-08F0-B87E-0EE4-255F136D8710}"/>
                </a:ext>
              </a:extLst>
            </p:cNvPr>
            <p:cNvSpPr/>
            <p:nvPr/>
          </p:nvSpPr>
          <p:spPr>
            <a:xfrm>
              <a:off x="5341806" y="2184156"/>
              <a:ext cx="44981" cy="61721"/>
            </a:xfrm>
            <a:custGeom>
              <a:avLst/>
              <a:gdLst>
                <a:gd name="connsiteX0" fmla="*/ 27861 w 44981"/>
                <a:gd name="connsiteY0" fmla="*/ 7277 h 61721"/>
                <a:gd name="connsiteX1" fmla="*/ 6787 w 44981"/>
                <a:gd name="connsiteY1" fmla="*/ 40224 h 61721"/>
                <a:gd name="connsiteX2" fmla="*/ 27861 w 44981"/>
                <a:gd name="connsiteY2" fmla="*/ 40224 h 61721"/>
                <a:gd name="connsiteX3" fmla="*/ 27861 w 44981"/>
                <a:gd name="connsiteY3" fmla="*/ 7277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4 h 61721"/>
                <a:gd name="connsiteX7" fmla="*/ 44982 w 44981"/>
                <a:gd name="connsiteY7" fmla="*/ 40224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10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7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1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6" name="Freeform 185">
              <a:extLst>
                <a:ext uri="{FF2B5EF4-FFF2-40B4-BE49-F238E27FC236}">
                  <a16:creationId xmlns:a16="http://schemas.microsoft.com/office/drawing/2014/main" id="{A599199C-E238-7B8E-5D32-CF9861A3690D}"/>
                </a:ext>
              </a:extLst>
            </p:cNvPr>
            <p:cNvSpPr/>
            <p:nvPr/>
          </p:nvSpPr>
          <p:spPr>
            <a:xfrm>
              <a:off x="5395670" y="2184156"/>
              <a:ext cx="44981" cy="61721"/>
            </a:xfrm>
            <a:custGeom>
              <a:avLst/>
              <a:gdLst>
                <a:gd name="connsiteX0" fmla="*/ 27861 w 44981"/>
                <a:gd name="connsiteY0" fmla="*/ 7277 h 61721"/>
                <a:gd name="connsiteX1" fmla="*/ 6787 w 44981"/>
                <a:gd name="connsiteY1" fmla="*/ 40224 h 61721"/>
                <a:gd name="connsiteX2" fmla="*/ 27861 w 44981"/>
                <a:gd name="connsiteY2" fmla="*/ 40224 h 61721"/>
                <a:gd name="connsiteX3" fmla="*/ 27861 w 44981"/>
                <a:gd name="connsiteY3" fmla="*/ 7277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4 h 61721"/>
                <a:gd name="connsiteX7" fmla="*/ 44982 w 44981"/>
                <a:gd name="connsiteY7" fmla="*/ 40224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10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7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1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87" name="Freeform 186">
              <a:extLst>
                <a:ext uri="{FF2B5EF4-FFF2-40B4-BE49-F238E27FC236}">
                  <a16:creationId xmlns:a16="http://schemas.microsoft.com/office/drawing/2014/main" id="{58066F75-B9D3-05B8-4947-AF4708715CF3}"/>
                </a:ext>
              </a:extLst>
            </p:cNvPr>
            <p:cNvSpPr/>
            <p:nvPr/>
          </p:nvSpPr>
          <p:spPr>
            <a:xfrm>
              <a:off x="5449533" y="2184156"/>
              <a:ext cx="44981" cy="61721"/>
            </a:xfrm>
            <a:custGeom>
              <a:avLst/>
              <a:gdLst>
                <a:gd name="connsiteX0" fmla="*/ 27861 w 44981"/>
                <a:gd name="connsiteY0" fmla="*/ 7277 h 61721"/>
                <a:gd name="connsiteX1" fmla="*/ 6787 w 44981"/>
                <a:gd name="connsiteY1" fmla="*/ 40224 h 61721"/>
                <a:gd name="connsiteX2" fmla="*/ 27861 w 44981"/>
                <a:gd name="connsiteY2" fmla="*/ 40224 h 61721"/>
                <a:gd name="connsiteX3" fmla="*/ 27861 w 44981"/>
                <a:gd name="connsiteY3" fmla="*/ 7277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4 h 61721"/>
                <a:gd name="connsiteX7" fmla="*/ 44982 w 44981"/>
                <a:gd name="connsiteY7" fmla="*/ 40224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2 h 61721"/>
                <a:gd name="connsiteX11" fmla="*/ 27861 w 44981"/>
                <a:gd name="connsiteY11" fmla="*/ 61722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10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7"/>
                  </a:moveTo>
                  <a:lnTo>
                    <a:pt x="6787" y="40224"/>
                  </a:lnTo>
                  <a:lnTo>
                    <a:pt x="27861" y="40224"/>
                  </a:lnTo>
                  <a:lnTo>
                    <a:pt x="27861" y="7277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4"/>
                  </a:lnTo>
                  <a:lnTo>
                    <a:pt x="44982" y="40224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1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sp>
        <p:nvSpPr>
          <p:cNvPr id="33" name="Freeform 32">
            <a:extLst>
              <a:ext uri="{FF2B5EF4-FFF2-40B4-BE49-F238E27FC236}">
                <a16:creationId xmlns:a16="http://schemas.microsoft.com/office/drawing/2014/main" id="{06E082B8-0DCC-3C8E-A435-982DD75DBE0E}"/>
              </a:ext>
            </a:extLst>
          </p:cNvPr>
          <p:cNvSpPr/>
          <p:nvPr/>
        </p:nvSpPr>
        <p:spPr>
          <a:xfrm>
            <a:off x="5000487" y="1630096"/>
            <a:ext cx="429910" cy="969934"/>
          </a:xfrm>
          <a:custGeom>
            <a:avLst/>
            <a:gdLst>
              <a:gd name="connsiteX0" fmla="*/ 0 w 429910"/>
              <a:gd name="connsiteY0" fmla="*/ 969935 h 969934"/>
              <a:gd name="connsiteX1" fmla="*/ 429911 w 429910"/>
              <a:gd name="connsiteY1" fmla="*/ 969935 h 969934"/>
              <a:gd name="connsiteX2" fmla="*/ 429911 w 429910"/>
              <a:gd name="connsiteY2" fmla="*/ 0 h 969934"/>
              <a:gd name="connsiteX3" fmla="*/ 0 w 429910"/>
              <a:gd name="connsiteY3" fmla="*/ 0 h 969934"/>
              <a:gd name="connsiteX4" fmla="*/ 0 w 429910"/>
              <a:gd name="connsiteY4" fmla="*/ 969935 h 969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910" h="969934">
                <a:moveTo>
                  <a:pt x="0" y="969935"/>
                </a:moveTo>
                <a:lnTo>
                  <a:pt x="429911" y="969935"/>
                </a:lnTo>
                <a:lnTo>
                  <a:pt x="429911" y="0"/>
                </a:lnTo>
                <a:lnTo>
                  <a:pt x="0" y="0"/>
                </a:lnTo>
                <a:lnTo>
                  <a:pt x="0" y="969935"/>
                </a:lnTo>
              </a:path>
            </a:pathLst>
          </a:custGeom>
          <a:solidFill>
            <a:schemeClr val="bg1"/>
          </a:solidFill>
          <a:ln w="1905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en-DE"/>
          </a:p>
        </p:txBody>
      </p:sp>
      <p:sp>
        <p:nvSpPr>
          <p:cNvPr id="188" name="Freeform 187">
            <a:extLst>
              <a:ext uri="{FF2B5EF4-FFF2-40B4-BE49-F238E27FC236}">
                <a16:creationId xmlns:a16="http://schemas.microsoft.com/office/drawing/2014/main" id="{963DA05F-5BC1-8E6F-D5D5-B732AF321E06}"/>
              </a:ext>
            </a:extLst>
          </p:cNvPr>
          <p:cNvSpPr/>
          <p:nvPr/>
        </p:nvSpPr>
        <p:spPr>
          <a:xfrm>
            <a:off x="5148768" y="2040449"/>
            <a:ext cx="133326" cy="149421"/>
          </a:xfrm>
          <a:custGeom>
            <a:avLst/>
            <a:gdLst>
              <a:gd name="connsiteX0" fmla="*/ 66770 w 133326"/>
              <a:gd name="connsiteY0" fmla="*/ 15821 h 149421"/>
              <a:gd name="connsiteX1" fmla="*/ 33004 w 133326"/>
              <a:gd name="connsiteY1" fmla="*/ 31640 h 149421"/>
              <a:gd name="connsiteX2" fmla="*/ 20550 w 133326"/>
              <a:gd name="connsiteY2" fmla="*/ 74759 h 149421"/>
              <a:gd name="connsiteX3" fmla="*/ 33004 w 133326"/>
              <a:gd name="connsiteY3" fmla="*/ 117781 h 149421"/>
              <a:gd name="connsiteX4" fmla="*/ 66770 w 133326"/>
              <a:gd name="connsiteY4" fmla="*/ 133600 h 149421"/>
              <a:gd name="connsiteX5" fmla="*/ 100322 w 133326"/>
              <a:gd name="connsiteY5" fmla="*/ 117781 h 149421"/>
              <a:gd name="connsiteX6" fmla="*/ 112776 w 133326"/>
              <a:gd name="connsiteY6" fmla="*/ 74759 h 149421"/>
              <a:gd name="connsiteX7" fmla="*/ 100322 w 133326"/>
              <a:gd name="connsiteY7" fmla="*/ 31640 h 149421"/>
              <a:gd name="connsiteX8" fmla="*/ 66770 w 133326"/>
              <a:gd name="connsiteY8" fmla="*/ 15821 h 149421"/>
              <a:gd name="connsiteX9" fmla="*/ 66770 w 133326"/>
              <a:gd name="connsiteY9" fmla="*/ 0 h 149421"/>
              <a:gd name="connsiteX10" fmla="*/ 115181 w 133326"/>
              <a:gd name="connsiteY10" fmla="*/ 20355 h 149421"/>
              <a:gd name="connsiteX11" fmla="*/ 133326 w 133326"/>
              <a:gd name="connsiteY11" fmla="*/ 74759 h 149421"/>
              <a:gd name="connsiteX12" fmla="*/ 115181 w 133326"/>
              <a:gd name="connsiteY12" fmla="*/ 129164 h 149421"/>
              <a:gd name="connsiteX13" fmla="*/ 66770 w 133326"/>
              <a:gd name="connsiteY13" fmla="*/ 149421 h 149421"/>
              <a:gd name="connsiteX14" fmla="*/ 18145 w 133326"/>
              <a:gd name="connsiteY14" fmla="*/ 129164 h 149421"/>
              <a:gd name="connsiteX15" fmla="*/ 0 w 133326"/>
              <a:gd name="connsiteY15" fmla="*/ 74759 h 149421"/>
              <a:gd name="connsiteX16" fmla="*/ 18145 w 133326"/>
              <a:gd name="connsiteY16" fmla="*/ 20355 h 149421"/>
              <a:gd name="connsiteX17" fmla="*/ 66770 w 133326"/>
              <a:gd name="connsiteY17" fmla="*/ 0 h 149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33326" h="149421">
                <a:moveTo>
                  <a:pt x="66770" y="15821"/>
                </a:moveTo>
                <a:cubicBezTo>
                  <a:pt x="52602" y="15821"/>
                  <a:pt x="41362" y="21093"/>
                  <a:pt x="33004" y="31640"/>
                </a:cubicBezTo>
                <a:cubicBezTo>
                  <a:pt x="24694" y="42186"/>
                  <a:pt x="20550" y="56559"/>
                  <a:pt x="20550" y="74759"/>
                </a:cubicBezTo>
                <a:cubicBezTo>
                  <a:pt x="20550" y="92895"/>
                  <a:pt x="24694" y="107235"/>
                  <a:pt x="33004" y="117781"/>
                </a:cubicBezTo>
                <a:cubicBezTo>
                  <a:pt x="41362" y="128328"/>
                  <a:pt x="52602" y="133600"/>
                  <a:pt x="66770" y="133600"/>
                </a:cubicBezTo>
                <a:cubicBezTo>
                  <a:pt x="80915" y="133600"/>
                  <a:pt x="92107" y="128328"/>
                  <a:pt x="100322" y="117781"/>
                </a:cubicBezTo>
                <a:cubicBezTo>
                  <a:pt x="108633" y="107235"/>
                  <a:pt x="112776" y="92895"/>
                  <a:pt x="112776" y="74759"/>
                </a:cubicBezTo>
                <a:cubicBezTo>
                  <a:pt x="112776" y="56559"/>
                  <a:pt x="108633" y="42186"/>
                  <a:pt x="100322" y="31640"/>
                </a:cubicBezTo>
                <a:cubicBezTo>
                  <a:pt x="92107" y="21093"/>
                  <a:pt x="80915" y="15821"/>
                  <a:pt x="66770" y="15821"/>
                </a:cubicBezTo>
                <a:moveTo>
                  <a:pt x="66770" y="0"/>
                </a:moveTo>
                <a:cubicBezTo>
                  <a:pt x="86963" y="0"/>
                  <a:pt x="103108" y="6784"/>
                  <a:pt x="115181" y="20355"/>
                </a:cubicBezTo>
                <a:cubicBezTo>
                  <a:pt x="127278" y="33859"/>
                  <a:pt x="133326" y="51995"/>
                  <a:pt x="133326" y="74759"/>
                </a:cubicBezTo>
                <a:cubicBezTo>
                  <a:pt x="133326" y="97460"/>
                  <a:pt x="127278" y="115595"/>
                  <a:pt x="115181" y="129164"/>
                </a:cubicBezTo>
                <a:cubicBezTo>
                  <a:pt x="103108" y="142668"/>
                  <a:pt x="86963" y="149421"/>
                  <a:pt x="66770" y="149421"/>
                </a:cubicBezTo>
                <a:cubicBezTo>
                  <a:pt x="46506" y="149421"/>
                  <a:pt x="30313" y="142668"/>
                  <a:pt x="18145" y="129164"/>
                </a:cubicBezTo>
                <a:cubicBezTo>
                  <a:pt x="6048" y="115660"/>
                  <a:pt x="0" y="97524"/>
                  <a:pt x="0" y="74759"/>
                </a:cubicBezTo>
                <a:cubicBezTo>
                  <a:pt x="0" y="51995"/>
                  <a:pt x="6048" y="33859"/>
                  <a:pt x="18145" y="20355"/>
                </a:cubicBezTo>
                <a:cubicBezTo>
                  <a:pt x="30313" y="6784"/>
                  <a:pt x="46506" y="0"/>
                  <a:pt x="66770" y="0"/>
                </a:cubicBezTo>
                <a:close/>
              </a:path>
            </a:pathLst>
          </a:custGeom>
          <a:solidFill>
            <a:srgbClr val="000000"/>
          </a:solidFill>
          <a:ln w="2381" cap="flat">
            <a:noFill/>
            <a:prstDash val="solid"/>
            <a:miter/>
          </a:ln>
        </p:spPr>
        <p:txBody>
          <a:bodyPr rtlCol="0" anchor="ctr"/>
          <a:lstStyle/>
          <a:p>
            <a:endParaRPr lang="en-DE"/>
          </a:p>
        </p:txBody>
      </p: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6BF917F4-67A2-F765-1052-DD4EE10EC4D9}"/>
              </a:ext>
            </a:extLst>
          </p:cNvPr>
          <p:cNvGrpSpPr/>
          <p:nvPr/>
        </p:nvGrpSpPr>
        <p:grpSpPr>
          <a:xfrm>
            <a:off x="5482025" y="1598119"/>
            <a:ext cx="284893" cy="64037"/>
            <a:chOff x="5154734" y="1213105"/>
            <a:chExt cx="284893" cy="64037"/>
          </a:xfrm>
        </p:grpSpPr>
        <p:sp>
          <p:nvSpPr>
            <p:cNvPr id="189" name="Freeform 188">
              <a:extLst>
                <a:ext uri="{FF2B5EF4-FFF2-40B4-BE49-F238E27FC236}">
                  <a16:creationId xmlns:a16="http://schemas.microsoft.com/office/drawing/2014/main" id="{54346674-2E3B-161C-3F49-D900FF2CFF0D}"/>
                </a:ext>
              </a:extLst>
            </p:cNvPr>
            <p:cNvSpPr/>
            <p:nvPr/>
          </p:nvSpPr>
          <p:spPr>
            <a:xfrm>
              <a:off x="5154734" y="1213105"/>
              <a:ext cx="42672" cy="64037"/>
            </a:xfrm>
            <a:custGeom>
              <a:avLst/>
              <a:gdLst>
                <a:gd name="connsiteX0" fmla="*/ 21336 w 42672"/>
                <a:gd name="connsiteY0" fmla="*/ 6615 h 64037"/>
                <a:gd name="connsiteX1" fmla="*/ 11621 w 42672"/>
                <a:gd name="connsiteY1" fmla="*/ 12981 h 64037"/>
                <a:gd name="connsiteX2" fmla="*/ 8406 w 42672"/>
                <a:gd name="connsiteY2" fmla="*/ 32039 h 64037"/>
                <a:gd name="connsiteX3" fmla="*/ 11621 w 42672"/>
                <a:gd name="connsiteY3" fmla="*/ 51097 h 64037"/>
                <a:gd name="connsiteX4" fmla="*/ 21336 w 42672"/>
                <a:gd name="connsiteY4" fmla="*/ 57423 h 64037"/>
                <a:gd name="connsiteX5" fmla="*/ 31052 w 42672"/>
                <a:gd name="connsiteY5" fmla="*/ 51097 h 64037"/>
                <a:gd name="connsiteX6" fmla="*/ 34314 w 42672"/>
                <a:gd name="connsiteY6" fmla="*/ 32039 h 64037"/>
                <a:gd name="connsiteX7" fmla="*/ 31052 w 42672"/>
                <a:gd name="connsiteY7" fmla="*/ 12981 h 64037"/>
                <a:gd name="connsiteX8" fmla="*/ 21336 w 42672"/>
                <a:gd name="connsiteY8" fmla="*/ 6615 h 64037"/>
                <a:gd name="connsiteX9" fmla="*/ 21336 w 42672"/>
                <a:gd name="connsiteY9" fmla="*/ 0 h 64037"/>
                <a:gd name="connsiteX10" fmla="*/ 37172 w 42672"/>
                <a:gd name="connsiteY10" fmla="*/ 8227 h 64037"/>
                <a:gd name="connsiteX11" fmla="*/ 42672 w 42672"/>
                <a:gd name="connsiteY11" fmla="*/ 32039 h 64037"/>
                <a:gd name="connsiteX12" fmla="*/ 37172 w 42672"/>
                <a:gd name="connsiteY12" fmla="*/ 55852 h 64037"/>
                <a:gd name="connsiteX13" fmla="*/ 21336 w 42672"/>
                <a:gd name="connsiteY13" fmla="*/ 64038 h 64037"/>
                <a:gd name="connsiteX14" fmla="*/ 5453 w 42672"/>
                <a:gd name="connsiteY14" fmla="*/ 55852 h 64037"/>
                <a:gd name="connsiteX15" fmla="*/ 0 w 42672"/>
                <a:gd name="connsiteY15" fmla="*/ 32039 h 64037"/>
                <a:gd name="connsiteX16" fmla="*/ 5453 w 42672"/>
                <a:gd name="connsiteY16" fmla="*/ 8227 h 64037"/>
                <a:gd name="connsiteX17" fmla="*/ 21336 w 42672"/>
                <a:gd name="connsiteY17" fmla="*/ 0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7">
                  <a:moveTo>
                    <a:pt x="21336" y="6615"/>
                  </a:moveTo>
                  <a:cubicBezTo>
                    <a:pt x="17026" y="6615"/>
                    <a:pt x="13788" y="8737"/>
                    <a:pt x="11621" y="12981"/>
                  </a:cubicBezTo>
                  <a:cubicBezTo>
                    <a:pt x="9478" y="17198"/>
                    <a:pt x="8406" y="23551"/>
                    <a:pt x="8406" y="32039"/>
                  </a:cubicBezTo>
                  <a:cubicBezTo>
                    <a:pt x="8406" y="40501"/>
                    <a:pt x="9478" y="46853"/>
                    <a:pt x="11621" y="51097"/>
                  </a:cubicBezTo>
                  <a:cubicBezTo>
                    <a:pt x="13788" y="55314"/>
                    <a:pt x="17026" y="57423"/>
                    <a:pt x="21336" y="57423"/>
                  </a:cubicBezTo>
                  <a:cubicBezTo>
                    <a:pt x="25670" y="57423"/>
                    <a:pt x="28908" y="55314"/>
                    <a:pt x="31052" y="51097"/>
                  </a:cubicBezTo>
                  <a:cubicBezTo>
                    <a:pt x="33219" y="46853"/>
                    <a:pt x="34314" y="40501"/>
                    <a:pt x="34314" y="32039"/>
                  </a:cubicBezTo>
                  <a:cubicBezTo>
                    <a:pt x="34314" y="23551"/>
                    <a:pt x="33219" y="17198"/>
                    <a:pt x="31052" y="12981"/>
                  </a:cubicBezTo>
                  <a:cubicBezTo>
                    <a:pt x="28908" y="8737"/>
                    <a:pt x="25670" y="6615"/>
                    <a:pt x="21336" y="6615"/>
                  </a:cubicBezTo>
                  <a:moveTo>
                    <a:pt x="21336" y="0"/>
                  </a:moveTo>
                  <a:cubicBezTo>
                    <a:pt x="28265" y="0"/>
                    <a:pt x="33528" y="2742"/>
                    <a:pt x="37172" y="8227"/>
                  </a:cubicBezTo>
                  <a:cubicBezTo>
                    <a:pt x="40838" y="13684"/>
                    <a:pt x="42672" y="21622"/>
                    <a:pt x="42672" y="32039"/>
                  </a:cubicBezTo>
                  <a:cubicBezTo>
                    <a:pt x="42672" y="42430"/>
                    <a:pt x="40838" y="50367"/>
                    <a:pt x="37172" y="55852"/>
                  </a:cubicBezTo>
                  <a:cubicBezTo>
                    <a:pt x="33528" y="61309"/>
                    <a:pt x="28265" y="64038"/>
                    <a:pt x="21336" y="64038"/>
                  </a:cubicBezTo>
                  <a:cubicBezTo>
                    <a:pt x="14407" y="64038"/>
                    <a:pt x="9120" y="61309"/>
                    <a:pt x="5453" y="55852"/>
                  </a:cubicBezTo>
                  <a:cubicBezTo>
                    <a:pt x="1810" y="50367"/>
                    <a:pt x="0" y="42430"/>
                    <a:pt x="0" y="32039"/>
                  </a:cubicBezTo>
                  <a:cubicBezTo>
                    <a:pt x="0" y="21622"/>
                    <a:pt x="1810" y="13684"/>
                    <a:pt x="5453" y="8227"/>
                  </a:cubicBezTo>
                  <a:cubicBezTo>
                    <a:pt x="9120" y="2742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0" name="Freeform 189">
              <a:extLst>
                <a:ext uri="{FF2B5EF4-FFF2-40B4-BE49-F238E27FC236}">
                  <a16:creationId xmlns:a16="http://schemas.microsoft.com/office/drawing/2014/main" id="{B58E5100-CD46-6CBC-1668-FDAB9F5002B8}"/>
                </a:ext>
              </a:extLst>
            </p:cNvPr>
            <p:cNvSpPr/>
            <p:nvPr/>
          </p:nvSpPr>
          <p:spPr>
            <a:xfrm>
              <a:off x="5212075" y="1265442"/>
              <a:ext cx="8715" cy="10499"/>
            </a:xfrm>
            <a:custGeom>
              <a:avLst/>
              <a:gdLst>
                <a:gd name="connsiteX0" fmla="*/ 0 w 8715"/>
                <a:gd name="connsiteY0" fmla="*/ 0 h 10499"/>
                <a:gd name="connsiteX1" fmla="*/ 8715 w 8715"/>
                <a:gd name="connsiteY1" fmla="*/ 0 h 10499"/>
                <a:gd name="connsiteX2" fmla="*/ 8715 w 8715"/>
                <a:gd name="connsiteY2" fmla="*/ 10500 h 10499"/>
                <a:gd name="connsiteX3" fmla="*/ 0 w 8715"/>
                <a:gd name="connsiteY3" fmla="*/ 10500 h 10499"/>
                <a:gd name="connsiteX4" fmla="*/ 0 w 8715"/>
                <a:gd name="connsiteY4" fmla="*/ 0 h 10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499">
                  <a:moveTo>
                    <a:pt x="0" y="0"/>
                  </a:moveTo>
                  <a:lnTo>
                    <a:pt x="8715" y="0"/>
                  </a:lnTo>
                  <a:lnTo>
                    <a:pt x="8715" y="10500"/>
                  </a:lnTo>
                  <a:lnTo>
                    <a:pt x="0" y="1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1" name="Freeform 190">
              <a:extLst>
                <a:ext uri="{FF2B5EF4-FFF2-40B4-BE49-F238E27FC236}">
                  <a16:creationId xmlns:a16="http://schemas.microsoft.com/office/drawing/2014/main" id="{6E30C950-3CE4-2289-B42F-F193953F8EEF}"/>
                </a:ext>
              </a:extLst>
            </p:cNvPr>
            <p:cNvSpPr/>
            <p:nvPr/>
          </p:nvSpPr>
          <p:spPr>
            <a:xfrm>
              <a:off x="5236388" y="1213105"/>
              <a:ext cx="40648" cy="64037"/>
            </a:xfrm>
            <a:custGeom>
              <a:avLst/>
              <a:gdLst>
                <a:gd name="connsiteX0" fmla="*/ 27908 w 40648"/>
                <a:gd name="connsiteY0" fmla="*/ 29559 h 64037"/>
                <a:gd name="connsiteX1" fmla="*/ 37243 w 40648"/>
                <a:gd name="connsiteY1" fmla="*/ 34892 h 64037"/>
                <a:gd name="connsiteX2" fmla="*/ 40648 w 40648"/>
                <a:gd name="connsiteY2" fmla="*/ 44896 h 64037"/>
                <a:gd name="connsiteX3" fmla="*/ 34362 w 40648"/>
                <a:gd name="connsiteY3" fmla="*/ 59035 h 64037"/>
                <a:gd name="connsiteX4" fmla="*/ 16502 w 40648"/>
                <a:gd name="connsiteY4" fmla="*/ 64038 h 64037"/>
                <a:gd name="connsiteX5" fmla="*/ 8477 w 40648"/>
                <a:gd name="connsiteY5" fmla="*/ 63252 h 64037"/>
                <a:gd name="connsiteX6" fmla="*/ 0 w 40648"/>
                <a:gd name="connsiteY6" fmla="*/ 60978 h 64037"/>
                <a:gd name="connsiteX7" fmla="*/ 0 w 40648"/>
                <a:gd name="connsiteY7" fmla="*/ 52916 h 64037"/>
                <a:gd name="connsiteX8" fmla="*/ 7596 w 40648"/>
                <a:gd name="connsiteY8" fmla="*/ 55976 h 64037"/>
                <a:gd name="connsiteX9" fmla="*/ 16240 w 40648"/>
                <a:gd name="connsiteY9" fmla="*/ 57009 h 64037"/>
                <a:gd name="connsiteX10" fmla="*/ 28194 w 40648"/>
                <a:gd name="connsiteY10" fmla="*/ 53909 h 64037"/>
                <a:gd name="connsiteX11" fmla="*/ 32337 w 40648"/>
                <a:gd name="connsiteY11" fmla="*/ 44896 h 64037"/>
                <a:gd name="connsiteX12" fmla="*/ 28480 w 40648"/>
                <a:gd name="connsiteY12" fmla="*/ 36380 h 64037"/>
                <a:gd name="connsiteX13" fmla="*/ 17859 w 40648"/>
                <a:gd name="connsiteY13" fmla="*/ 33279 h 64037"/>
                <a:gd name="connsiteX14" fmla="*/ 10668 w 40648"/>
                <a:gd name="connsiteY14" fmla="*/ 33279 h 64037"/>
                <a:gd name="connsiteX15" fmla="*/ 10668 w 40648"/>
                <a:gd name="connsiteY15" fmla="*/ 26417 h 64037"/>
                <a:gd name="connsiteX16" fmla="*/ 18193 w 40648"/>
                <a:gd name="connsiteY16" fmla="*/ 26417 h 64037"/>
                <a:gd name="connsiteX17" fmla="*/ 27622 w 40648"/>
                <a:gd name="connsiteY17" fmla="*/ 23978 h 64037"/>
                <a:gd name="connsiteX18" fmla="*/ 30885 w 40648"/>
                <a:gd name="connsiteY18" fmla="*/ 16867 h 64037"/>
                <a:gd name="connsiteX19" fmla="*/ 27480 w 40648"/>
                <a:gd name="connsiteY19" fmla="*/ 9591 h 64037"/>
                <a:gd name="connsiteX20" fmla="*/ 17859 w 40648"/>
                <a:gd name="connsiteY20" fmla="*/ 7028 h 64037"/>
                <a:gd name="connsiteX21" fmla="*/ 10501 w 40648"/>
                <a:gd name="connsiteY21" fmla="*/ 7772 h 64037"/>
                <a:gd name="connsiteX22" fmla="*/ 1857 w 40648"/>
                <a:gd name="connsiteY22" fmla="*/ 10087 h 64037"/>
                <a:gd name="connsiteX23" fmla="*/ 1857 w 40648"/>
                <a:gd name="connsiteY23" fmla="*/ 2646 h 64037"/>
                <a:gd name="connsiteX24" fmla="*/ 10739 w 40648"/>
                <a:gd name="connsiteY24" fmla="*/ 662 h 64037"/>
                <a:gd name="connsiteX25" fmla="*/ 18598 w 40648"/>
                <a:gd name="connsiteY25" fmla="*/ 0 h 64037"/>
                <a:gd name="connsiteX26" fmla="*/ 33647 w 40648"/>
                <a:gd name="connsiteY26" fmla="*/ 4341 h 64037"/>
                <a:gd name="connsiteX27" fmla="*/ 39195 w 40648"/>
                <a:gd name="connsiteY27" fmla="*/ 15999 h 64037"/>
                <a:gd name="connsiteX28" fmla="*/ 36266 w 40648"/>
                <a:gd name="connsiteY28" fmla="*/ 24681 h 64037"/>
                <a:gd name="connsiteX29" fmla="*/ 27908 w 40648"/>
                <a:gd name="connsiteY29" fmla="*/ 29559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7">
                  <a:moveTo>
                    <a:pt x="27908" y="29559"/>
                  </a:moveTo>
                  <a:cubicBezTo>
                    <a:pt x="31909" y="30413"/>
                    <a:pt x="35028" y="32191"/>
                    <a:pt x="37243" y="34892"/>
                  </a:cubicBezTo>
                  <a:cubicBezTo>
                    <a:pt x="39505" y="37593"/>
                    <a:pt x="40648" y="40928"/>
                    <a:pt x="40648" y="44896"/>
                  </a:cubicBezTo>
                  <a:cubicBezTo>
                    <a:pt x="40648" y="50987"/>
                    <a:pt x="38553" y="55700"/>
                    <a:pt x="34362" y="59035"/>
                  </a:cubicBezTo>
                  <a:cubicBezTo>
                    <a:pt x="30171" y="62371"/>
                    <a:pt x="24217" y="64038"/>
                    <a:pt x="16502" y="64038"/>
                  </a:cubicBezTo>
                  <a:cubicBezTo>
                    <a:pt x="13906" y="64038"/>
                    <a:pt x="11216" y="63776"/>
                    <a:pt x="8477" y="63252"/>
                  </a:cubicBezTo>
                  <a:cubicBezTo>
                    <a:pt x="5739" y="62754"/>
                    <a:pt x="2929" y="61997"/>
                    <a:pt x="0" y="60978"/>
                  </a:cubicBezTo>
                  <a:lnTo>
                    <a:pt x="0" y="52916"/>
                  </a:lnTo>
                  <a:cubicBezTo>
                    <a:pt x="2310" y="54267"/>
                    <a:pt x="4858" y="55287"/>
                    <a:pt x="7596" y="55976"/>
                  </a:cubicBezTo>
                  <a:cubicBezTo>
                    <a:pt x="10358" y="56665"/>
                    <a:pt x="13240" y="57009"/>
                    <a:pt x="16240" y="57009"/>
                  </a:cubicBezTo>
                  <a:cubicBezTo>
                    <a:pt x="21479" y="57009"/>
                    <a:pt x="25456" y="55976"/>
                    <a:pt x="28194" y="53909"/>
                  </a:cubicBezTo>
                  <a:cubicBezTo>
                    <a:pt x="30956" y="51841"/>
                    <a:pt x="32337" y="48838"/>
                    <a:pt x="32337" y="44896"/>
                  </a:cubicBezTo>
                  <a:cubicBezTo>
                    <a:pt x="32337" y="41258"/>
                    <a:pt x="31052" y="38420"/>
                    <a:pt x="28480" y="36380"/>
                  </a:cubicBezTo>
                  <a:cubicBezTo>
                    <a:pt x="25932" y="34313"/>
                    <a:pt x="22408" y="33279"/>
                    <a:pt x="17859" y="33279"/>
                  </a:cubicBezTo>
                  <a:lnTo>
                    <a:pt x="10668" y="33279"/>
                  </a:lnTo>
                  <a:lnTo>
                    <a:pt x="10668" y="26417"/>
                  </a:lnTo>
                  <a:lnTo>
                    <a:pt x="18193" y="26417"/>
                  </a:lnTo>
                  <a:cubicBezTo>
                    <a:pt x="22312" y="26417"/>
                    <a:pt x="25456" y="25604"/>
                    <a:pt x="27622" y="23978"/>
                  </a:cubicBezTo>
                  <a:cubicBezTo>
                    <a:pt x="29789" y="22324"/>
                    <a:pt x="30885" y="19954"/>
                    <a:pt x="30885" y="16867"/>
                  </a:cubicBezTo>
                  <a:cubicBezTo>
                    <a:pt x="30885" y="13698"/>
                    <a:pt x="29742" y="11272"/>
                    <a:pt x="27480" y="9591"/>
                  </a:cubicBezTo>
                  <a:cubicBezTo>
                    <a:pt x="25265" y="7882"/>
                    <a:pt x="22050" y="7028"/>
                    <a:pt x="17859" y="7028"/>
                  </a:cubicBezTo>
                  <a:cubicBezTo>
                    <a:pt x="15573" y="7028"/>
                    <a:pt x="13121" y="7276"/>
                    <a:pt x="10501" y="7772"/>
                  </a:cubicBezTo>
                  <a:cubicBezTo>
                    <a:pt x="7882" y="8268"/>
                    <a:pt x="5001" y="9040"/>
                    <a:pt x="1857" y="10087"/>
                  </a:cubicBezTo>
                  <a:lnTo>
                    <a:pt x="1857" y="2646"/>
                  </a:lnTo>
                  <a:cubicBezTo>
                    <a:pt x="5024" y="1764"/>
                    <a:pt x="8001" y="1103"/>
                    <a:pt x="10739" y="662"/>
                  </a:cubicBezTo>
                  <a:cubicBezTo>
                    <a:pt x="13526" y="220"/>
                    <a:pt x="16145" y="0"/>
                    <a:pt x="18598" y="0"/>
                  </a:cubicBezTo>
                  <a:cubicBezTo>
                    <a:pt x="24955" y="0"/>
                    <a:pt x="29956" y="1447"/>
                    <a:pt x="33647" y="4341"/>
                  </a:cubicBezTo>
                  <a:cubicBezTo>
                    <a:pt x="37338" y="7207"/>
                    <a:pt x="39195" y="11093"/>
                    <a:pt x="39195" y="15999"/>
                  </a:cubicBezTo>
                  <a:cubicBezTo>
                    <a:pt x="39195" y="19416"/>
                    <a:pt x="38219" y="22310"/>
                    <a:pt x="36266" y="24681"/>
                  </a:cubicBezTo>
                  <a:cubicBezTo>
                    <a:pt x="34290" y="27023"/>
                    <a:pt x="31504" y="28649"/>
                    <a:pt x="27908" y="29559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2" name="Freeform 191">
              <a:extLst>
                <a:ext uri="{FF2B5EF4-FFF2-40B4-BE49-F238E27FC236}">
                  <a16:creationId xmlns:a16="http://schemas.microsoft.com/office/drawing/2014/main" id="{6B676892-94CF-DE18-D815-B87A891BD688}"/>
                </a:ext>
              </a:extLst>
            </p:cNvPr>
            <p:cNvSpPr/>
            <p:nvPr/>
          </p:nvSpPr>
          <p:spPr>
            <a:xfrm>
              <a:off x="5287942" y="1214221"/>
              <a:ext cx="44981" cy="61721"/>
            </a:xfrm>
            <a:custGeom>
              <a:avLst/>
              <a:gdLst>
                <a:gd name="connsiteX0" fmla="*/ 27861 w 44981"/>
                <a:gd name="connsiteY0" fmla="*/ 7276 h 61721"/>
                <a:gd name="connsiteX1" fmla="*/ 6787 w 44981"/>
                <a:gd name="connsiteY1" fmla="*/ 40225 h 61721"/>
                <a:gd name="connsiteX2" fmla="*/ 27861 w 44981"/>
                <a:gd name="connsiteY2" fmla="*/ 40225 h 61721"/>
                <a:gd name="connsiteX3" fmla="*/ 27861 w 44981"/>
                <a:gd name="connsiteY3" fmla="*/ 727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5 h 61721"/>
                <a:gd name="connsiteX7" fmla="*/ 44982 w 44981"/>
                <a:gd name="connsiteY7" fmla="*/ 40225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1 h 61721"/>
                <a:gd name="connsiteX11" fmla="*/ 27861 w 44981"/>
                <a:gd name="connsiteY11" fmla="*/ 61721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08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6"/>
                  </a:moveTo>
                  <a:lnTo>
                    <a:pt x="6787" y="40225"/>
                  </a:lnTo>
                  <a:lnTo>
                    <a:pt x="27861" y="40225"/>
                  </a:lnTo>
                  <a:lnTo>
                    <a:pt x="27861" y="727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5"/>
                  </a:lnTo>
                  <a:lnTo>
                    <a:pt x="44982" y="40225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1"/>
                  </a:lnTo>
                  <a:lnTo>
                    <a:pt x="27861" y="61721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8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3" name="Freeform 192">
              <a:extLst>
                <a:ext uri="{FF2B5EF4-FFF2-40B4-BE49-F238E27FC236}">
                  <a16:creationId xmlns:a16="http://schemas.microsoft.com/office/drawing/2014/main" id="{F47BFFD2-FCEF-A5BE-EB57-CCCA9C93580C}"/>
                </a:ext>
              </a:extLst>
            </p:cNvPr>
            <p:cNvSpPr/>
            <p:nvPr/>
          </p:nvSpPr>
          <p:spPr>
            <a:xfrm>
              <a:off x="5341806" y="1214221"/>
              <a:ext cx="44981" cy="61721"/>
            </a:xfrm>
            <a:custGeom>
              <a:avLst/>
              <a:gdLst>
                <a:gd name="connsiteX0" fmla="*/ 27861 w 44981"/>
                <a:gd name="connsiteY0" fmla="*/ 7276 h 61721"/>
                <a:gd name="connsiteX1" fmla="*/ 6787 w 44981"/>
                <a:gd name="connsiteY1" fmla="*/ 40225 h 61721"/>
                <a:gd name="connsiteX2" fmla="*/ 27861 w 44981"/>
                <a:gd name="connsiteY2" fmla="*/ 40225 h 61721"/>
                <a:gd name="connsiteX3" fmla="*/ 27861 w 44981"/>
                <a:gd name="connsiteY3" fmla="*/ 7276 h 61721"/>
                <a:gd name="connsiteX4" fmla="*/ 25670 w 44981"/>
                <a:gd name="connsiteY4" fmla="*/ 0 h 61721"/>
                <a:gd name="connsiteX5" fmla="*/ 36171 w 44981"/>
                <a:gd name="connsiteY5" fmla="*/ 0 h 61721"/>
                <a:gd name="connsiteX6" fmla="*/ 36171 w 44981"/>
                <a:gd name="connsiteY6" fmla="*/ 40225 h 61721"/>
                <a:gd name="connsiteX7" fmla="*/ 44982 w 44981"/>
                <a:gd name="connsiteY7" fmla="*/ 40225 h 61721"/>
                <a:gd name="connsiteX8" fmla="*/ 44982 w 44981"/>
                <a:gd name="connsiteY8" fmla="*/ 47170 h 61721"/>
                <a:gd name="connsiteX9" fmla="*/ 36171 w 44981"/>
                <a:gd name="connsiteY9" fmla="*/ 47170 h 61721"/>
                <a:gd name="connsiteX10" fmla="*/ 36171 w 44981"/>
                <a:gd name="connsiteY10" fmla="*/ 61721 h 61721"/>
                <a:gd name="connsiteX11" fmla="*/ 27861 w 44981"/>
                <a:gd name="connsiteY11" fmla="*/ 61721 h 61721"/>
                <a:gd name="connsiteX12" fmla="*/ 27861 w 44981"/>
                <a:gd name="connsiteY12" fmla="*/ 47170 h 61721"/>
                <a:gd name="connsiteX13" fmla="*/ 0 w 44981"/>
                <a:gd name="connsiteY13" fmla="*/ 47170 h 61721"/>
                <a:gd name="connsiteX14" fmla="*/ 0 w 44981"/>
                <a:gd name="connsiteY14" fmla="*/ 39108 h 61721"/>
                <a:gd name="connsiteX15" fmla="*/ 25670 w 44981"/>
                <a:gd name="connsiteY15" fmla="*/ 0 h 61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1">
                  <a:moveTo>
                    <a:pt x="27861" y="7276"/>
                  </a:moveTo>
                  <a:lnTo>
                    <a:pt x="6787" y="40225"/>
                  </a:lnTo>
                  <a:lnTo>
                    <a:pt x="27861" y="40225"/>
                  </a:lnTo>
                  <a:lnTo>
                    <a:pt x="27861" y="7276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25"/>
                  </a:lnTo>
                  <a:lnTo>
                    <a:pt x="44982" y="40225"/>
                  </a:lnTo>
                  <a:lnTo>
                    <a:pt x="44982" y="47170"/>
                  </a:lnTo>
                  <a:lnTo>
                    <a:pt x="36171" y="47170"/>
                  </a:lnTo>
                  <a:lnTo>
                    <a:pt x="36171" y="61721"/>
                  </a:lnTo>
                  <a:lnTo>
                    <a:pt x="27861" y="61721"/>
                  </a:lnTo>
                  <a:lnTo>
                    <a:pt x="27861" y="47170"/>
                  </a:lnTo>
                  <a:lnTo>
                    <a:pt x="0" y="47170"/>
                  </a:lnTo>
                  <a:lnTo>
                    <a:pt x="0" y="39108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4" name="Freeform 193">
              <a:extLst>
                <a:ext uri="{FF2B5EF4-FFF2-40B4-BE49-F238E27FC236}">
                  <a16:creationId xmlns:a16="http://schemas.microsoft.com/office/drawing/2014/main" id="{F72CE677-4C17-4007-2728-439E8B6BF58E}"/>
                </a:ext>
              </a:extLst>
            </p:cNvPr>
            <p:cNvSpPr/>
            <p:nvPr/>
          </p:nvSpPr>
          <p:spPr>
            <a:xfrm>
              <a:off x="5397289" y="1213105"/>
              <a:ext cx="42338" cy="64037"/>
            </a:xfrm>
            <a:custGeom>
              <a:avLst/>
              <a:gdLst>
                <a:gd name="connsiteX0" fmla="*/ 21169 w 42338"/>
                <a:gd name="connsiteY0" fmla="*/ 33528 h 64037"/>
                <a:gd name="connsiteX1" fmla="*/ 11787 w 42338"/>
                <a:gd name="connsiteY1" fmla="*/ 36711 h 64037"/>
                <a:gd name="connsiteX2" fmla="*/ 8382 w 42338"/>
                <a:gd name="connsiteY2" fmla="*/ 45475 h 64037"/>
                <a:gd name="connsiteX3" fmla="*/ 11787 w 42338"/>
                <a:gd name="connsiteY3" fmla="*/ 54239 h 64037"/>
                <a:gd name="connsiteX4" fmla="*/ 21169 w 42338"/>
                <a:gd name="connsiteY4" fmla="*/ 57423 h 64037"/>
                <a:gd name="connsiteX5" fmla="*/ 30551 w 42338"/>
                <a:gd name="connsiteY5" fmla="*/ 54239 h 64037"/>
                <a:gd name="connsiteX6" fmla="*/ 33980 w 42338"/>
                <a:gd name="connsiteY6" fmla="*/ 45475 h 64037"/>
                <a:gd name="connsiteX7" fmla="*/ 30551 w 42338"/>
                <a:gd name="connsiteY7" fmla="*/ 36711 h 64037"/>
                <a:gd name="connsiteX8" fmla="*/ 21169 w 42338"/>
                <a:gd name="connsiteY8" fmla="*/ 33528 h 64037"/>
                <a:gd name="connsiteX9" fmla="*/ 12811 w 42338"/>
                <a:gd name="connsiteY9" fmla="*/ 29972 h 64037"/>
                <a:gd name="connsiteX10" fmla="*/ 4429 w 42338"/>
                <a:gd name="connsiteY10" fmla="*/ 24970 h 64037"/>
                <a:gd name="connsiteX11" fmla="*/ 1453 w 42338"/>
                <a:gd name="connsiteY11" fmla="*/ 15999 h 64037"/>
                <a:gd name="connsiteX12" fmla="*/ 6691 w 42338"/>
                <a:gd name="connsiteY12" fmla="*/ 4300 h 64037"/>
                <a:gd name="connsiteX13" fmla="*/ 21169 w 42338"/>
                <a:gd name="connsiteY13" fmla="*/ 0 h 64037"/>
                <a:gd name="connsiteX14" fmla="*/ 35623 w 42338"/>
                <a:gd name="connsiteY14" fmla="*/ 4300 h 64037"/>
                <a:gd name="connsiteX15" fmla="*/ 40886 w 42338"/>
                <a:gd name="connsiteY15" fmla="*/ 15999 h 64037"/>
                <a:gd name="connsiteX16" fmla="*/ 37862 w 42338"/>
                <a:gd name="connsiteY16" fmla="*/ 24970 h 64037"/>
                <a:gd name="connsiteX17" fmla="*/ 29551 w 42338"/>
                <a:gd name="connsiteY17" fmla="*/ 29972 h 64037"/>
                <a:gd name="connsiteX18" fmla="*/ 38933 w 42338"/>
                <a:gd name="connsiteY18" fmla="*/ 35471 h 64037"/>
                <a:gd name="connsiteX19" fmla="*/ 42338 w 42338"/>
                <a:gd name="connsiteY19" fmla="*/ 45475 h 64037"/>
                <a:gd name="connsiteX20" fmla="*/ 36838 w 42338"/>
                <a:gd name="connsiteY20" fmla="*/ 59242 h 64037"/>
                <a:gd name="connsiteX21" fmla="*/ 21169 w 42338"/>
                <a:gd name="connsiteY21" fmla="*/ 64038 h 64037"/>
                <a:gd name="connsiteX22" fmla="*/ 5453 w 42338"/>
                <a:gd name="connsiteY22" fmla="*/ 59242 h 64037"/>
                <a:gd name="connsiteX23" fmla="*/ 0 w 42338"/>
                <a:gd name="connsiteY23" fmla="*/ 45475 h 64037"/>
                <a:gd name="connsiteX24" fmla="*/ 3381 w 42338"/>
                <a:gd name="connsiteY24" fmla="*/ 35471 h 64037"/>
                <a:gd name="connsiteX25" fmla="*/ 12811 w 42338"/>
                <a:gd name="connsiteY25" fmla="*/ 29972 h 64037"/>
                <a:gd name="connsiteX26" fmla="*/ 9763 w 42338"/>
                <a:gd name="connsiteY26" fmla="*/ 16784 h 64037"/>
                <a:gd name="connsiteX27" fmla="*/ 12740 w 42338"/>
                <a:gd name="connsiteY27" fmla="*/ 24267 h 64037"/>
                <a:gd name="connsiteX28" fmla="*/ 21169 w 42338"/>
                <a:gd name="connsiteY28" fmla="*/ 26954 h 64037"/>
                <a:gd name="connsiteX29" fmla="*/ 29551 w 42338"/>
                <a:gd name="connsiteY29" fmla="*/ 24267 h 64037"/>
                <a:gd name="connsiteX30" fmla="*/ 32623 w 42338"/>
                <a:gd name="connsiteY30" fmla="*/ 16784 h 64037"/>
                <a:gd name="connsiteX31" fmla="*/ 29551 w 42338"/>
                <a:gd name="connsiteY31" fmla="*/ 9302 h 64037"/>
                <a:gd name="connsiteX32" fmla="*/ 21169 w 42338"/>
                <a:gd name="connsiteY32" fmla="*/ 6615 h 64037"/>
                <a:gd name="connsiteX33" fmla="*/ 12740 w 42338"/>
                <a:gd name="connsiteY33" fmla="*/ 9302 h 64037"/>
                <a:gd name="connsiteX34" fmla="*/ 9763 w 42338"/>
                <a:gd name="connsiteY34" fmla="*/ 16784 h 6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2338" h="64037">
                  <a:moveTo>
                    <a:pt x="21169" y="33528"/>
                  </a:moveTo>
                  <a:cubicBezTo>
                    <a:pt x="17193" y="33528"/>
                    <a:pt x="14073" y="34589"/>
                    <a:pt x="11787" y="36711"/>
                  </a:cubicBezTo>
                  <a:cubicBezTo>
                    <a:pt x="9525" y="38833"/>
                    <a:pt x="8382" y="41754"/>
                    <a:pt x="8382" y="45475"/>
                  </a:cubicBezTo>
                  <a:cubicBezTo>
                    <a:pt x="8382" y="49196"/>
                    <a:pt x="9525" y="52117"/>
                    <a:pt x="11787" y="54239"/>
                  </a:cubicBezTo>
                  <a:cubicBezTo>
                    <a:pt x="14073" y="56362"/>
                    <a:pt x="17193" y="57423"/>
                    <a:pt x="21169" y="57423"/>
                  </a:cubicBezTo>
                  <a:cubicBezTo>
                    <a:pt x="25146" y="57423"/>
                    <a:pt x="28265" y="56362"/>
                    <a:pt x="30551" y="54239"/>
                  </a:cubicBezTo>
                  <a:cubicBezTo>
                    <a:pt x="32837" y="52090"/>
                    <a:pt x="33980" y="49168"/>
                    <a:pt x="33980" y="45475"/>
                  </a:cubicBezTo>
                  <a:cubicBezTo>
                    <a:pt x="33980" y="41754"/>
                    <a:pt x="32837" y="38833"/>
                    <a:pt x="30551" y="36711"/>
                  </a:cubicBezTo>
                  <a:cubicBezTo>
                    <a:pt x="28289" y="34589"/>
                    <a:pt x="25146" y="33528"/>
                    <a:pt x="21169" y="33528"/>
                  </a:cubicBezTo>
                  <a:moveTo>
                    <a:pt x="12811" y="29972"/>
                  </a:moveTo>
                  <a:cubicBezTo>
                    <a:pt x="9215" y="29090"/>
                    <a:pt x="6429" y="27423"/>
                    <a:pt x="4429" y="24970"/>
                  </a:cubicBezTo>
                  <a:cubicBezTo>
                    <a:pt x="2452" y="22517"/>
                    <a:pt x="1453" y="19527"/>
                    <a:pt x="1453" y="15999"/>
                  </a:cubicBezTo>
                  <a:cubicBezTo>
                    <a:pt x="1453" y="11066"/>
                    <a:pt x="3191" y="7166"/>
                    <a:pt x="6691" y="4300"/>
                  </a:cubicBezTo>
                  <a:cubicBezTo>
                    <a:pt x="10215" y="1433"/>
                    <a:pt x="15049" y="0"/>
                    <a:pt x="21169" y="0"/>
                  </a:cubicBezTo>
                  <a:cubicBezTo>
                    <a:pt x="27313" y="0"/>
                    <a:pt x="32123" y="1433"/>
                    <a:pt x="35623" y="4300"/>
                  </a:cubicBezTo>
                  <a:cubicBezTo>
                    <a:pt x="39124" y="7166"/>
                    <a:pt x="40886" y="11066"/>
                    <a:pt x="40886" y="15999"/>
                  </a:cubicBezTo>
                  <a:cubicBezTo>
                    <a:pt x="40886" y="19527"/>
                    <a:pt x="39886" y="22517"/>
                    <a:pt x="37862" y="24970"/>
                  </a:cubicBezTo>
                  <a:cubicBezTo>
                    <a:pt x="35885" y="27423"/>
                    <a:pt x="33099" y="29090"/>
                    <a:pt x="29551" y="29972"/>
                  </a:cubicBezTo>
                  <a:cubicBezTo>
                    <a:pt x="33576" y="30909"/>
                    <a:pt x="36719" y="32742"/>
                    <a:pt x="38933" y="35471"/>
                  </a:cubicBezTo>
                  <a:cubicBezTo>
                    <a:pt x="41195" y="38199"/>
                    <a:pt x="42338" y="41534"/>
                    <a:pt x="42338" y="45475"/>
                  </a:cubicBezTo>
                  <a:cubicBezTo>
                    <a:pt x="42338" y="51456"/>
                    <a:pt x="40505" y="56045"/>
                    <a:pt x="36838" y="59242"/>
                  </a:cubicBezTo>
                  <a:cubicBezTo>
                    <a:pt x="33194" y="62440"/>
                    <a:pt x="27980" y="64038"/>
                    <a:pt x="21169" y="64038"/>
                  </a:cubicBezTo>
                  <a:cubicBezTo>
                    <a:pt x="14359" y="64038"/>
                    <a:pt x="9120" y="62440"/>
                    <a:pt x="5453" y="59242"/>
                  </a:cubicBezTo>
                  <a:cubicBezTo>
                    <a:pt x="1809" y="56045"/>
                    <a:pt x="0" y="51456"/>
                    <a:pt x="0" y="45475"/>
                  </a:cubicBezTo>
                  <a:cubicBezTo>
                    <a:pt x="0" y="41534"/>
                    <a:pt x="1119" y="38199"/>
                    <a:pt x="3381" y="35471"/>
                  </a:cubicBezTo>
                  <a:cubicBezTo>
                    <a:pt x="5644" y="32742"/>
                    <a:pt x="8787" y="30909"/>
                    <a:pt x="12811" y="29972"/>
                  </a:cubicBezTo>
                  <a:moveTo>
                    <a:pt x="9763" y="16784"/>
                  </a:moveTo>
                  <a:cubicBezTo>
                    <a:pt x="9763" y="19982"/>
                    <a:pt x="10763" y="22476"/>
                    <a:pt x="12740" y="24267"/>
                  </a:cubicBezTo>
                  <a:cubicBezTo>
                    <a:pt x="14740" y="26058"/>
                    <a:pt x="17550" y="26954"/>
                    <a:pt x="21169" y="26954"/>
                  </a:cubicBezTo>
                  <a:cubicBezTo>
                    <a:pt x="24741" y="26954"/>
                    <a:pt x="27527" y="26058"/>
                    <a:pt x="29551" y="24267"/>
                  </a:cubicBezTo>
                  <a:cubicBezTo>
                    <a:pt x="31599" y="22476"/>
                    <a:pt x="32623" y="19982"/>
                    <a:pt x="32623" y="16784"/>
                  </a:cubicBezTo>
                  <a:cubicBezTo>
                    <a:pt x="32623" y="13587"/>
                    <a:pt x="31599" y="11093"/>
                    <a:pt x="29551" y="9302"/>
                  </a:cubicBezTo>
                  <a:cubicBezTo>
                    <a:pt x="27527" y="7510"/>
                    <a:pt x="24741" y="6615"/>
                    <a:pt x="21169" y="6615"/>
                  </a:cubicBezTo>
                  <a:cubicBezTo>
                    <a:pt x="17550" y="6615"/>
                    <a:pt x="14740" y="7510"/>
                    <a:pt x="12740" y="9302"/>
                  </a:cubicBezTo>
                  <a:cubicBezTo>
                    <a:pt x="10763" y="11093"/>
                    <a:pt x="9763" y="13587"/>
                    <a:pt x="9763" y="16784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B39EA638-FABC-7E7A-18A5-23CF5CC18F99}"/>
              </a:ext>
            </a:extLst>
          </p:cNvPr>
          <p:cNvGrpSpPr/>
          <p:nvPr/>
        </p:nvGrpSpPr>
        <p:grpSpPr>
          <a:xfrm>
            <a:off x="5482025" y="4831243"/>
            <a:ext cx="285345" cy="64031"/>
            <a:chOff x="5154734" y="4446229"/>
            <a:chExt cx="285345" cy="64031"/>
          </a:xfrm>
        </p:grpSpPr>
        <p:sp>
          <p:nvSpPr>
            <p:cNvPr id="195" name="Freeform 194">
              <a:extLst>
                <a:ext uri="{FF2B5EF4-FFF2-40B4-BE49-F238E27FC236}">
                  <a16:creationId xmlns:a16="http://schemas.microsoft.com/office/drawing/2014/main" id="{544DBA7B-D95C-E8B6-3F27-FAE46DE7F8C8}"/>
                </a:ext>
              </a:extLst>
            </p:cNvPr>
            <p:cNvSpPr/>
            <p:nvPr/>
          </p:nvSpPr>
          <p:spPr>
            <a:xfrm>
              <a:off x="5154734" y="4446229"/>
              <a:ext cx="42672" cy="64031"/>
            </a:xfrm>
            <a:custGeom>
              <a:avLst/>
              <a:gdLst>
                <a:gd name="connsiteX0" fmla="*/ 21336 w 42672"/>
                <a:gd name="connsiteY0" fmla="*/ 6596 h 64031"/>
                <a:gd name="connsiteX1" fmla="*/ 11621 w 42672"/>
                <a:gd name="connsiteY1" fmla="*/ 12978 h 64031"/>
                <a:gd name="connsiteX2" fmla="*/ 8406 w 42672"/>
                <a:gd name="connsiteY2" fmla="*/ 32028 h 64031"/>
                <a:gd name="connsiteX3" fmla="*/ 11621 w 42672"/>
                <a:gd name="connsiteY3" fmla="*/ 51102 h 64031"/>
                <a:gd name="connsiteX4" fmla="*/ 21336 w 42672"/>
                <a:gd name="connsiteY4" fmla="*/ 57412 h 64031"/>
                <a:gd name="connsiteX5" fmla="*/ 31052 w 42672"/>
                <a:gd name="connsiteY5" fmla="*/ 51102 h 64031"/>
                <a:gd name="connsiteX6" fmla="*/ 34314 w 42672"/>
                <a:gd name="connsiteY6" fmla="*/ 32028 h 64031"/>
                <a:gd name="connsiteX7" fmla="*/ 31052 w 42672"/>
                <a:gd name="connsiteY7" fmla="*/ 12978 h 64031"/>
                <a:gd name="connsiteX8" fmla="*/ 21336 w 42672"/>
                <a:gd name="connsiteY8" fmla="*/ 6596 h 64031"/>
                <a:gd name="connsiteX9" fmla="*/ 21336 w 42672"/>
                <a:gd name="connsiteY9" fmla="*/ 0 h 64031"/>
                <a:gd name="connsiteX10" fmla="*/ 37172 w 42672"/>
                <a:gd name="connsiteY10" fmla="*/ 8215 h 64031"/>
                <a:gd name="connsiteX11" fmla="*/ 42672 w 42672"/>
                <a:gd name="connsiteY11" fmla="*/ 32028 h 64031"/>
                <a:gd name="connsiteX12" fmla="*/ 37172 w 42672"/>
                <a:gd name="connsiteY12" fmla="*/ 55840 h 64031"/>
                <a:gd name="connsiteX13" fmla="*/ 21336 w 42672"/>
                <a:gd name="connsiteY13" fmla="*/ 64032 h 64031"/>
                <a:gd name="connsiteX14" fmla="*/ 5453 w 42672"/>
                <a:gd name="connsiteY14" fmla="*/ 55840 h 64031"/>
                <a:gd name="connsiteX15" fmla="*/ 0 w 42672"/>
                <a:gd name="connsiteY15" fmla="*/ 32028 h 64031"/>
                <a:gd name="connsiteX16" fmla="*/ 5453 w 42672"/>
                <a:gd name="connsiteY16" fmla="*/ 8215 h 64031"/>
                <a:gd name="connsiteX17" fmla="*/ 21336 w 42672"/>
                <a:gd name="connsiteY17" fmla="*/ 0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672" h="64031">
                  <a:moveTo>
                    <a:pt x="21336" y="6596"/>
                  </a:moveTo>
                  <a:cubicBezTo>
                    <a:pt x="17026" y="6596"/>
                    <a:pt x="13788" y="8715"/>
                    <a:pt x="11621" y="12978"/>
                  </a:cubicBezTo>
                  <a:cubicBezTo>
                    <a:pt x="9478" y="17193"/>
                    <a:pt x="8406" y="23527"/>
                    <a:pt x="8406" y="32028"/>
                  </a:cubicBezTo>
                  <a:cubicBezTo>
                    <a:pt x="8406" y="40481"/>
                    <a:pt x="9478" y="46839"/>
                    <a:pt x="11621" y="51102"/>
                  </a:cubicBezTo>
                  <a:cubicBezTo>
                    <a:pt x="13788" y="55316"/>
                    <a:pt x="17026" y="57412"/>
                    <a:pt x="21336" y="57412"/>
                  </a:cubicBezTo>
                  <a:cubicBezTo>
                    <a:pt x="25670" y="57412"/>
                    <a:pt x="28908" y="55316"/>
                    <a:pt x="31052" y="51102"/>
                  </a:cubicBezTo>
                  <a:cubicBezTo>
                    <a:pt x="33219" y="46839"/>
                    <a:pt x="34314" y="40481"/>
                    <a:pt x="34314" y="32028"/>
                  </a:cubicBezTo>
                  <a:cubicBezTo>
                    <a:pt x="34314" y="23527"/>
                    <a:pt x="33219" y="17193"/>
                    <a:pt x="31052" y="12978"/>
                  </a:cubicBezTo>
                  <a:cubicBezTo>
                    <a:pt x="28908" y="8715"/>
                    <a:pt x="25670" y="6596"/>
                    <a:pt x="21336" y="6596"/>
                  </a:cubicBezTo>
                  <a:moveTo>
                    <a:pt x="21336" y="0"/>
                  </a:moveTo>
                  <a:cubicBezTo>
                    <a:pt x="28265" y="0"/>
                    <a:pt x="33528" y="2738"/>
                    <a:pt x="37172" y="8215"/>
                  </a:cubicBezTo>
                  <a:cubicBezTo>
                    <a:pt x="40838" y="13668"/>
                    <a:pt x="42672" y="21622"/>
                    <a:pt x="42672" y="32028"/>
                  </a:cubicBezTo>
                  <a:cubicBezTo>
                    <a:pt x="42672" y="42434"/>
                    <a:pt x="40838" y="50363"/>
                    <a:pt x="37172" y="55840"/>
                  </a:cubicBezTo>
                  <a:cubicBezTo>
                    <a:pt x="33528" y="61293"/>
                    <a:pt x="28265" y="64032"/>
                    <a:pt x="21336" y="64032"/>
                  </a:cubicBezTo>
                  <a:cubicBezTo>
                    <a:pt x="14407" y="64032"/>
                    <a:pt x="9120" y="61293"/>
                    <a:pt x="5453" y="55840"/>
                  </a:cubicBezTo>
                  <a:cubicBezTo>
                    <a:pt x="1810" y="50363"/>
                    <a:pt x="0" y="42434"/>
                    <a:pt x="0" y="32028"/>
                  </a:cubicBezTo>
                  <a:cubicBezTo>
                    <a:pt x="0" y="21622"/>
                    <a:pt x="1810" y="13668"/>
                    <a:pt x="5453" y="8215"/>
                  </a:cubicBezTo>
                  <a:cubicBezTo>
                    <a:pt x="9120" y="2738"/>
                    <a:pt x="14407" y="0"/>
                    <a:pt x="21336" y="0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6" name="Freeform 195">
              <a:extLst>
                <a:ext uri="{FF2B5EF4-FFF2-40B4-BE49-F238E27FC236}">
                  <a16:creationId xmlns:a16="http://schemas.microsoft.com/office/drawing/2014/main" id="{3732A1DC-A2F3-4A96-DCCE-74BA98547FA5}"/>
                </a:ext>
              </a:extLst>
            </p:cNvPr>
            <p:cNvSpPr/>
            <p:nvPr/>
          </p:nvSpPr>
          <p:spPr>
            <a:xfrm>
              <a:off x="5212075" y="4498569"/>
              <a:ext cx="8715" cy="10501"/>
            </a:xfrm>
            <a:custGeom>
              <a:avLst/>
              <a:gdLst>
                <a:gd name="connsiteX0" fmla="*/ 0 w 8715"/>
                <a:gd name="connsiteY0" fmla="*/ 0 h 10501"/>
                <a:gd name="connsiteX1" fmla="*/ 8715 w 8715"/>
                <a:gd name="connsiteY1" fmla="*/ 0 h 10501"/>
                <a:gd name="connsiteX2" fmla="*/ 8715 w 8715"/>
                <a:gd name="connsiteY2" fmla="*/ 10501 h 10501"/>
                <a:gd name="connsiteX3" fmla="*/ 0 w 8715"/>
                <a:gd name="connsiteY3" fmla="*/ 10501 h 10501"/>
                <a:gd name="connsiteX4" fmla="*/ 0 w 8715"/>
                <a:gd name="connsiteY4" fmla="*/ 0 h 10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5" h="10501">
                  <a:moveTo>
                    <a:pt x="0" y="0"/>
                  </a:moveTo>
                  <a:lnTo>
                    <a:pt x="8715" y="0"/>
                  </a:lnTo>
                  <a:lnTo>
                    <a:pt x="8715" y="10501"/>
                  </a:lnTo>
                  <a:lnTo>
                    <a:pt x="0" y="105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7" name="Freeform 196">
              <a:extLst>
                <a:ext uri="{FF2B5EF4-FFF2-40B4-BE49-F238E27FC236}">
                  <a16:creationId xmlns:a16="http://schemas.microsoft.com/office/drawing/2014/main" id="{27CE610F-0908-E492-7A79-7C62DF728521}"/>
                </a:ext>
              </a:extLst>
            </p:cNvPr>
            <p:cNvSpPr/>
            <p:nvPr/>
          </p:nvSpPr>
          <p:spPr>
            <a:xfrm>
              <a:off x="5236388" y="4446229"/>
              <a:ext cx="40648" cy="64031"/>
            </a:xfrm>
            <a:custGeom>
              <a:avLst/>
              <a:gdLst>
                <a:gd name="connsiteX0" fmla="*/ 27908 w 40648"/>
                <a:gd name="connsiteY0" fmla="*/ 29551 h 64031"/>
                <a:gd name="connsiteX1" fmla="*/ 37243 w 40648"/>
                <a:gd name="connsiteY1" fmla="*/ 34885 h 64031"/>
                <a:gd name="connsiteX2" fmla="*/ 40648 w 40648"/>
                <a:gd name="connsiteY2" fmla="*/ 44887 h 64031"/>
                <a:gd name="connsiteX3" fmla="*/ 34362 w 40648"/>
                <a:gd name="connsiteY3" fmla="*/ 59031 h 64031"/>
                <a:gd name="connsiteX4" fmla="*/ 16502 w 40648"/>
                <a:gd name="connsiteY4" fmla="*/ 64032 h 64031"/>
                <a:gd name="connsiteX5" fmla="*/ 8477 w 40648"/>
                <a:gd name="connsiteY5" fmla="*/ 63246 h 64031"/>
                <a:gd name="connsiteX6" fmla="*/ 0 w 40648"/>
                <a:gd name="connsiteY6" fmla="*/ 60960 h 64031"/>
                <a:gd name="connsiteX7" fmla="*/ 0 w 40648"/>
                <a:gd name="connsiteY7" fmla="*/ 52911 h 64031"/>
                <a:gd name="connsiteX8" fmla="*/ 7596 w 40648"/>
                <a:gd name="connsiteY8" fmla="*/ 55959 h 64031"/>
                <a:gd name="connsiteX9" fmla="*/ 16240 w 40648"/>
                <a:gd name="connsiteY9" fmla="*/ 57007 h 64031"/>
                <a:gd name="connsiteX10" fmla="*/ 28194 w 40648"/>
                <a:gd name="connsiteY10" fmla="*/ 53912 h 64031"/>
                <a:gd name="connsiteX11" fmla="*/ 32337 w 40648"/>
                <a:gd name="connsiteY11" fmla="*/ 44887 h 64031"/>
                <a:gd name="connsiteX12" fmla="*/ 28480 w 40648"/>
                <a:gd name="connsiteY12" fmla="*/ 36362 h 64031"/>
                <a:gd name="connsiteX13" fmla="*/ 17859 w 40648"/>
                <a:gd name="connsiteY13" fmla="*/ 33266 h 64031"/>
                <a:gd name="connsiteX14" fmla="*/ 10668 w 40648"/>
                <a:gd name="connsiteY14" fmla="*/ 33266 h 64031"/>
                <a:gd name="connsiteX15" fmla="*/ 10668 w 40648"/>
                <a:gd name="connsiteY15" fmla="*/ 26408 h 64031"/>
                <a:gd name="connsiteX16" fmla="*/ 18193 w 40648"/>
                <a:gd name="connsiteY16" fmla="*/ 26408 h 64031"/>
                <a:gd name="connsiteX17" fmla="*/ 27622 w 40648"/>
                <a:gd name="connsiteY17" fmla="*/ 23979 h 64031"/>
                <a:gd name="connsiteX18" fmla="*/ 30885 w 40648"/>
                <a:gd name="connsiteY18" fmla="*/ 16859 h 64031"/>
                <a:gd name="connsiteX19" fmla="*/ 27480 w 40648"/>
                <a:gd name="connsiteY19" fmla="*/ 9573 h 64031"/>
                <a:gd name="connsiteX20" fmla="*/ 17859 w 40648"/>
                <a:gd name="connsiteY20" fmla="*/ 7025 h 64031"/>
                <a:gd name="connsiteX21" fmla="*/ 10501 w 40648"/>
                <a:gd name="connsiteY21" fmla="*/ 7763 h 64031"/>
                <a:gd name="connsiteX22" fmla="*/ 1857 w 40648"/>
                <a:gd name="connsiteY22" fmla="*/ 10073 h 64031"/>
                <a:gd name="connsiteX23" fmla="*/ 1857 w 40648"/>
                <a:gd name="connsiteY23" fmla="*/ 2643 h 64031"/>
                <a:gd name="connsiteX24" fmla="*/ 10739 w 40648"/>
                <a:gd name="connsiteY24" fmla="*/ 643 h 64031"/>
                <a:gd name="connsiteX25" fmla="*/ 18598 w 40648"/>
                <a:gd name="connsiteY25" fmla="*/ 0 h 64031"/>
                <a:gd name="connsiteX26" fmla="*/ 33647 w 40648"/>
                <a:gd name="connsiteY26" fmla="*/ 4334 h 64031"/>
                <a:gd name="connsiteX27" fmla="*/ 39195 w 40648"/>
                <a:gd name="connsiteY27" fmla="*/ 16002 h 64031"/>
                <a:gd name="connsiteX28" fmla="*/ 36266 w 40648"/>
                <a:gd name="connsiteY28" fmla="*/ 24670 h 64031"/>
                <a:gd name="connsiteX29" fmla="*/ 27908 w 4064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2"/>
                    <a:pt x="38553" y="55697"/>
                    <a:pt x="34362" y="59031"/>
                  </a:cubicBezTo>
                  <a:cubicBezTo>
                    <a:pt x="30171" y="62365"/>
                    <a:pt x="24217" y="64032"/>
                    <a:pt x="16502" y="64032"/>
                  </a:cubicBezTo>
                  <a:cubicBezTo>
                    <a:pt x="13906" y="64032"/>
                    <a:pt x="11216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8"/>
                    <a:pt x="4858" y="55269"/>
                    <a:pt x="7596" y="55959"/>
                  </a:cubicBezTo>
                  <a:cubicBezTo>
                    <a:pt x="10358" y="56650"/>
                    <a:pt x="13240" y="57007"/>
                    <a:pt x="16240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7" y="48816"/>
                    <a:pt x="32337" y="44887"/>
                  </a:cubicBezTo>
                  <a:cubicBezTo>
                    <a:pt x="32337" y="41243"/>
                    <a:pt x="31052" y="38410"/>
                    <a:pt x="28480" y="36362"/>
                  </a:cubicBezTo>
                  <a:cubicBezTo>
                    <a:pt x="25932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6" y="25598"/>
                    <a:pt x="27622" y="23979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42" y="11263"/>
                    <a:pt x="27480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5"/>
                    <a:pt x="10739" y="643"/>
                  </a:cubicBezTo>
                  <a:cubicBezTo>
                    <a:pt x="13526" y="214"/>
                    <a:pt x="16145" y="0"/>
                    <a:pt x="18598" y="0"/>
                  </a:cubicBezTo>
                  <a:cubicBezTo>
                    <a:pt x="24955" y="0"/>
                    <a:pt x="29956" y="1453"/>
                    <a:pt x="33647" y="4334"/>
                  </a:cubicBezTo>
                  <a:cubicBezTo>
                    <a:pt x="37338" y="7215"/>
                    <a:pt x="39195" y="11096"/>
                    <a:pt x="39195" y="16002"/>
                  </a:cubicBezTo>
                  <a:cubicBezTo>
                    <a:pt x="39195" y="19407"/>
                    <a:pt x="38219" y="22312"/>
                    <a:pt x="36266" y="24670"/>
                  </a:cubicBezTo>
                  <a:cubicBezTo>
                    <a:pt x="34290" y="27027"/>
                    <a:pt x="31504" y="28646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8" name="Freeform 197">
              <a:extLst>
                <a:ext uri="{FF2B5EF4-FFF2-40B4-BE49-F238E27FC236}">
                  <a16:creationId xmlns:a16="http://schemas.microsoft.com/office/drawing/2014/main" id="{801480F7-6EC7-20ED-05A5-19C4C43568AC}"/>
                </a:ext>
              </a:extLst>
            </p:cNvPr>
            <p:cNvSpPr/>
            <p:nvPr/>
          </p:nvSpPr>
          <p:spPr>
            <a:xfrm>
              <a:off x="5287942" y="4447348"/>
              <a:ext cx="44981" cy="61722"/>
            </a:xfrm>
            <a:custGeom>
              <a:avLst/>
              <a:gdLst>
                <a:gd name="connsiteX0" fmla="*/ 27861 w 44981"/>
                <a:gd name="connsiteY0" fmla="*/ 7263 h 61722"/>
                <a:gd name="connsiteX1" fmla="*/ 6787 w 44981"/>
                <a:gd name="connsiteY1" fmla="*/ 40219 h 61722"/>
                <a:gd name="connsiteX2" fmla="*/ 27861 w 44981"/>
                <a:gd name="connsiteY2" fmla="*/ 40219 h 61722"/>
                <a:gd name="connsiteX3" fmla="*/ 27861 w 44981"/>
                <a:gd name="connsiteY3" fmla="*/ 7263 h 61722"/>
                <a:gd name="connsiteX4" fmla="*/ 25670 w 44981"/>
                <a:gd name="connsiteY4" fmla="*/ 0 h 61722"/>
                <a:gd name="connsiteX5" fmla="*/ 36171 w 44981"/>
                <a:gd name="connsiteY5" fmla="*/ 0 h 61722"/>
                <a:gd name="connsiteX6" fmla="*/ 36171 w 44981"/>
                <a:gd name="connsiteY6" fmla="*/ 40219 h 61722"/>
                <a:gd name="connsiteX7" fmla="*/ 44982 w 44981"/>
                <a:gd name="connsiteY7" fmla="*/ 40219 h 61722"/>
                <a:gd name="connsiteX8" fmla="*/ 44982 w 44981"/>
                <a:gd name="connsiteY8" fmla="*/ 47149 h 61722"/>
                <a:gd name="connsiteX9" fmla="*/ 36171 w 44981"/>
                <a:gd name="connsiteY9" fmla="*/ 47149 h 61722"/>
                <a:gd name="connsiteX10" fmla="*/ 36171 w 44981"/>
                <a:gd name="connsiteY10" fmla="*/ 61722 h 61722"/>
                <a:gd name="connsiteX11" fmla="*/ 27861 w 44981"/>
                <a:gd name="connsiteY11" fmla="*/ 61722 h 61722"/>
                <a:gd name="connsiteX12" fmla="*/ 27861 w 44981"/>
                <a:gd name="connsiteY12" fmla="*/ 47149 h 61722"/>
                <a:gd name="connsiteX13" fmla="*/ 0 w 44981"/>
                <a:gd name="connsiteY13" fmla="*/ 47149 h 61722"/>
                <a:gd name="connsiteX14" fmla="*/ 0 w 44981"/>
                <a:gd name="connsiteY14" fmla="*/ 39100 h 61722"/>
                <a:gd name="connsiteX15" fmla="*/ 25670 w 44981"/>
                <a:gd name="connsiteY15" fmla="*/ 0 h 61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4981" h="61722">
                  <a:moveTo>
                    <a:pt x="27861" y="7263"/>
                  </a:moveTo>
                  <a:lnTo>
                    <a:pt x="6787" y="40219"/>
                  </a:lnTo>
                  <a:lnTo>
                    <a:pt x="27861" y="40219"/>
                  </a:lnTo>
                  <a:lnTo>
                    <a:pt x="27861" y="7263"/>
                  </a:lnTo>
                  <a:moveTo>
                    <a:pt x="25670" y="0"/>
                  </a:moveTo>
                  <a:lnTo>
                    <a:pt x="36171" y="0"/>
                  </a:lnTo>
                  <a:lnTo>
                    <a:pt x="36171" y="40219"/>
                  </a:lnTo>
                  <a:lnTo>
                    <a:pt x="44982" y="40219"/>
                  </a:lnTo>
                  <a:lnTo>
                    <a:pt x="44982" y="47149"/>
                  </a:lnTo>
                  <a:lnTo>
                    <a:pt x="36171" y="47149"/>
                  </a:lnTo>
                  <a:lnTo>
                    <a:pt x="36171" y="61722"/>
                  </a:lnTo>
                  <a:lnTo>
                    <a:pt x="27861" y="61722"/>
                  </a:lnTo>
                  <a:lnTo>
                    <a:pt x="27861" y="47149"/>
                  </a:lnTo>
                  <a:lnTo>
                    <a:pt x="0" y="47149"/>
                  </a:lnTo>
                  <a:lnTo>
                    <a:pt x="0" y="39100"/>
                  </a:lnTo>
                  <a:lnTo>
                    <a:pt x="25670" y="0"/>
                  </a:ln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199" name="Freeform 198">
              <a:extLst>
                <a:ext uri="{FF2B5EF4-FFF2-40B4-BE49-F238E27FC236}">
                  <a16:creationId xmlns:a16="http://schemas.microsoft.com/office/drawing/2014/main" id="{05D9E1D2-EAFF-41B4-01CD-27FDE05D80B3}"/>
                </a:ext>
              </a:extLst>
            </p:cNvPr>
            <p:cNvSpPr/>
            <p:nvPr/>
          </p:nvSpPr>
          <p:spPr>
            <a:xfrm>
              <a:off x="5344115" y="4446229"/>
              <a:ext cx="40648" cy="64031"/>
            </a:xfrm>
            <a:custGeom>
              <a:avLst/>
              <a:gdLst>
                <a:gd name="connsiteX0" fmla="*/ 27908 w 40648"/>
                <a:gd name="connsiteY0" fmla="*/ 29551 h 64031"/>
                <a:gd name="connsiteX1" fmla="*/ 37243 w 40648"/>
                <a:gd name="connsiteY1" fmla="*/ 34885 h 64031"/>
                <a:gd name="connsiteX2" fmla="*/ 40648 w 40648"/>
                <a:gd name="connsiteY2" fmla="*/ 44887 h 64031"/>
                <a:gd name="connsiteX3" fmla="*/ 34362 w 40648"/>
                <a:gd name="connsiteY3" fmla="*/ 59031 h 64031"/>
                <a:gd name="connsiteX4" fmla="*/ 16502 w 40648"/>
                <a:gd name="connsiteY4" fmla="*/ 64032 h 64031"/>
                <a:gd name="connsiteX5" fmla="*/ 8477 w 40648"/>
                <a:gd name="connsiteY5" fmla="*/ 63246 h 64031"/>
                <a:gd name="connsiteX6" fmla="*/ 0 w 40648"/>
                <a:gd name="connsiteY6" fmla="*/ 60960 h 64031"/>
                <a:gd name="connsiteX7" fmla="*/ 0 w 40648"/>
                <a:gd name="connsiteY7" fmla="*/ 52911 h 64031"/>
                <a:gd name="connsiteX8" fmla="*/ 7620 w 40648"/>
                <a:gd name="connsiteY8" fmla="*/ 55959 h 64031"/>
                <a:gd name="connsiteX9" fmla="*/ 16264 w 40648"/>
                <a:gd name="connsiteY9" fmla="*/ 57007 h 64031"/>
                <a:gd name="connsiteX10" fmla="*/ 28194 w 40648"/>
                <a:gd name="connsiteY10" fmla="*/ 53912 h 64031"/>
                <a:gd name="connsiteX11" fmla="*/ 32338 w 40648"/>
                <a:gd name="connsiteY11" fmla="*/ 44887 h 64031"/>
                <a:gd name="connsiteX12" fmla="*/ 28480 w 40648"/>
                <a:gd name="connsiteY12" fmla="*/ 36362 h 64031"/>
                <a:gd name="connsiteX13" fmla="*/ 17859 w 40648"/>
                <a:gd name="connsiteY13" fmla="*/ 33266 h 64031"/>
                <a:gd name="connsiteX14" fmla="*/ 10668 w 40648"/>
                <a:gd name="connsiteY14" fmla="*/ 33266 h 64031"/>
                <a:gd name="connsiteX15" fmla="*/ 10668 w 40648"/>
                <a:gd name="connsiteY15" fmla="*/ 26408 h 64031"/>
                <a:gd name="connsiteX16" fmla="*/ 18193 w 40648"/>
                <a:gd name="connsiteY16" fmla="*/ 26408 h 64031"/>
                <a:gd name="connsiteX17" fmla="*/ 27622 w 40648"/>
                <a:gd name="connsiteY17" fmla="*/ 23979 h 64031"/>
                <a:gd name="connsiteX18" fmla="*/ 30885 w 40648"/>
                <a:gd name="connsiteY18" fmla="*/ 16859 h 64031"/>
                <a:gd name="connsiteX19" fmla="*/ 27504 w 40648"/>
                <a:gd name="connsiteY19" fmla="*/ 9573 h 64031"/>
                <a:gd name="connsiteX20" fmla="*/ 17859 w 40648"/>
                <a:gd name="connsiteY20" fmla="*/ 7025 h 64031"/>
                <a:gd name="connsiteX21" fmla="*/ 10501 w 40648"/>
                <a:gd name="connsiteY21" fmla="*/ 7763 h 64031"/>
                <a:gd name="connsiteX22" fmla="*/ 1857 w 40648"/>
                <a:gd name="connsiteY22" fmla="*/ 10073 h 64031"/>
                <a:gd name="connsiteX23" fmla="*/ 1857 w 40648"/>
                <a:gd name="connsiteY23" fmla="*/ 2643 h 64031"/>
                <a:gd name="connsiteX24" fmla="*/ 10763 w 40648"/>
                <a:gd name="connsiteY24" fmla="*/ 643 h 64031"/>
                <a:gd name="connsiteX25" fmla="*/ 18598 w 40648"/>
                <a:gd name="connsiteY25" fmla="*/ 0 h 64031"/>
                <a:gd name="connsiteX26" fmla="*/ 33647 w 40648"/>
                <a:gd name="connsiteY26" fmla="*/ 4334 h 64031"/>
                <a:gd name="connsiteX27" fmla="*/ 39196 w 40648"/>
                <a:gd name="connsiteY27" fmla="*/ 16002 h 64031"/>
                <a:gd name="connsiteX28" fmla="*/ 36266 w 40648"/>
                <a:gd name="connsiteY28" fmla="*/ 24670 h 64031"/>
                <a:gd name="connsiteX29" fmla="*/ 27908 w 40648"/>
                <a:gd name="connsiteY29" fmla="*/ 29551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0648" h="64031">
                  <a:moveTo>
                    <a:pt x="27908" y="29551"/>
                  </a:moveTo>
                  <a:cubicBezTo>
                    <a:pt x="31909" y="30409"/>
                    <a:pt x="35028" y="32195"/>
                    <a:pt x="37243" y="34885"/>
                  </a:cubicBezTo>
                  <a:cubicBezTo>
                    <a:pt x="39505" y="37576"/>
                    <a:pt x="40648" y="40910"/>
                    <a:pt x="40648" y="44887"/>
                  </a:cubicBezTo>
                  <a:cubicBezTo>
                    <a:pt x="40648" y="50982"/>
                    <a:pt x="38553" y="55697"/>
                    <a:pt x="34362" y="59031"/>
                  </a:cubicBezTo>
                  <a:cubicBezTo>
                    <a:pt x="30171" y="62365"/>
                    <a:pt x="24217" y="64032"/>
                    <a:pt x="16502" y="64032"/>
                  </a:cubicBezTo>
                  <a:cubicBezTo>
                    <a:pt x="13906" y="64032"/>
                    <a:pt x="11239" y="63770"/>
                    <a:pt x="8477" y="63246"/>
                  </a:cubicBezTo>
                  <a:cubicBezTo>
                    <a:pt x="5739" y="62746"/>
                    <a:pt x="2929" y="61984"/>
                    <a:pt x="0" y="60960"/>
                  </a:cubicBezTo>
                  <a:lnTo>
                    <a:pt x="0" y="52911"/>
                  </a:lnTo>
                  <a:cubicBezTo>
                    <a:pt x="2310" y="54268"/>
                    <a:pt x="4858" y="55269"/>
                    <a:pt x="7620" y="55959"/>
                  </a:cubicBezTo>
                  <a:cubicBezTo>
                    <a:pt x="10358" y="56650"/>
                    <a:pt x="13240" y="57007"/>
                    <a:pt x="16264" y="57007"/>
                  </a:cubicBezTo>
                  <a:cubicBezTo>
                    <a:pt x="21479" y="57007"/>
                    <a:pt x="25456" y="55983"/>
                    <a:pt x="28194" y="53912"/>
                  </a:cubicBezTo>
                  <a:cubicBezTo>
                    <a:pt x="30956" y="51840"/>
                    <a:pt x="32338" y="48816"/>
                    <a:pt x="32338" y="44887"/>
                  </a:cubicBezTo>
                  <a:cubicBezTo>
                    <a:pt x="32338" y="41243"/>
                    <a:pt x="31052" y="38410"/>
                    <a:pt x="28480" y="36362"/>
                  </a:cubicBezTo>
                  <a:cubicBezTo>
                    <a:pt x="25956" y="34290"/>
                    <a:pt x="22408" y="33266"/>
                    <a:pt x="17859" y="33266"/>
                  </a:cubicBezTo>
                  <a:lnTo>
                    <a:pt x="10668" y="33266"/>
                  </a:lnTo>
                  <a:lnTo>
                    <a:pt x="10668" y="26408"/>
                  </a:lnTo>
                  <a:lnTo>
                    <a:pt x="18193" y="26408"/>
                  </a:lnTo>
                  <a:cubicBezTo>
                    <a:pt x="22312" y="26408"/>
                    <a:pt x="25456" y="25598"/>
                    <a:pt x="27622" y="23979"/>
                  </a:cubicBezTo>
                  <a:cubicBezTo>
                    <a:pt x="29789" y="22312"/>
                    <a:pt x="30885" y="19931"/>
                    <a:pt x="30885" y="16859"/>
                  </a:cubicBezTo>
                  <a:cubicBezTo>
                    <a:pt x="30885" y="13692"/>
                    <a:pt x="29766" y="11263"/>
                    <a:pt x="27504" y="9573"/>
                  </a:cubicBezTo>
                  <a:cubicBezTo>
                    <a:pt x="25265" y="7882"/>
                    <a:pt x="22050" y="7025"/>
                    <a:pt x="17859" y="7025"/>
                  </a:cubicBezTo>
                  <a:cubicBezTo>
                    <a:pt x="15573" y="7025"/>
                    <a:pt x="13121" y="7263"/>
                    <a:pt x="10501" y="7763"/>
                  </a:cubicBezTo>
                  <a:cubicBezTo>
                    <a:pt x="7882" y="8263"/>
                    <a:pt x="5001" y="9025"/>
                    <a:pt x="1857" y="10073"/>
                  </a:cubicBezTo>
                  <a:lnTo>
                    <a:pt x="1857" y="2643"/>
                  </a:lnTo>
                  <a:cubicBezTo>
                    <a:pt x="5024" y="1762"/>
                    <a:pt x="8001" y="1095"/>
                    <a:pt x="10763" y="643"/>
                  </a:cubicBezTo>
                  <a:cubicBezTo>
                    <a:pt x="13549" y="214"/>
                    <a:pt x="16145" y="0"/>
                    <a:pt x="18598" y="0"/>
                  </a:cubicBezTo>
                  <a:cubicBezTo>
                    <a:pt x="24955" y="0"/>
                    <a:pt x="29956" y="1453"/>
                    <a:pt x="33647" y="4334"/>
                  </a:cubicBezTo>
                  <a:cubicBezTo>
                    <a:pt x="37338" y="7215"/>
                    <a:pt x="39196" y="11096"/>
                    <a:pt x="39196" y="16002"/>
                  </a:cubicBezTo>
                  <a:cubicBezTo>
                    <a:pt x="39196" y="19407"/>
                    <a:pt x="38219" y="22312"/>
                    <a:pt x="36266" y="24670"/>
                  </a:cubicBezTo>
                  <a:cubicBezTo>
                    <a:pt x="34314" y="27027"/>
                    <a:pt x="31528" y="28646"/>
                    <a:pt x="27908" y="29551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  <p:sp>
          <p:nvSpPr>
            <p:cNvPr id="200" name="Freeform 199">
              <a:extLst>
                <a:ext uri="{FF2B5EF4-FFF2-40B4-BE49-F238E27FC236}">
                  <a16:creationId xmlns:a16="http://schemas.microsoft.com/office/drawing/2014/main" id="{A058B4A6-4796-6B40-4163-05FA7FFDF261}"/>
                </a:ext>
              </a:extLst>
            </p:cNvPr>
            <p:cNvSpPr/>
            <p:nvPr/>
          </p:nvSpPr>
          <p:spPr>
            <a:xfrm>
              <a:off x="5397455" y="4446229"/>
              <a:ext cx="42624" cy="64031"/>
            </a:xfrm>
            <a:custGeom>
              <a:avLst/>
              <a:gdLst>
                <a:gd name="connsiteX0" fmla="*/ 22027 w 42624"/>
                <a:gd name="connsiteY0" fmla="*/ 28646 h 64031"/>
                <a:gd name="connsiteX1" fmla="*/ 13097 w 42624"/>
                <a:gd name="connsiteY1" fmla="*/ 32480 h 64031"/>
                <a:gd name="connsiteX2" fmla="*/ 9835 w 42624"/>
                <a:gd name="connsiteY2" fmla="*/ 43029 h 64031"/>
                <a:gd name="connsiteX3" fmla="*/ 13097 w 42624"/>
                <a:gd name="connsiteY3" fmla="*/ 53578 h 64031"/>
                <a:gd name="connsiteX4" fmla="*/ 22027 w 42624"/>
                <a:gd name="connsiteY4" fmla="*/ 57412 h 64031"/>
                <a:gd name="connsiteX5" fmla="*/ 30909 w 42624"/>
                <a:gd name="connsiteY5" fmla="*/ 53578 h 64031"/>
                <a:gd name="connsiteX6" fmla="*/ 34219 w 42624"/>
                <a:gd name="connsiteY6" fmla="*/ 43029 h 64031"/>
                <a:gd name="connsiteX7" fmla="*/ 30909 w 42624"/>
                <a:gd name="connsiteY7" fmla="*/ 32480 h 64031"/>
                <a:gd name="connsiteX8" fmla="*/ 22027 w 42624"/>
                <a:gd name="connsiteY8" fmla="*/ 28646 h 64031"/>
                <a:gd name="connsiteX9" fmla="*/ 38600 w 42624"/>
                <a:gd name="connsiteY9" fmla="*/ 2476 h 64031"/>
                <a:gd name="connsiteX10" fmla="*/ 38600 w 42624"/>
                <a:gd name="connsiteY10" fmla="*/ 10073 h 64031"/>
                <a:gd name="connsiteX11" fmla="*/ 32242 w 42624"/>
                <a:gd name="connsiteY11" fmla="*/ 7810 h 64031"/>
                <a:gd name="connsiteX12" fmla="*/ 25908 w 42624"/>
                <a:gd name="connsiteY12" fmla="*/ 7025 h 64031"/>
                <a:gd name="connsiteX13" fmla="*/ 13263 w 42624"/>
                <a:gd name="connsiteY13" fmla="*/ 12597 h 64031"/>
                <a:gd name="connsiteX14" fmla="*/ 8311 w 42624"/>
                <a:gd name="connsiteY14" fmla="*/ 29480 h 64031"/>
                <a:gd name="connsiteX15" fmla="*/ 14431 w 42624"/>
                <a:gd name="connsiteY15" fmla="*/ 23979 h 64031"/>
                <a:gd name="connsiteX16" fmla="*/ 22527 w 42624"/>
                <a:gd name="connsiteY16" fmla="*/ 22027 h 64031"/>
                <a:gd name="connsiteX17" fmla="*/ 37195 w 42624"/>
                <a:gd name="connsiteY17" fmla="*/ 27694 h 64031"/>
                <a:gd name="connsiteX18" fmla="*/ 42624 w 42624"/>
                <a:gd name="connsiteY18" fmla="*/ 43029 h 64031"/>
                <a:gd name="connsiteX19" fmla="*/ 37005 w 42624"/>
                <a:gd name="connsiteY19" fmla="*/ 58293 h 64031"/>
                <a:gd name="connsiteX20" fmla="*/ 22027 w 42624"/>
                <a:gd name="connsiteY20" fmla="*/ 64032 h 64031"/>
                <a:gd name="connsiteX21" fmla="*/ 5667 w 42624"/>
                <a:gd name="connsiteY21" fmla="*/ 55840 h 64031"/>
                <a:gd name="connsiteX22" fmla="*/ 0 w 42624"/>
                <a:gd name="connsiteY22" fmla="*/ 32028 h 64031"/>
                <a:gd name="connsiteX23" fmla="*/ 6930 w 42624"/>
                <a:gd name="connsiteY23" fmla="*/ 8715 h 64031"/>
                <a:gd name="connsiteX24" fmla="*/ 25575 w 42624"/>
                <a:gd name="connsiteY24" fmla="*/ 0 h 64031"/>
                <a:gd name="connsiteX25" fmla="*/ 31909 w 42624"/>
                <a:gd name="connsiteY25" fmla="*/ 619 h 64031"/>
                <a:gd name="connsiteX26" fmla="*/ 38600 w 42624"/>
                <a:gd name="connsiteY26" fmla="*/ 2476 h 6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2624" h="64031">
                  <a:moveTo>
                    <a:pt x="22027" y="28646"/>
                  </a:moveTo>
                  <a:cubicBezTo>
                    <a:pt x="18288" y="28646"/>
                    <a:pt x="15312" y="29932"/>
                    <a:pt x="13097" y="32480"/>
                  </a:cubicBezTo>
                  <a:cubicBezTo>
                    <a:pt x="10930" y="35052"/>
                    <a:pt x="9835" y="38576"/>
                    <a:pt x="9835" y="43029"/>
                  </a:cubicBezTo>
                  <a:cubicBezTo>
                    <a:pt x="9835" y="47458"/>
                    <a:pt x="10930" y="50982"/>
                    <a:pt x="13097" y="53578"/>
                  </a:cubicBezTo>
                  <a:cubicBezTo>
                    <a:pt x="15312" y="56126"/>
                    <a:pt x="18288" y="57412"/>
                    <a:pt x="22027" y="57412"/>
                  </a:cubicBezTo>
                  <a:cubicBezTo>
                    <a:pt x="25765" y="57412"/>
                    <a:pt x="28742" y="56126"/>
                    <a:pt x="30909" y="53578"/>
                  </a:cubicBezTo>
                  <a:cubicBezTo>
                    <a:pt x="33123" y="50982"/>
                    <a:pt x="34219" y="47458"/>
                    <a:pt x="34219" y="43029"/>
                  </a:cubicBezTo>
                  <a:cubicBezTo>
                    <a:pt x="34219" y="38576"/>
                    <a:pt x="33123" y="35052"/>
                    <a:pt x="30909" y="32480"/>
                  </a:cubicBezTo>
                  <a:cubicBezTo>
                    <a:pt x="28742" y="29932"/>
                    <a:pt x="25765" y="28646"/>
                    <a:pt x="22027" y="28646"/>
                  </a:cubicBezTo>
                  <a:moveTo>
                    <a:pt x="38600" y="2476"/>
                  </a:moveTo>
                  <a:lnTo>
                    <a:pt x="38600" y="10073"/>
                  </a:lnTo>
                  <a:cubicBezTo>
                    <a:pt x="36504" y="9096"/>
                    <a:pt x="34385" y="8334"/>
                    <a:pt x="32242" y="7810"/>
                  </a:cubicBezTo>
                  <a:cubicBezTo>
                    <a:pt x="30123" y="7286"/>
                    <a:pt x="28004" y="7025"/>
                    <a:pt x="25908" y="7025"/>
                  </a:cubicBezTo>
                  <a:cubicBezTo>
                    <a:pt x="20407" y="7025"/>
                    <a:pt x="16193" y="8882"/>
                    <a:pt x="13263" y="12597"/>
                  </a:cubicBezTo>
                  <a:cubicBezTo>
                    <a:pt x="10382" y="16335"/>
                    <a:pt x="8715" y="21955"/>
                    <a:pt x="8311" y="29480"/>
                  </a:cubicBezTo>
                  <a:cubicBezTo>
                    <a:pt x="9930" y="27075"/>
                    <a:pt x="11978" y="25241"/>
                    <a:pt x="14431" y="23979"/>
                  </a:cubicBezTo>
                  <a:cubicBezTo>
                    <a:pt x="16883" y="22670"/>
                    <a:pt x="19574" y="22027"/>
                    <a:pt x="22527" y="22027"/>
                  </a:cubicBezTo>
                  <a:cubicBezTo>
                    <a:pt x="28742" y="22027"/>
                    <a:pt x="33623" y="23908"/>
                    <a:pt x="37195" y="27694"/>
                  </a:cubicBezTo>
                  <a:cubicBezTo>
                    <a:pt x="40815" y="31432"/>
                    <a:pt x="42624" y="36552"/>
                    <a:pt x="42624" y="43029"/>
                  </a:cubicBezTo>
                  <a:cubicBezTo>
                    <a:pt x="42624" y="49363"/>
                    <a:pt x="40743" y="54459"/>
                    <a:pt x="37005" y="58293"/>
                  </a:cubicBezTo>
                  <a:cubicBezTo>
                    <a:pt x="33266" y="62127"/>
                    <a:pt x="28265" y="64032"/>
                    <a:pt x="22027" y="64032"/>
                  </a:cubicBezTo>
                  <a:cubicBezTo>
                    <a:pt x="14907" y="64032"/>
                    <a:pt x="9453" y="61293"/>
                    <a:pt x="5667" y="55840"/>
                  </a:cubicBezTo>
                  <a:cubicBezTo>
                    <a:pt x="1881" y="50363"/>
                    <a:pt x="0" y="42434"/>
                    <a:pt x="0" y="32028"/>
                  </a:cubicBezTo>
                  <a:cubicBezTo>
                    <a:pt x="0" y="22288"/>
                    <a:pt x="2310" y="14502"/>
                    <a:pt x="6930" y="8715"/>
                  </a:cubicBezTo>
                  <a:cubicBezTo>
                    <a:pt x="11573" y="2905"/>
                    <a:pt x="17788" y="0"/>
                    <a:pt x="25575" y="0"/>
                  </a:cubicBezTo>
                  <a:cubicBezTo>
                    <a:pt x="27670" y="0"/>
                    <a:pt x="29789" y="214"/>
                    <a:pt x="31909" y="619"/>
                  </a:cubicBezTo>
                  <a:cubicBezTo>
                    <a:pt x="34076" y="1024"/>
                    <a:pt x="36290" y="1643"/>
                    <a:pt x="38600" y="2476"/>
                  </a:cubicBezTo>
                  <a:close/>
                </a:path>
              </a:pathLst>
            </a:custGeom>
            <a:solidFill>
              <a:srgbClr val="000000"/>
            </a:solidFill>
            <a:ln w="23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DE"/>
            </a:p>
          </p:txBody>
        </p:sp>
      </p:grp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AF3FB31D-0F0C-5C84-C171-1B9B757B43EE}"/>
              </a:ext>
            </a:extLst>
          </p:cNvPr>
          <p:cNvCxnSpPr>
            <a:cxnSpLocks/>
            <a:stCxn id="12" idx="1"/>
            <a:endCxn id="18" idx="3"/>
          </p:cNvCxnSpPr>
          <p:nvPr/>
        </p:nvCxnSpPr>
        <p:spPr bwMode="gray">
          <a:xfrm flipV="1">
            <a:off x="1068955" y="1630096"/>
            <a:ext cx="623636" cy="1939871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A8A38DF-6C87-9720-48A2-7DCA90EC0B3B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 bwMode="gray">
          <a:xfrm>
            <a:off x="1068955" y="3893269"/>
            <a:ext cx="623636" cy="969954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0B057DC-0565-2A5A-5531-C633DDB22508}"/>
              </a:ext>
            </a:extLst>
          </p:cNvPr>
          <p:cNvCxnSpPr>
            <a:cxnSpLocks/>
            <a:stCxn id="17" idx="2"/>
            <a:endCxn id="23" idx="3"/>
          </p:cNvCxnSpPr>
          <p:nvPr/>
        </p:nvCxnSpPr>
        <p:spPr bwMode="gray">
          <a:xfrm flipV="1">
            <a:off x="2122504" y="1630096"/>
            <a:ext cx="662381" cy="969935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91B8405C-9FBE-22C2-C5F4-4BD870D885E5}"/>
              </a:ext>
            </a:extLst>
          </p:cNvPr>
          <p:cNvCxnSpPr>
            <a:cxnSpLocks/>
            <a:stCxn id="17" idx="1"/>
            <a:endCxn id="19" idx="0"/>
          </p:cNvCxnSpPr>
          <p:nvPr/>
        </p:nvCxnSpPr>
        <p:spPr bwMode="gray">
          <a:xfrm>
            <a:off x="2122504" y="3569967"/>
            <a:ext cx="662381" cy="1293256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0E45EBE-D334-9F20-AA65-90CBA4E7D952}"/>
              </a:ext>
            </a:extLst>
          </p:cNvPr>
          <p:cNvCxnSpPr>
            <a:cxnSpLocks/>
            <a:stCxn id="20" idx="2"/>
            <a:endCxn id="28" idx="3"/>
          </p:cNvCxnSpPr>
          <p:nvPr/>
        </p:nvCxnSpPr>
        <p:spPr bwMode="gray">
          <a:xfrm flipV="1">
            <a:off x="3214784" y="1630096"/>
            <a:ext cx="654659" cy="2263173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7526F4E8-2CCB-1F08-0AAF-7BB36D351003}"/>
              </a:ext>
            </a:extLst>
          </p:cNvPr>
          <p:cNvCxnSpPr>
            <a:cxnSpLocks/>
            <a:stCxn id="20" idx="1"/>
            <a:endCxn id="24" idx="0"/>
          </p:cNvCxnSpPr>
          <p:nvPr/>
        </p:nvCxnSpPr>
        <p:spPr bwMode="gray">
          <a:xfrm>
            <a:off x="3214784" y="4539897"/>
            <a:ext cx="654659" cy="323326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D8F8AAD7-F680-97F9-AC60-9027219B0F15}"/>
              </a:ext>
            </a:extLst>
          </p:cNvPr>
          <p:cNvCxnSpPr>
            <a:cxnSpLocks/>
            <a:stCxn id="25" idx="1"/>
            <a:endCxn id="29" idx="0"/>
          </p:cNvCxnSpPr>
          <p:nvPr/>
        </p:nvCxnSpPr>
        <p:spPr bwMode="gray">
          <a:xfrm>
            <a:off x="4299354" y="4539897"/>
            <a:ext cx="701133" cy="323326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7BD22287-031D-1630-1FD5-EC18F24F616A}"/>
              </a:ext>
            </a:extLst>
          </p:cNvPr>
          <p:cNvCxnSpPr>
            <a:cxnSpLocks/>
            <a:stCxn id="25" idx="2"/>
            <a:endCxn id="33" idx="3"/>
          </p:cNvCxnSpPr>
          <p:nvPr/>
        </p:nvCxnSpPr>
        <p:spPr bwMode="gray">
          <a:xfrm flipV="1">
            <a:off x="4299354" y="1630096"/>
            <a:ext cx="701133" cy="2263173"/>
          </a:xfrm>
          <a:prstGeom prst="line">
            <a:avLst/>
          </a:prstGeom>
          <a:ln w="2857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BCA613-E120-3833-898B-5F45D723F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237419"/>
                  </p:ext>
                </p:extLst>
              </p:nvPr>
            </p:nvGraphicFramePr>
            <p:xfrm>
              <a:off x="6612990" y="1312588"/>
              <a:ext cx="1868731" cy="12801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5191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26848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876692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</a:tblGrid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800" b="0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800" b="0" i="0" dirty="0" smtClean="0">
                                    <a:latin typeface="Cambria Math" panose="02040503050406030204" pitchFamily="18" charset="0"/>
                                  </a:rPr>
                                  <m:t>Range</m:t>
                                </m:r>
                                <m:d>
                                  <m:dPr>
                                    <m:ctrlPr>
                                      <a:rPr lang="en-US" sz="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8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800" b="0" i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[0,0.1)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[0.1,0.3)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[0.3,0.4)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[0.4,0.7)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  <a:tr h="16296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dirty="0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800" b="0" i="1" smtClean="0">
                                    <a:latin typeface="Cambria Math" panose="02040503050406030204" pitchFamily="18" charset="0"/>
                                  </a:rPr>
                                  <m:t>[0.7,1.0)</m:t>
                                </m:r>
                              </m:oMath>
                            </m:oMathPara>
                          </a14:m>
                          <a:endParaRPr lang="en-US" sz="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2857881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BCA613-E120-3833-898B-5F45D723FD1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5237419"/>
                  </p:ext>
                </p:extLst>
              </p:nvPr>
            </p:nvGraphicFramePr>
            <p:xfrm>
              <a:off x="6612990" y="1312588"/>
              <a:ext cx="1868731" cy="1280160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65191">
                      <a:extLst>
                        <a:ext uri="{9D8B030D-6E8A-4147-A177-3AD203B41FA5}">
                          <a16:colId xmlns:a16="http://schemas.microsoft.com/office/drawing/2014/main" val="149852054"/>
                        </a:ext>
                      </a:extLst>
                    </a:gridCol>
                    <a:gridCol w="626848">
                      <a:extLst>
                        <a:ext uri="{9D8B030D-6E8A-4147-A177-3AD203B41FA5}">
                          <a16:colId xmlns:a16="http://schemas.microsoft.com/office/drawing/2014/main" val="3905329509"/>
                        </a:ext>
                      </a:extLst>
                    </a:gridCol>
                    <a:gridCol w="876692">
                      <a:extLst>
                        <a:ext uri="{9D8B030D-6E8A-4147-A177-3AD203B41FA5}">
                          <a16:colId xmlns:a16="http://schemas.microsoft.com/office/drawing/2014/main" val="2567384192"/>
                        </a:ext>
                      </a:extLst>
                    </a:gridCol>
                  </a:tblGrid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5882" r="-420690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0000" t="-5882" r="-144000" b="-5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5942" t="-5882" r="-4348" b="-5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124465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105882" r="-420690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0000" t="-105882" r="-144000" b="-4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5942" t="-105882" r="-4348" b="-4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7062832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205882" r="-420690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0000" t="-205882" r="-144000" b="-3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5942" t="-205882" r="-4348" b="-3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1200326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305882" r="-42069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0000" t="-305882" r="-144000" b="-2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5942" t="-305882" r="-4348" b="-2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13788971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405882" r="-420690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0000" t="-405882" r="-144000" b="-10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5942" t="-405882" r="-4348" b="-10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702239"/>
                      </a:ext>
                    </a:extLst>
                  </a:tr>
                  <a:tr h="213360"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3448" t="-505882" r="-42069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60000" t="-505882" r="-14400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DE"/>
                        </a:p>
                      </a:txBody>
                      <a:tcPr>
                        <a:blipFill>
                          <a:blip r:embed="rId3"/>
                          <a:stretch>
                            <a:fillRect l="-115942" t="-505882" r="-4348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857881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D560F5F-036E-8024-ADB8-272A98DA108C}"/>
              </a:ext>
            </a:extLst>
          </p:cNvPr>
          <p:cNvSpPr txBox="1"/>
          <p:nvPr/>
        </p:nvSpPr>
        <p:spPr bwMode="gray">
          <a:xfrm>
            <a:off x="2427114" y="1139887"/>
            <a:ext cx="136405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DE" sz="1400" b="1" dirty="0"/>
              <a:t>HELLO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446793BB-69CC-CB44-CAAA-A150AF394017}"/>
                  </a:ext>
                </a:extLst>
              </p:cNvPr>
              <p:cNvSpPr txBox="1"/>
              <p:nvPr/>
            </p:nvSpPr>
            <p:spPr bwMode="gray">
              <a:xfrm>
                <a:off x="6393773" y="2693414"/>
                <a:ext cx="2627678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DE" sz="1200" i="0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Range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(“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𝐻𝐸𝐿𝐿𝑂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”) = [0.3444,0.3448)</m:t>
                      </m:r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446793BB-69CC-CB44-CAAA-A150AF394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93773" y="2693414"/>
                <a:ext cx="2627678" cy="276999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76C3C354-39BD-EFC1-7884-8A78066EDE80}"/>
                  </a:ext>
                </a:extLst>
              </p:cNvPr>
              <p:cNvSpPr txBox="1"/>
              <p:nvPr/>
            </p:nvSpPr>
            <p:spPr bwMode="gray">
              <a:xfrm>
                <a:off x="6393773" y="2970413"/>
                <a:ext cx="2627678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(“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𝐻𝐸𝐿𝐿𝑂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”) = 344</m:t>
                      </m:r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76C3C354-39BD-EFC1-7884-8A78066EDE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93773" y="2970413"/>
                <a:ext cx="2627678" cy="276999"/>
              </a:xfrm>
              <a:prstGeom prst="rect">
                <a:avLst/>
              </a:prstGeom>
              <a:blipFill>
                <a:blip r:embed="rId5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1A09C69-817D-AA46-FBB6-A1B9B42895E1}"/>
                  </a:ext>
                </a:extLst>
              </p:cNvPr>
              <p:cNvSpPr txBox="1"/>
              <p:nvPr/>
            </p:nvSpPr>
            <p:spPr bwMode="gray">
              <a:xfrm>
                <a:off x="6393773" y="3247412"/>
                <a:ext cx="2307167" cy="276999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b="0" i="0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200" b="0" i="1" dirty="0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sz="1200" b="0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DE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(“</m:t>
                          </m:r>
                          <m:r>
                            <a:rPr lang="en-DE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𝐻𝐸𝐿𝐿𝑂</m:t>
                          </m:r>
                          <m:r>
                            <a:rPr lang="en-DE" sz="1200" i="1" dirty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”)</m:t>
                          </m:r>
                        </m:e>
                      </m:func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3</m:t>
                      </m:r>
                      <m:r>
                        <a:rPr lang="en-US" sz="1200" b="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DE" sz="1200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44</m:t>
                      </m:r>
                    </m:oMath>
                  </m:oMathPara>
                </a14:m>
                <a:endParaRPr lang="en-DE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F1A09C69-817D-AA46-FBB6-A1B9B4289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93773" y="3247412"/>
                <a:ext cx="2307167" cy="276999"/>
              </a:xfrm>
              <a:prstGeom prst="rect">
                <a:avLst/>
              </a:prstGeom>
              <a:blipFill>
                <a:blip r:embed="rId6"/>
                <a:stretch>
                  <a:fillRect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TextBox 204">
            <a:extLst>
              <a:ext uri="{FF2B5EF4-FFF2-40B4-BE49-F238E27FC236}">
                <a16:creationId xmlns:a16="http://schemas.microsoft.com/office/drawing/2014/main" id="{DBF731F7-30D1-99D7-26FE-78B30697618E}"/>
              </a:ext>
            </a:extLst>
          </p:cNvPr>
          <p:cNvSpPr txBox="1"/>
          <p:nvPr/>
        </p:nvSpPr>
        <p:spPr bwMode="gray">
          <a:xfrm>
            <a:off x="3429000" y="41518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  <a:buFont typeface="Arial" panose="020B0604020202020204" pitchFamily="34" charset="0"/>
              <a:buChar char="■"/>
            </a:pPr>
            <a:endParaRPr 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18773031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500"/>
                            </p:stCondLst>
                            <p:childTnLst>
                              <p:par>
                                <p:cTn id="9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4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0"/>
                            </p:stCondLst>
                            <p:childTnLst>
                              <p:par>
                                <p:cTn id="1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0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4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2000"/>
                            </p:stCondLst>
                            <p:childTnLst>
                              <p:par>
                                <p:cTn id="1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2500"/>
                            </p:stCondLst>
                            <p:childTnLst>
                              <p:par>
                                <p:cTn id="1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000"/>
                            </p:stCondLst>
                            <p:childTnLst>
                              <p:par>
                                <p:cTn id="1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3500"/>
                            </p:stCondLst>
                            <p:childTnLst>
                              <p:par>
                                <p:cTn id="16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00"/>
                            </p:stCondLst>
                            <p:childTnLst>
                              <p:par>
                                <p:cTn id="1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500"/>
                            </p:stCondLst>
                            <p:childTnLst>
                              <p:par>
                                <p:cTn id="1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5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0"/>
                            </p:stCondLst>
                            <p:childTnLst>
                              <p:par>
                                <p:cTn id="1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1" fill="hold">
                            <p:stCondLst>
                              <p:cond delay="1000"/>
                            </p:stCondLst>
                            <p:childTnLst>
                              <p:par>
                                <p:cTn id="2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1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000"/>
                            </p:stCondLst>
                            <p:childTnLst>
                              <p:par>
                                <p:cTn id="2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2500"/>
                            </p:stCondLst>
                            <p:childTnLst>
                              <p:par>
                                <p:cTn id="2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9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3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7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1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6" fill="hold">
                            <p:stCondLst>
                              <p:cond delay="5000"/>
                            </p:stCondLst>
                            <p:childTnLst>
                              <p:par>
                                <p:cTn id="2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9"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0" fill="hold">
                      <p:stCondLst>
                        <p:cond delay="indefinite"/>
                      </p:stCondLst>
                      <p:childTnLst>
                        <p:par>
                          <p:cTn id="241" fill="hold">
                            <p:stCondLst>
                              <p:cond delay="0"/>
                            </p:stCondLst>
                            <p:childTnLst>
                              <p:par>
                                <p:cTn id="24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>
                      <p:stCondLst>
                        <p:cond delay="indefinite"/>
                      </p:stCondLst>
                      <p:childTnLst>
                        <p:par>
                          <p:cTn id="247" fill="hold">
                            <p:stCondLst>
                              <p:cond delay="0"/>
                            </p:stCondLst>
                            <p:childTnLst>
                              <p:par>
                                <p:cTn id="2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0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3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7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0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000"/>
                            </p:stCondLst>
                            <p:childTnLst>
                              <p:par>
                                <p:cTn id="2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2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3" fill="hold">
                            <p:stCondLst>
                              <p:cond delay="2500"/>
                            </p:stCondLst>
                            <p:childTnLst>
                              <p:par>
                                <p:cTn id="27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6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7" fill="hold">
                            <p:stCondLst>
                              <p:cond delay="3000"/>
                            </p:stCondLst>
                            <p:childTnLst>
                              <p:par>
                                <p:cTn id="27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0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3500"/>
                            </p:stCondLst>
                            <p:childTnLst>
                              <p:par>
                                <p:cTn id="2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4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5" fill="hold">
                            <p:stCondLst>
                              <p:cond delay="4000"/>
                            </p:stCondLst>
                            <p:childTnLst>
                              <p:par>
                                <p:cTn id="28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8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4500"/>
                            </p:stCondLst>
                            <p:childTnLst>
                              <p:par>
                                <p:cTn id="2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5000"/>
                            </p:stCondLst>
                            <p:childTnLst>
                              <p:par>
                                <p:cTn id="2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5500"/>
                            </p:stCondLst>
                            <p:childTnLst>
                              <p:par>
                                <p:cTn id="29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0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0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1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9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0" fill="hold">
                      <p:stCondLst>
                        <p:cond delay="indefinite"/>
                      </p:stCondLst>
                      <p:childTnLst>
                        <p:par>
                          <p:cTn id="321" fill="hold">
                            <p:stCondLst>
                              <p:cond delay="0"/>
                            </p:stCondLst>
                            <p:childTnLst>
                              <p:par>
                                <p:cTn id="3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4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2" grpId="0" animBg="1"/>
      <p:bldP spid="17" grpId="0" animBg="1"/>
      <p:bldP spid="72" grpId="0" animBg="1"/>
      <p:bldP spid="20" grpId="0" animBg="1"/>
      <p:bldP spid="90" grpId="0" animBg="1"/>
      <p:bldP spid="25" grpId="0" animBg="1"/>
      <p:bldP spid="124" grpId="0" animBg="1"/>
      <p:bldP spid="33" grpId="0" animBg="1"/>
      <p:bldP spid="188" grpId="0" animBg="1"/>
      <p:bldP spid="4" grpId="0"/>
      <p:bldP spid="202" grpId="0"/>
      <p:bldP spid="203" grpId="0"/>
      <p:bldP spid="2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B2EA34-6D24-7C6E-4FB6-D5ACCBDADFEA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19660" cy="3563938"/>
              </a:xfrm>
            </p:spPr>
            <p:txBody>
              <a:bodyPr/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Binary base</a:t>
                </a:r>
                <a:r>
                  <a:rPr lang="en-US" dirty="0"/>
                  <a:t>: Instead of base-10, in practice we use binary interval arithmetic</a:t>
                </a:r>
              </a:p>
              <a:p>
                <a:pPr lvl="1"/>
                <a:r>
                  <a:rPr lang="en-DE" sz="1200" dirty="0"/>
                  <a:t>A binary string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sz="1200" dirty="0"/>
                  <a:t> encodes the number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DE" sz="1200" dirty="0"/>
                  <a:t> via</a:t>
                </a:r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+⋯+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⋅2</m:t>
                              </m:r>
                            </m:e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200" dirty="0"/>
              </a:p>
              <a:p>
                <a:pPr lvl="1"/>
                <a:r>
                  <a:rPr lang="en-DE" sz="1200" dirty="0"/>
                  <a:t>A binary string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DE" sz="1200" dirty="0"/>
                  <a:t> of length </a:t>
                </a:r>
                <a14:m>
                  <m:oMath xmlns:m="http://schemas.openxmlformats.org/officeDocument/2006/math">
                    <m:r>
                      <a:rPr lang="en-DE" sz="1200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sz="1200" dirty="0"/>
                  <a:t> encodes all values of probabilities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+mj-lt"/>
                  <a:buAutoNum type="arabicPeriod"/>
                </a:pPr>
                <a:endParaRPr lang="en-US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b="1" dirty="0"/>
                  <a:t>Fixed-Point Arithmetic</a:t>
                </a:r>
                <a:r>
                  <a:rPr lang="en-US" dirty="0"/>
                  <a:t>. </a:t>
                </a:r>
                <a:r>
                  <a:rPr lang="en-DE" dirty="0"/>
                  <a:t>Arithmetic coding requires arbitrary precision multiplication and addition in binary numbers on finite precision CPUs</a:t>
                </a:r>
              </a:p>
              <a:p>
                <a:pPr lvl="1"/>
                <a:r>
                  <a:rPr lang="en-DE" sz="1200" dirty="0"/>
                  <a:t>If the bit-represenation of the left and right range have common leading bits, they can be ”shifted off” because successive probabilities can only get smaller!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DE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DE" b="1" dirty="0"/>
                  <a:t>Adaptive Probability Models</a:t>
                </a:r>
                <a:r>
                  <a:rPr lang="en-DE" dirty="0"/>
                  <a:t>. Adaptive probability model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DE" b="1" dirty="0"/>
                  <a:t> </a:t>
                </a:r>
                <a:r>
                  <a:rPr lang="en-DE" dirty="0"/>
                  <a:t>can lead to larger ranges and higher compression!</a:t>
                </a:r>
                <a:endParaRPr lang="en-DE" b="1" dirty="0"/>
              </a:p>
              <a:p>
                <a:pPr marL="342900" indent="-342900">
                  <a:buFont typeface="+mj-lt"/>
                  <a:buAutoNum type="arabicPeriod"/>
                </a:pPr>
                <a:endParaRPr lang="en-US" b="1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EBB2EA34-6D24-7C6E-4FB6-D5ACCBDADF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219660" cy="3563938"/>
              </a:xfrm>
              <a:blipFill>
                <a:blip r:embed="rId2"/>
                <a:stretch>
                  <a:fillRect l="-176" t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C2710F-75FE-AA23-ABDD-FB861070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Coding: Practical Considerations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6A997D-9C5D-F98E-92AB-22C15C45521E}"/>
                  </a:ext>
                </a:extLst>
              </p:cNvPr>
              <p:cNvSpPr txBox="1"/>
              <p:nvPr/>
            </p:nvSpPr>
            <p:spPr bwMode="gray">
              <a:xfrm>
                <a:off x="1452420" y="4649886"/>
                <a:ext cx="468976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⋅⋯⋅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B6A997D-9C5D-F98E-92AB-22C15C4552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452420" y="4649886"/>
                <a:ext cx="4689762" cy="307777"/>
              </a:xfrm>
              <a:prstGeom prst="rect">
                <a:avLst/>
              </a:prstGeom>
              <a:blipFill>
                <a:blip r:embed="rId3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84566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B08005-FF0E-1541-E140-6E31E96C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Arithmetic Coding: Algorithm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44292BD-A7F6-BB94-8823-1BCAAED8E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56390" y="1239837"/>
            <a:ext cx="873243" cy="1239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FA99DA-A4DA-9FB8-2822-0DC343933F1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/>
              <a:lstStyle/>
              <a:p>
                <a:r>
                  <a:rPr lang="en-DE" b="1" dirty="0"/>
                  <a:t>Given</a:t>
                </a:r>
                <a:r>
                  <a:rPr lang="en-DE" dirty="0"/>
                  <a:t>: </a:t>
                </a:r>
              </a:p>
              <a:p>
                <a:pPr lvl="1"/>
                <a:r>
                  <a:rPr lang="en-DE" sz="1200" dirty="0"/>
                  <a:t>Data as a sequence of tokens with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DE" sz="1200" dirty="0"/>
                  <a:t> values: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1,…,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DE" sz="1200" dirty="0"/>
              </a:p>
              <a:p>
                <a:pPr lvl="1"/>
                <a:r>
                  <a:rPr lang="en-DE" sz="1200" dirty="0"/>
                  <a:t>A probability model for each token: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DE" sz="1200" dirty="0"/>
                  <a:t> </a:t>
                </a:r>
              </a:p>
              <a:p>
                <a:r>
                  <a:rPr lang="en-DE" b="1" dirty="0"/>
                  <a:t>Idea</a:t>
                </a:r>
                <a:r>
                  <a:rPr lang="en-DE" dirty="0"/>
                  <a:t>: Map a data stream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…,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DE" dirty="0"/>
                  <a:t> to a unique interval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𝒍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𝒖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DE" dirty="0"/>
                  <a:t> that has a width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DE" sz="1200" b="1" dirty="0"/>
              </a:p>
              <a:p>
                <a:pPr lvl="1"/>
                <a:r>
                  <a:rPr lang="en-DE" sz="1200" b="1" dirty="0"/>
                  <a:t>Coding of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200" b="1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r>
                              <a:rPr lang="en-US" sz="1200" b="1" i="1" dirty="0">
                                <a:latin typeface="Cambria Math" panose="02040503050406030204" pitchFamily="18" charset="0"/>
                              </a:rPr>
                              <m:t>𝑲</m:t>
                            </m:r>
                          </m:e>
                        </m:d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p>
                    </m:sSup>
                  </m:oMath>
                </a14:m>
                <a:r>
                  <a:rPr lang="en-DE" sz="1200" dirty="0"/>
                  <a:t>: Start with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200" b="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DE" sz="1200" dirty="0"/>
                  <a:t>. Successively iterate the following</a:t>
                </a:r>
              </a:p>
              <a:p>
                <a:pPr lvl="2">
                  <a:buFont typeface="+mj-lt"/>
                  <a:buAutoNum type="arabicPeriod"/>
                </a:pPr>
                <a:r>
                  <a:rPr lang="en-DE" sz="12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lower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upper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endParaRPr lang="en-DE" sz="1200" dirty="0"/>
              </a:p>
              <a:p>
                <a:pPr lvl="2">
                  <a:buFont typeface="+mj-lt"/>
                  <a:buAutoNum type="arabicPeriod"/>
                </a:pPr>
                <a:r>
                  <a:rPr lang="en-DE" sz="1200" dirty="0"/>
                  <a:t>Update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sz="1200" b="0" i="0" dirty="0" smtClean="0">
                            <a:latin typeface="Cambria Math" panose="02040503050406030204" pitchFamily="18" charset="0"/>
                          </a:rPr>
                          <m:t>ower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upper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endParaRPr lang="en-DE" sz="1200" dirty="0"/>
              </a:p>
              <a:p>
                <a:pPr lvl="2"/>
                <a:r>
                  <a:rPr lang="en-DE" sz="1200" dirty="0"/>
                  <a:t>After all data have been incorporated, compute 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 panose="02040503050406030204" pitchFamily="18" charset="0"/>
                      </a:rPr>
                      <m:t>𝒍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d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d>
                      </m:e>
                    </m:d>
                  </m:oMath>
                </a14:m>
                <a:r>
                  <a:rPr lang="en-DE" sz="1200" dirty="0"/>
                  <a:t> and return the first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sz="1200" dirty="0"/>
                  <a:t> bits of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DE" sz="1200" dirty="0"/>
                  <a:t> that are the same</a:t>
                </a:r>
                <a:endParaRPr lang="en-DE" sz="1200" b="1" dirty="0"/>
              </a:p>
              <a:p>
                <a:pPr lvl="1"/>
                <a:r>
                  <a:rPr lang="en-DE" sz="1200" b="1" dirty="0"/>
                  <a:t>Decoding of </a:t>
                </a:r>
                <a14:m>
                  <m:oMath xmlns:m="http://schemas.openxmlformats.org/officeDocument/2006/math">
                    <m:r>
                      <a:rPr lang="en-US" sz="1200" b="1" i="1" dirty="0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sz="1200" b="1" i="1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12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p>
                        <m:r>
                          <a:rPr lang="en-US" sz="12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en-DE" sz="1200" dirty="0"/>
                  <a:t>: Successively iterate the following procedure</a:t>
                </a:r>
              </a:p>
              <a:p>
                <a:pPr lvl="2">
                  <a:buFont typeface="+mj-lt"/>
                  <a:buAutoNum type="arabicPeriod"/>
                </a:pPr>
                <a:r>
                  <a:rPr lang="en-DE" sz="1200" dirty="0"/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</m:oMath>
                </a14:m>
                <a:r>
                  <a:rPr lang="en-DE" sz="1200" dirty="0"/>
                  <a:t> for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200" b="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200" b="0" dirty="0"/>
              </a:p>
              <a:p>
                <a:pPr lvl="2">
                  <a:buFont typeface="+mj-lt"/>
                  <a:buAutoNum type="arabicPeriod"/>
                </a:pPr>
                <a:r>
                  <a:rPr lang="en-DE" sz="1200" dirty="0"/>
                  <a:t>Pick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DE" sz="1200" dirty="0"/>
                  <a:t> if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DE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1200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en-DE" sz="12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FA99DA-A4DA-9FB8-2822-0DC343933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3"/>
                <a:stretch>
                  <a:fillRect t="-355" b="-5319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E4EA16E-1ADA-E6E8-5AE1-06D7D75D09DB}"/>
              </a:ext>
            </a:extLst>
          </p:cNvPr>
          <p:cNvSpPr txBox="1"/>
          <p:nvPr/>
        </p:nvSpPr>
        <p:spPr bwMode="gray">
          <a:xfrm>
            <a:off x="7670576" y="251054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 err="1"/>
              <a:t>Jorma</a:t>
            </a:r>
            <a:r>
              <a:rPr lang="en-US" sz="800" b="1" dirty="0"/>
              <a:t> </a:t>
            </a:r>
            <a:r>
              <a:rPr lang="en-US" sz="800" b="1" dirty="0" err="1"/>
              <a:t>Rissanen</a:t>
            </a:r>
            <a:br>
              <a:rPr lang="en-US" sz="800" b="1" dirty="0"/>
            </a:br>
            <a:r>
              <a:rPr lang="en-US" sz="800" b="1" dirty="0"/>
              <a:t>(1932 – 2020)</a:t>
            </a:r>
          </a:p>
        </p:txBody>
      </p:sp>
    </p:spTree>
    <p:extLst>
      <p:ext uri="{BB962C8B-B14F-4D97-AF65-F5344CB8AC3E}">
        <p14:creationId xmlns:p14="http://schemas.microsoft.com/office/powerpoint/2010/main" val="160978409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FA99DA-A4DA-9FB8-2822-0DC343933F1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81576" cy="3563938"/>
              </a:xfrm>
            </p:spPr>
            <p:txBody>
              <a:bodyPr/>
              <a:lstStyle/>
              <a:p>
                <a:r>
                  <a:rPr lang="en-DE" b="1" dirty="0"/>
                  <a:t>Problem</a:t>
                </a:r>
                <a:r>
                  <a:rPr lang="en-DE" dirty="0"/>
                  <a:t>: Arbitrary precision multiplication and addition in binary numbers!</a:t>
                </a:r>
              </a:p>
              <a:p>
                <a:r>
                  <a:rPr lang="en-DE" b="1" dirty="0"/>
                  <a:t>Idea</a:t>
                </a:r>
                <a:r>
                  <a:rPr lang="en-DE" dirty="0"/>
                  <a:t>: Fixed point arithmetic with 32-bit registers and 64-bit addition/multiplication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Instead of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DE" sz="12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DE" sz="1200" dirty="0"/>
                  <a:t>, represent </a:t>
                </a:r>
                <a14:m>
                  <m:oMath xmlns:m="http://schemas.openxmlformats.org/officeDocument/2006/math">
                    <m:r>
                      <a:rPr lang="en-DE" sz="12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DE" sz="1200" dirty="0"/>
                  <a:t> as as unsigned 32-bit integer 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When updating </a:t>
                </a:r>
                <a14:m>
                  <m:oMath xmlns:m="http://schemas.openxmlformats.org/officeDocument/2006/math">
                    <m:r>
                      <a:rPr lang="en-DE" sz="12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DE" sz="1200" dirty="0"/>
                  <a:t> and </a:t>
                </a:r>
                <a14:m>
                  <m:oMath xmlns:m="http://schemas.openxmlformats.org/officeDocument/2006/math">
                    <m:r>
                      <a:rPr lang="en-DE" sz="12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DE" sz="1200" dirty="0"/>
                  <a:t>, multiply them by two whenever the most significant bit of </a:t>
                </a:r>
                <a14:m>
                  <m:oMath xmlns:m="http://schemas.openxmlformats.org/officeDocument/2006/math">
                    <m:r>
                      <a:rPr lang="en-DE" sz="1200" i="1" dirty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DE" sz="1200" dirty="0"/>
                  <a:t> </a:t>
                </a:r>
                <a:r>
                  <a:rPr lang="en-DE" sz="1200" b="1" dirty="0"/>
                  <a:t>and</a:t>
                </a:r>
                <a:r>
                  <a:rPr lang="en-DE" sz="1200" dirty="0"/>
                  <a:t> </a:t>
                </a:r>
                <a14:m>
                  <m:oMath xmlns:m="http://schemas.openxmlformats.org/officeDocument/2006/math">
                    <m:r>
                      <a:rPr lang="en-DE" sz="12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DE" sz="1200" dirty="0"/>
                  <a:t> are identical (because they cannot change anymore!)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DE" sz="1200" dirty="0"/>
                  <a:t>Represent the probabilities as fixed points to the basis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DE" sz="1200" dirty="0"/>
                  <a:t> (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=16</m:t>
                    </m:r>
                  </m:oMath>
                </a14:m>
                <a:r>
                  <a:rPr lang="en-DE" sz="1200" dirty="0"/>
                  <a:t> typically)</a:t>
                </a:r>
              </a:p>
              <a:p>
                <a:r>
                  <a:rPr lang="en-DE" b="1" dirty="0"/>
                  <a:t>Update</a:t>
                </a:r>
                <a:r>
                  <a:rPr lang="en-DE" dirty="0"/>
                  <a:t>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lower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0,…,</m:t>
                        </m:r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DE" dirty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upper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0,…,</m:t>
                        </m:r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DE" dirty="0"/>
                  <a:t> then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UInt</m:t>
                      </m:r>
                      <m:r>
                        <a:rPr lang="en-US" sz="1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UInt</m:t>
                          </m:r>
                          <m:r>
                            <a:rPr lang="en-US" sz="12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lower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DE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UInt</m:t>
                      </m:r>
                      <m:r>
                        <a:rPr lang="en-US" sz="1200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  <m:d>
                        <m:d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12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UInt</m:t>
                          </m:r>
                          <m:r>
                            <a:rPr lang="en-US" sz="1200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64</m:t>
                          </m:r>
                          <m:d>
                            <m:d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f>
                            <m:f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200" b="0" i="0" smtClean="0">
                                      <a:latin typeface="Cambria Math" panose="02040503050406030204" pitchFamily="18" charset="0"/>
                                    </a:rPr>
                                    <m:t>upper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12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DE" dirty="0"/>
              </a:p>
              <a:p>
                <a:r>
                  <a:rPr lang="en-DE" dirty="0"/>
                  <a:t>Implement all multiplications and divisions by 2 via left-/right-shifts</a:t>
                </a:r>
              </a:p>
              <a:p>
                <a:r>
                  <a:rPr lang="en-DE" b="1" dirty="0"/>
                  <a:t>Practical Considerations</a:t>
                </a:r>
                <a:r>
                  <a:rPr lang="en-DE" dirty="0"/>
                  <a:t>: The decoder would never stop because even a </a:t>
                </a:r>
                <a14:m>
                  <m:oMath xmlns:m="http://schemas.openxmlformats.org/officeDocument/2006/math">
                    <m:r>
                      <a:rPr lang="en-DE" sz="140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DE" sz="1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d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b>
                        </m:s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sSup>
                              <m:sSupPr>
                                <m:ctrlP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sz="1400" b="0" i="1" dirty="0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  <m:r>
                              <a:rPr lang="en-US" sz="1400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140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DE" dirty="0"/>
                  <a:t> is true for the most likely value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DE" dirty="0"/>
                  <a:t>!</a:t>
                </a:r>
              </a:p>
              <a:p>
                <a:pPr lvl="1"/>
                <a:r>
                  <a:rPr lang="en-DE" sz="1200" dirty="0"/>
                  <a:t>Add a special symbol that indicates end-of-stream and encode it to later stop the decoder.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FA99DA-A4DA-9FB8-2822-0DC343933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81576" cy="3563938"/>
              </a:xfrm>
              <a:blipFill>
                <a:blip r:embed="rId2"/>
                <a:stretch>
                  <a:fillRect t="-355" b="-31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9B08005-FF0E-1541-E140-6E31E96C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Arithmetic Coding: Fixed Point Arithmetic</a:t>
            </a:r>
          </a:p>
        </p:txBody>
      </p:sp>
    </p:spTree>
    <p:extLst>
      <p:ext uri="{BB962C8B-B14F-4D97-AF65-F5344CB8AC3E}">
        <p14:creationId xmlns:p14="http://schemas.microsoft.com/office/powerpoint/2010/main" val="40083453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FA99DA-A4DA-9FB8-2822-0DC343933F13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81576" cy="3563938"/>
              </a:xfrm>
            </p:spPr>
            <p:txBody>
              <a:bodyPr/>
              <a:lstStyle/>
              <a:p>
                <a:r>
                  <a:rPr lang="en-DE" b="1" dirty="0"/>
                  <a:t>Question</a:t>
                </a:r>
                <a:r>
                  <a:rPr lang="en-DE" dirty="0"/>
                  <a:t>: How large will </a:t>
                </a:r>
                <a14:m>
                  <m:oMath xmlns:m="http://schemas.openxmlformats.org/officeDocument/2006/math">
                    <m:r>
                      <a:rPr lang="en-DE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DE" dirty="0"/>
                  <a:t> be for a given data stream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DE" dirty="0"/>
                  <a:t>? </a:t>
                </a:r>
              </a:p>
              <a:p>
                <a:pPr marL="0" indent="0">
                  <a:buNone/>
                </a:pPr>
                <a:endParaRPr lang="en-DE" dirty="0"/>
              </a:p>
              <a:p>
                <a:pPr marL="0" indent="0">
                  <a:buNone/>
                </a:pPr>
                <a:endParaRPr lang="en-DE" dirty="0"/>
              </a:p>
              <a:p>
                <a:endParaRPr lang="en-DE" b="1" dirty="0"/>
              </a:p>
              <a:p>
                <a:r>
                  <a:rPr lang="en-DE" b="1" dirty="0"/>
                  <a:t>Proof</a:t>
                </a:r>
                <a:r>
                  <a:rPr lang="en-DE" dirty="0"/>
                  <a:t>. Assume that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𝒍</m:t>
                    </m:r>
                  </m:oMath>
                </a14:m>
                <a:r>
                  <a:rPr lang="en-DE" dirty="0"/>
                  <a:t> and </a:t>
                </a:r>
                <a14:m>
                  <m:oMath xmlns:m="http://schemas.openxmlformats.org/officeDocument/2006/math">
                    <m:r>
                      <a:rPr lang="en-DE" b="1" i="1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DE" dirty="0"/>
                  <a:t> differ first at bit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DE" dirty="0"/>
                  <a:t>. 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𝒖</m:t>
                        </m:r>
                      </m:e>
                    </m:d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𝒍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groupChr>
                        </m:e>
                        <m:lim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lim>
                      </m:limLow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p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+1≥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+1≥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DE" dirty="0"/>
              </a:p>
              <a:p>
                <a:r>
                  <a:rPr lang="en-DE" b="1" dirty="0"/>
                  <a:t>Intuitively</a:t>
                </a:r>
                <a:r>
                  <a:rPr lang="en-DE" dirty="0"/>
                  <a:t>: Between 0 and 1 there are exactly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den>
                    </m:f>
                  </m:oMath>
                </a14:m>
                <a:r>
                  <a:rPr lang="en-DE" dirty="0"/>
                  <a:t> many intervals of length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en-DE" dirty="0"/>
                  <a:t> and one needs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og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d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DE" dirty="0"/>
                  <a:t> many bits to index them with a number.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CFA99DA-A4DA-9FB8-2822-0DC343933F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7381576" cy="3563938"/>
              </a:xfrm>
              <a:blipFill>
                <a:blip r:embed="rId2"/>
                <a:stretch>
                  <a:fillRect t="-355" b="-7092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02E4C6-69D4-5004-AF99-2AA07C5CA360}"/>
                  </a:ext>
                </a:extLst>
              </p:cNvPr>
              <p:cNvSpPr txBox="1"/>
              <p:nvPr/>
            </p:nvSpPr>
            <p:spPr bwMode="gray">
              <a:xfrm>
                <a:off x="1707004" y="1779662"/>
                <a:ext cx="4685120" cy="369332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DE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102E4C6-69D4-5004-AF99-2AA07C5CA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707004" y="1779662"/>
                <a:ext cx="468512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9B08005-FF0E-1541-E140-6E31E96C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Arithmetic Coding: Optimal Code Length</a:t>
            </a:r>
          </a:p>
        </p:txBody>
      </p:sp>
    </p:spTree>
    <p:extLst>
      <p:ext uri="{BB962C8B-B14F-4D97-AF65-F5344CB8AC3E}">
        <p14:creationId xmlns:p14="http://schemas.microsoft.com/office/powerpoint/2010/main" val="7936682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85967-C5B9-1B82-E63A-3C3D1B554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65ED05-B0A5-12DD-2155-B82FC61668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/>
          <a:lstStyle/>
          <a:p>
            <a:pPr marL="342900" indent="-342900"/>
            <a:r>
              <a:rPr lang="en-US" altLang="en-DE" dirty="0"/>
              <a:t>Basics of Information Theory</a:t>
            </a:r>
          </a:p>
          <a:p>
            <a:pPr marL="342900" indent="-342900"/>
            <a:r>
              <a:rPr lang="en-US" altLang="en-DE" dirty="0"/>
              <a:t>Probability and Compression: Arithmetic Coding</a:t>
            </a:r>
          </a:p>
          <a:p>
            <a:pPr marL="342900" indent="-342900"/>
            <a:r>
              <a:rPr lang="en-US" altLang="en-DE" b="1" dirty="0"/>
              <a:t>Distance Measures for Probabilities Revisited</a:t>
            </a:r>
          </a:p>
          <a:p>
            <a:pPr marL="0" indent="0">
              <a:buNone/>
            </a:pPr>
            <a:endParaRPr lang="en-US" altLang="en-D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2D65409-71AC-6F89-0D79-24CD3A6B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90012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A02177D-5EC5-29EA-11B4-75F5D016113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82182" cy="3563938"/>
              </a:xfrm>
            </p:spPr>
            <p:txBody>
              <a:bodyPr/>
              <a:lstStyle/>
              <a:p>
                <a:r>
                  <a:rPr lang="en-US" dirty="0"/>
                  <a:t>In practice, we often do not know the distribution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that generates our symbols but must make assumptions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when developing codes.</a:t>
                </a:r>
              </a:p>
              <a:p>
                <a:r>
                  <a:rPr lang="en-US" b="1" dirty="0"/>
                  <a:t>Question</a:t>
                </a:r>
                <a:r>
                  <a:rPr lang="en-US" dirty="0"/>
                  <a:t>: What do we lose in compression when making this assumption?</a:t>
                </a:r>
                <a:endParaRPr lang="en-US" b="1" dirty="0"/>
              </a:p>
              <a:p>
                <a:pPr lvl="1"/>
                <a:r>
                  <a:rPr lang="en-US" sz="1200" dirty="0"/>
                  <a:t>Each symbol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has an “information difference”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sz="1200" i="1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1200" dirty="0"/>
              </a:p>
              <a:p>
                <a:pPr lvl="1"/>
                <a:r>
                  <a:rPr lang="en-US" sz="1200" dirty="0"/>
                  <a:t>Each symbol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00" dirty="0"/>
                  <a:t> still appears with probability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200" dirty="0"/>
              </a:p>
              <a:p>
                <a:pPr lvl="1"/>
                <a:endParaRPr lang="en-US" sz="1200" dirty="0"/>
              </a:p>
              <a:p>
                <a:pPr lvl="1"/>
                <a:endParaRPr lang="en-US" sz="1200" dirty="0"/>
              </a:p>
              <a:p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 compression loss is the </a:t>
                </a:r>
                <a:r>
                  <a:rPr lang="en-US" i="1" dirty="0" err="1"/>
                  <a:t>Kullback-Leibler</a:t>
                </a:r>
                <a:r>
                  <a:rPr lang="en-US" i="1" dirty="0"/>
                  <a:t> divergence </a:t>
                </a:r>
                <a:r>
                  <a:rPr lang="en-US" dirty="0"/>
                  <a:t>between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!</a:t>
                </a:r>
              </a:p>
              <a:p>
                <a:r>
                  <a:rPr lang="en-US" dirty="0"/>
                  <a:t>Two properties of </a:t>
                </a:r>
                <a:r>
                  <a:rPr lang="en-US" dirty="0" err="1"/>
                  <a:t>Kullback-Leibler</a:t>
                </a:r>
                <a:r>
                  <a:rPr lang="en-US" dirty="0"/>
                  <a:t> Divergence:</a:t>
                </a:r>
              </a:p>
              <a:p>
                <a:pPr marL="611187" lvl="1" indent="-342900">
                  <a:buFont typeface="+mj-lt"/>
                  <a:buAutoNum type="arabicPeriod"/>
                </a:pPr>
                <a:r>
                  <a:rPr lang="en-US" sz="1200" dirty="0"/>
                  <a:t>In general,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US" sz="1200" dirty="0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r>
                  <a:rPr lang="en-US" sz="1200" dirty="0"/>
                  <a:t> (each summand is negated, and the weightings change!)</a:t>
                </a:r>
              </a:p>
              <a:p>
                <a:pPr marL="611187" lvl="1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0" dirty="0" smtClean="0">
                        <a:latin typeface="Cambria Math" panose="02040503050406030204" pitchFamily="18" charset="0"/>
                      </a:rPr>
                      <m:t>KL</m:t>
                    </m:r>
                    <m:d>
                      <m:dPr>
                        <m:begChr m:val="["/>
                        <m:endChr m:val="]"/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d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/>
                  <a:t> if and only if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1200" dirty="0"/>
                  <a:t> (each summand is zero)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A02177D-5EC5-29EA-11B4-75F5D016113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982182" cy="3563938"/>
              </a:xfrm>
              <a:blipFill>
                <a:blip r:embed="rId2"/>
                <a:stretch>
                  <a:fillRect t="-355" b="-8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B885801-C994-38A7-B86D-7107143E5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Coding with Imperfect Information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900A00F-558E-53E4-8B2E-AB2846915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47988" y="1036898"/>
            <a:ext cx="648072" cy="85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C537C89-155D-8222-ED34-3F7A90845882}"/>
              </a:ext>
            </a:extLst>
          </p:cNvPr>
          <p:cNvSpPr txBox="1"/>
          <p:nvPr/>
        </p:nvSpPr>
        <p:spPr bwMode="gray">
          <a:xfrm>
            <a:off x="7749588" y="1889624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Solomon </a:t>
            </a:r>
            <a:r>
              <a:rPr lang="en-US" sz="800" b="1" dirty="0" err="1"/>
              <a:t>Kullback</a:t>
            </a:r>
            <a:br>
              <a:rPr lang="en-US" sz="800" b="1" dirty="0"/>
            </a:br>
            <a:r>
              <a:rPr lang="en-US" sz="800" b="1" dirty="0"/>
              <a:t>(1909 – 1994)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ED800-70C0-B475-112C-04EE765564BF}"/>
              </a:ext>
            </a:extLst>
          </p:cNvPr>
          <p:cNvSpPr txBox="1"/>
          <p:nvPr/>
        </p:nvSpPr>
        <p:spPr bwMode="gray">
          <a:xfrm>
            <a:off x="7749588" y="3168713"/>
            <a:ext cx="1044872" cy="342032"/>
          </a:xfrm>
          <a:prstGeom prst="rect">
            <a:avLst/>
          </a:prstGeom>
          <a:noFill/>
        </p:spPr>
        <p:txBody>
          <a:bodyPr wrap="non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SzPct val="90000"/>
            </a:pPr>
            <a:r>
              <a:rPr lang="en-US" sz="800" b="1" dirty="0"/>
              <a:t>Richard </a:t>
            </a:r>
            <a:r>
              <a:rPr lang="en-US" sz="800" b="1" dirty="0" err="1"/>
              <a:t>Leibler</a:t>
            </a:r>
            <a:br>
              <a:rPr lang="en-US" sz="800" b="1" dirty="0"/>
            </a:br>
            <a:r>
              <a:rPr lang="en-US" sz="800" b="1" dirty="0"/>
              <a:t>(1914 – 2003)</a:t>
            </a:r>
          </a:p>
        </p:txBody>
      </p:sp>
      <p:pic>
        <p:nvPicPr>
          <p:cNvPr id="1028" name="Picture 4" descr="Dr. Richard A. Leibler">
            <a:extLst>
              <a:ext uri="{FF2B5EF4-FFF2-40B4-BE49-F238E27FC236}">
                <a16:creationId xmlns:a16="http://schemas.microsoft.com/office/drawing/2014/main" id="{98E040D4-FF48-7BEE-B713-1139D401F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61556" y="2347777"/>
            <a:ext cx="820936" cy="82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D0A410-7C47-614D-F376-7AD66EF38EB9}"/>
                  </a:ext>
                </a:extLst>
              </p:cNvPr>
              <p:cNvSpPr txBox="1"/>
              <p:nvPr/>
            </p:nvSpPr>
            <p:spPr bwMode="gray">
              <a:xfrm>
                <a:off x="633905" y="2689104"/>
                <a:ext cx="5480121" cy="4906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sz="1400" b="0" i="0" dirty="0" smtClean="0">
                          <a:latin typeface="Cambria Math" panose="02040503050406030204" pitchFamily="18" charset="0"/>
                        </a:rPr>
                        <m:t>ompressionLoss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sSub>
                                        <m:sSub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1400" dirty="0">
                                              <a:latin typeface="Cambria Math" panose="02040503050406030204" pitchFamily="18" charset="0"/>
                                            </a:rPr>
                                            <m:t>log</m:t>
                                          </m:r>
                                        </m:e>
                                        <m:sub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𝑄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</m:func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D0A410-7C47-614D-F376-7AD66EF38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33905" y="2689104"/>
                <a:ext cx="5480121" cy="490647"/>
              </a:xfrm>
              <a:prstGeom prst="rect">
                <a:avLst/>
              </a:prstGeom>
              <a:blipFill>
                <a:blip r:embed="rId5"/>
                <a:stretch>
                  <a:fillRect t="-152500" b="-22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B6CCD-B161-872B-9EC2-F2AA05FE6D05}"/>
                  </a:ext>
                </a:extLst>
              </p:cNvPr>
              <p:cNvSpPr txBox="1"/>
              <p:nvPr/>
            </p:nvSpPr>
            <p:spPr bwMode="gray">
              <a:xfrm>
                <a:off x="2366615" y="3150303"/>
                <a:ext cx="2707361" cy="5717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sz="1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 b="0" i="0" dirty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  <m:d>
                                        <m:dPr>
                                          <m:ctrlP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en-US" sz="1400" b="0" i="1" dirty="0" smtClean="0">
                                          <a:latin typeface="Cambria Math" panose="02040503050406030204" pitchFamily="18" charset="0"/>
                                        </a:rPr>
                                        <m:t>𝑄</m:t>
                                      </m:r>
                                      <m:d>
                                        <m:dPr>
                                          <m:ctrlP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B6CCD-B161-872B-9EC2-F2AA05FE6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2366615" y="3150303"/>
                <a:ext cx="2707361" cy="571760"/>
              </a:xfrm>
              <a:prstGeom prst="rect">
                <a:avLst/>
              </a:prstGeom>
              <a:blipFill>
                <a:blip r:embed="rId6"/>
                <a:stretch>
                  <a:fillRect l="-3271" t="-123913" b="-191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325D3F-910D-E856-6265-947015DE5CDB}"/>
              </a:ext>
            </a:extLst>
          </p:cNvPr>
          <p:cNvCxnSpPr>
            <a:cxnSpLocks/>
            <a:endCxn id="10" idx="2"/>
          </p:cNvCxnSpPr>
          <p:nvPr/>
        </p:nvCxnSpPr>
        <p:spPr bwMode="gray">
          <a:xfrm flipH="1" flipV="1">
            <a:off x="3798638" y="3722063"/>
            <a:ext cx="79675" cy="27619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A5AE498-B700-E01C-DDF3-DE1EA99F206B}"/>
              </a:ext>
            </a:extLst>
          </p:cNvPr>
          <p:cNvSpPr/>
          <p:nvPr/>
        </p:nvSpPr>
        <p:spPr bwMode="gray">
          <a:xfrm>
            <a:off x="2909666" y="3179682"/>
            <a:ext cx="1777943" cy="542381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93902D-3C77-0FF5-1E80-AD4DE43EB75A}"/>
              </a:ext>
            </a:extLst>
          </p:cNvPr>
          <p:cNvSpPr/>
          <p:nvPr/>
        </p:nvSpPr>
        <p:spPr bwMode="gray">
          <a:xfrm>
            <a:off x="3296033" y="2777895"/>
            <a:ext cx="351057" cy="283618"/>
          </a:xfrm>
          <a:prstGeom prst="roundRect">
            <a:avLst/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FD165F6-E4E5-E989-60A6-22460D105112}"/>
              </a:ext>
            </a:extLst>
          </p:cNvPr>
          <p:cNvSpPr/>
          <p:nvPr/>
        </p:nvSpPr>
        <p:spPr bwMode="gray">
          <a:xfrm>
            <a:off x="3704663" y="2774732"/>
            <a:ext cx="2097047" cy="283618"/>
          </a:xfrm>
          <a:prstGeom prst="round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882D984-7CC9-1A8F-A201-D2722969AD4F}"/>
              </a:ext>
            </a:extLst>
          </p:cNvPr>
          <p:cNvCxnSpPr>
            <a:cxnSpLocks/>
            <a:stCxn id="15" idx="0"/>
          </p:cNvCxnSpPr>
          <p:nvPr/>
        </p:nvCxnSpPr>
        <p:spPr bwMode="gray">
          <a:xfrm flipV="1">
            <a:off x="4753187" y="2347777"/>
            <a:ext cx="186675" cy="42695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AB49C0-48F8-8072-4A88-4EC258F8DB58}"/>
              </a:ext>
            </a:extLst>
          </p:cNvPr>
          <p:cNvCxnSpPr>
            <a:cxnSpLocks/>
            <a:stCxn id="14" idx="0"/>
          </p:cNvCxnSpPr>
          <p:nvPr/>
        </p:nvCxnSpPr>
        <p:spPr bwMode="gray">
          <a:xfrm flipV="1">
            <a:off x="3471562" y="2571750"/>
            <a:ext cx="680024" cy="206145"/>
          </a:xfrm>
          <a:prstGeom prst="straightConnector1">
            <a:avLst/>
          </a:prstGeom>
          <a:ln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86492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6" grpId="0"/>
      <p:bldP spid="7" grpId="0"/>
      <p:bldP spid="10" grpId="0" animBg="1"/>
      <p:bldP spid="14" grpId="0" animBg="1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9781777-63FE-D6E0-B097-7D133EA05358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0" cy="3115076"/>
              </a:xfrm>
            </p:spPr>
            <p:txBody>
              <a:bodyPr/>
              <a:lstStyle/>
              <a:p>
                <a:r>
                  <a:rPr lang="en-US" b="1" dirty="0"/>
                  <a:t>Question</a:t>
                </a:r>
                <a:r>
                  <a:rPr lang="en-US" dirty="0"/>
                  <a:t>: What is entropy of a continuous random variable?</a:t>
                </a:r>
              </a:p>
              <a:p>
                <a:r>
                  <a:rPr lang="en-US" b="1" dirty="0"/>
                  <a:t>Differential Entropy</a:t>
                </a:r>
                <a:r>
                  <a:rPr lang="en-US" dirty="0"/>
                  <a:t>. </a:t>
                </a:r>
                <a:r>
                  <a:rPr lang="en-US" i="1" dirty="0"/>
                  <a:t>The </a:t>
                </a:r>
                <a:r>
                  <a:rPr lang="en-US" dirty="0"/>
                  <a:t>differential entropy</a:t>
                </a:r>
                <a:r>
                  <a:rPr lang="en-US" i="1" dirty="0"/>
                  <a:t> of a continuous random variable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i="1" dirty="0"/>
                  <a:t> is the </a:t>
                </a:r>
                <a:r>
                  <a:rPr lang="en-US" dirty="0"/>
                  <a:t>average level of information</a:t>
                </a:r>
                <a:r>
                  <a:rPr lang="en-US" i="1" dirty="0"/>
                  <a:t> inherent to the variable’s outcomes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Differential entropy can be negative and has no interpretation!</a:t>
                </a:r>
              </a:p>
              <a:p>
                <a:r>
                  <a:rPr lang="en-US" b="1" dirty="0"/>
                  <a:t>Relative Entropy</a:t>
                </a:r>
                <a:r>
                  <a:rPr lang="en-US" dirty="0"/>
                  <a:t>. The KL divergence between two densities </a:t>
                </a:r>
                <a:r>
                  <a:rPr lang="en-US" i="1" dirty="0"/>
                  <a:t>does</a:t>
                </a:r>
                <a:r>
                  <a:rPr lang="en-US" dirty="0"/>
                  <a:t> have an interpretation in terms of bits (base 2) or </a:t>
                </a:r>
                <a:r>
                  <a:rPr lang="en-US" dirty="0" err="1"/>
                  <a:t>nats</a:t>
                </a:r>
                <a:r>
                  <a:rPr lang="en-US" dirty="0"/>
                  <a:t> (base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) because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r>
                  <a:rPr lang="en-US" sz="1200" b="1" dirty="0"/>
                  <a:t>Proof</a:t>
                </a:r>
                <a:r>
                  <a:rPr lang="en-US" sz="1200" dirty="0"/>
                  <a:t>: Using Jensen’s inequality for the convex function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2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1200" dirty="0"/>
                  <a:t> we see that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9781777-63FE-D6E0-B097-7D133EA053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358776" y="1239837"/>
                <a:ext cx="6877050" cy="3115076"/>
              </a:xfrm>
              <a:blipFill>
                <a:blip r:embed="rId2"/>
                <a:stretch>
                  <a:fillRect t="-407" r="-554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5C43E22-0FAE-D549-C985-26337FC16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(Relative) Entropy of Continuous Random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172FDC-40C9-2E36-BBDB-E9DEFB089DD6}"/>
                  </a:ext>
                </a:extLst>
              </p:cNvPr>
              <p:cNvSpPr txBox="1"/>
              <p:nvPr/>
            </p:nvSpPr>
            <p:spPr bwMode="gray">
              <a:xfrm>
                <a:off x="4331127" y="2164771"/>
                <a:ext cx="1994006" cy="3354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172FDC-40C9-2E36-BBDB-E9DEFB089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331127" y="2164771"/>
                <a:ext cx="1994006" cy="335476"/>
              </a:xfrm>
              <a:prstGeom prst="rect">
                <a:avLst/>
              </a:prstGeom>
              <a:blipFill>
                <a:blip r:embed="rId3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F78093-6FFD-D96F-9104-BDF6FBA21C31}"/>
                  </a:ext>
                </a:extLst>
              </p:cNvPr>
              <p:cNvSpPr txBox="1"/>
              <p:nvPr/>
            </p:nvSpPr>
            <p:spPr bwMode="gray">
              <a:xfrm>
                <a:off x="1293620" y="2055346"/>
                <a:ext cx="3528392" cy="657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≔−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⋅</m:t>
                          </m:r>
                          <m:func>
                            <m:func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fName>
                            <m:e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EF78093-6FFD-D96F-9104-BDF6FBA21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1293620" y="2055346"/>
                <a:ext cx="3528392" cy="657359"/>
              </a:xfrm>
              <a:prstGeom prst="rect">
                <a:avLst/>
              </a:prstGeom>
              <a:blipFill>
                <a:blip r:embed="rId4"/>
                <a:stretch>
                  <a:fillRect t="-122642" b="-175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910B88-29BB-6726-B928-456B4D016107}"/>
                  </a:ext>
                </a:extLst>
              </p:cNvPr>
              <p:cNvSpPr txBox="1"/>
              <p:nvPr/>
            </p:nvSpPr>
            <p:spPr bwMode="gray">
              <a:xfrm>
                <a:off x="7171431" y="2608779"/>
                <a:ext cx="154939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8910B88-29BB-6726-B928-456B4D0161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7171431" y="2608779"/>
                <a:ext cx="1549397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7DE490-3F96-683E-3C15-B5BBC4C6C4D1}"/>
                  </a:ext>
                </a:extLst>
              </p:cNvPr>
              <p:cNvSpPr txBox="1"/>
              <p:nvPr/>
            </p:nvSpPr>
            <p:spPr bwMode="gray">
              <a:xfrm>
                <a:off x="6990384" y="2830642"/>
                <a:ext cx="1994006" cy="4380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en-US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12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37DE490-3F96-683E-3C15-B5BBC4C6C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990384" y="2830642"/>
                <a:ext cx="1994006" cy="43800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76">
            <a:extLst>
              <a:ext uri="{FF2B5EF4-FFF2-40B4-BE49-F238E27FC236}">
                <a16:creationId xmlns:a16="http://schemas.microsoft.com/office/drawing/2014/main" id="{7104BE1B-D3F9-12C1-A78B-31A9B2D3F027}"/>
              </a:ext>
            </a:extLst>
          </p:cNvPr>
          <p:cNvGrpSpPr/>
          <p:nvPr/>
        </p:nvGrpSpPr>
        <p:grpSpPr>
          <a:xfrm>
            <a:off x="6732198" y="3532319"/>
            <a:ext cx="2213556" cy="1475704"/>
            <a:chOff x="6732198" y="3532319"/>
            <a:chExt cx="2213556" cy="1475704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9EA7C6-18B7-F77E-39F8-2F6E31F72D9F}"/>
                </a:ext>
              </a:extLst>
            </p:cNvPr>
            <p:cNvSpPr/>
            <p:nvPr/>
          </p:nvSpPr>
          <p:spPr>
            <a:xfrm>
              <a:off x="6732198" y="3532319"/>
              <a:ext cx="2213556" cy="1475704"/>
            </a:xfrm>
            <a:custGeom>
              <a:avLst/>
              <a:gdLst>
                <a:gd name="connsiteX0" fmla="*/ 0 w 2213556"/>
                <a:gd name="connsiteY0" fmla="*/ 1475704 h 1475704"/>
                <a:gd name="connsiteX1" fmla="*/ 2213556 w 2213556"/>
                <a:gd name="connsiteY1" fmla="*/ 1475704 h 1475704"/>
                <a:gd name="connsiteX2" fmla="*/ 2213556 w 2213556"/>
                <a:gd name="connsiteY2" fmla="*/ 0 h 1475704"/>
                <a:gd name="connsiteX3" fmla="*/ 0 w 2213556"/>
                <a:gd name="connsiteY3" fmla="*/ 0 h 147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3556" h="1475704">
                  <a:moveTo>
                    <a:pt x="0" y="1475704"/>
                  </a:moveTo>
                  <a:lnTo>
                    <a:pt x="2213556" y="1475704"/>
                  </a:lnTo>
                  <a:lnTo>
                    <a:pt x="221355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66578659-20C3-72A4-EFE8-F4E6C13A0A68}"/>
                </a:ext>
              </a:extLst>
            </p:cNvPr>
            <p:cNvSpPr/>
            <p:nvPr/>
          </p:nvSpPr>
          <p:spPr>
            <a:xfrm>
              <a:off x="7094111" y="3575892"/>
              <a:ext cx="1808072" cy="1209280"/>
            </a:xfrm>
            <a:custGeom>
              <a:avLst/>
              <a:gdLst>
                <a:gd name="connsiteX0" fmla="*/ 0 w 1808072"/>
                <a:gd name="connsiteY0" fmla="*/ 1209280 h 1209280"/>
                <a:gd name="connsiteX1" fmla="*/ 1808072 w 1808072"/>
                <a:gd name="connsiteY1" fmla="*/ 1209280 h 1209280"/>
                <a:gd name="connsiteX2" fmla="*/ 1808072 w 1808072"/>
                <a:gd name="connsiteY2" fmla="*/ 0 h 1209280"/>
                <a:gd name="connsiteX3" fmla="*/ 0 w 1808072"/>
                <a:gd name="connsiteY3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08072" h="1209280">
                  <a:moveTo>
                    <a:pt x="0" y="1209280"/>
                  </a:moveTo>
                  <a:lnTo>
                    <a:pt x="1808072" y="1209280"/>
                  </a:lnTo>
                  <a:lnTo>
                    <a:pt x="180807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FF69ADF-9130-A583-7BCB-55D38F879468}"/>
                </a:ext>
              </a:extLst>
            </p:cNvPr>
            <p:cNvSpPr/>
            <p:nvPr/>
          </p:nvSpPr>
          <p:spPr>
            <a:xfrm>
              <a:off x="7128053" y="3575892"/>
              <a:ext cx="922" cy="1209280"/>
            </a:xfrm>
            <a:custGeom>
              <a:avLst/>
              <a:gdLst>
                <a:gd name="connsiteX0" fmla="*/ 0 w 922"/>
                <a:gd name="connsiteY0" fmla="*/ 1209280 h 1209280"/>
                <a:gd name="connsiteX1" fmla="*/ 0 w 922"/>
                <a:gd name="connsiteY1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209280">
                  <a:moveTo>
                    <a:pt x="0" y="1209280"/>
                  </a:moveTo>
                  <a:lnTo>
                    <a:pt x="0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35B8E60-0126-712A-0F84-419B42C56526}"/>
                </a:ext>
              </a:extLst>
            </p:cNvPr>
            <p:cNvSpPr/>
            <p:nvPr/>
          </p:nvSpPr>
          <p:spPr>
            <a:xfrm>
              <a:off x="7558792" y="3575892"/>
              <a:ext cx="922" cy="1209280"/>
            </a:xfrm>
            <a:custGeom>
              <a:avLst/>
              <a:gdLst>
                <a:gd name="connsiteX0" fmla="*/ 0 w 922"/>
                <a:gd name="connsiteY0" fmla="*/ 1209280 h 1209280"/>
                <a:gd name="connsiteX1" fmla="*/ 0 w 922"/>
                <a:gd name="connsiteY1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209280">
                  <a:moveTo>
                    <a:pt x="0" y="1209280"/>
                  </a:moveTo>
                  <a:lnTo>
                    <a:pt x="0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F0AC4C4F-1E99-BDB1-E6A9-D162E4E8D35D}"/>
                </a:ext>
              </a:extLst>
            </p:cNvPr>
            <p:cNvSpPr/>
            <p:nvPr/>
          </p:nvSpPr>
          <p:spPr>
            <a:xfrm>
              <a:off x="7989534" y="3575892"/>
              <a:ext cx="922" cy="1209280"/>
            </a:xfrm>
            <a:custGeom>
              <a:avLst/>
              <a:gdLst>
                <a:gd name="connsiteX0" fmla="*/ 0 w 922"/>
                <a:gd name="connsiteY0" fmla="*/ 1209280 h 1209280"/>
                <a:gd name="connsiteX1" fmla="*/ 0 w 922"/>
                <a:gd name="connsiteY1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209280">
                  <a:moveTo>
                    <a:pt x="0" y="1209280"/>
                  </a:moveTo>
                  <a:lnTo>
                    <a:pt x="0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4AA2B32-CBAB-F366-253F-744B47D38F68}"/>
                </a:ext>
              </a:extLst>
            </p:cNvPr>
            <p:cNvSpPr/>
            <p:nvPr/>
          </p:nvSpPr>
          <p:spPr>
            <a:xfrm>
              <a:off x="8420274" y="3575892"/>
              <a:ext cx="922" cy="1209280"/>
            </a:xfrm>
            <a:custGeom>
              <a:avLst/>
              <a:gdLst>
                <a:gd name="connsiteX0" fmla="*/ 0 w 922"/>
                <a:gd name="connsiteY0" fmla="*/ 1209280 h 1209280"/>
                <a:gd name="connsiteX1" fmla="*/ 0 w 922"/>
                <a:gd name="connsiteY1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209280">
                  <a:moveTo>
                    <a:pt x="0" y="1209280"/>
                  </a:moveTo>
                  <a:lnTo>
                    <a:pt x="0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2B43E10-EBD1-3EEC-9C1B-D70C33F0E54A}"/>
                </a:ext>
              </a:extLst>
            </p:cNvPr>
            <p:cNvSpPr/>
            <p:nvPr/>
          </p:nvSpPr>
          <p:spPr>
            <a:xfrm>
              <a:off x="8851004" y="3575892"/>
              <a:ext cx="922" cy="1209280"/>
            </a:xfrm>
            <a:custGeom>
              <a:avLst/>
              <a:gdLst>
                <a:gd name="connsiteX0" fmla="*/ 0 w 922"/>
                <a:gd name="connsiteY0" fmla="*/ 1209280 h 1209280"/>
                <a:gd name="connsiteX1" fmla="*/ 0 w 922"/>
                <a:gd name="connsiteY1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209280">
                  <a:moveTo>
                    <a:pt x="0" y="1209280"/>
                  </a:moveTo>
                  <a:lnTo>
                    <a:pt x="0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F088804A-5A89-FC81-8DB8-0174E30BCCA0}"/>
                </a:ext>
              </a:extLst>
            </p:cNvPr>
            <p:cNvSpPr/>
            <p:nvPr/>
          </p:nvSpPr>
          <p:spPr>
            <a:xfrm>
              <a:off x="7094111" y="4560866"/>
              <a:ext cx="1808072" cy="922"/>
            </a:xfrm>
            <a:custGeom>
              <a:avLst/>
              <a:gdLst>
                <a:gd name="connsiteX0" fmla="*/ 0 w 1808072"/>
                <a:gd name="connsiteY0" fmla="*/ 0 h 922"/>
                <a:gd name="connsiteX1" fmla="*/ 1808072 w 1808072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8072" h="922">
                  <a:moveTo>
                    <a:pt x="0" y="0"/>
                  </a:moveTo>
                  <a:lnTo>
                    <a:pt x="1808072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CF528D6-9AF5-30E6-F677-E6A54C54BBB4}"/>
                </a:ext>
              </a:extLst>
            </p:cNvPr>
            <p:cNvSpPr/>
            <p:nvPr/>
          </p:nvSpPr>
          <p:spPr>
            <a:xfrm>
              <a:off x="7094111" y="4313139"/>
              <a:ext cx="1808072" cy="922"/>
            </a:xfrm>
            <a:custGeom>
              <a:avLst/>
              <a:gdLst>
                <a:gd name="connsiteX0" fmla="*/ 0 w 1808072"/>
                <a:gd name="connsiteY0" fmla="*/ 0 h 922"/>
                <a:gd name="connsiteX1" fmla="*/ 1808072 w 1808072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8072" h="922">
                  <a:moveTo>
                    <a:pt x="0" y="0"/>
                  </a:moveTo>
                  <a:lnTo>
                    <a:pt x="1808072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12825B6-6E0E-502C-6A39-9F56BFE5B983}"/>
                </a:ext>
              </a:extLst>
            </p:cNvPr>
            <p:cNvSpPr/>
            <p:nvPr/>
          </p:nvSpPr>
          <p:spPr>
            <a:xfrm>
              <a:off x="7094111" y="4065411"/>
              <a:ext cx="1808072" cy="922"/>
            </a:xfrm>
            <a:custGeom>
              <a:avLst/>
              <a:gdLst>
                <a:gd name="connsiteX0" fmla="*/ 0 w 1808072"/>
                <a:gd name="connsiteY0" fmla="*/ 0 h 922"/>
                <a:gd name="connsiteX1" fmla="*/ 1808072 w 1808072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8072" h="922">
                  <a:moveTo>
                    <a:pt x="0" y="0"/>
                  </a:moveTo>
                  <a:lnTo>
                    <a:pt x="1808072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142E11BE-39DD-466B-42AD-26549AC9EE4C}"/>
                </a:ext>
              </a:extLst>
            </p:cNvPr>
            <p:cNvSpPr/>
            <p:nvPr/>
          </p:nvSpPr>
          <p:spPr>
            <a:xfrm>
              <a:off x="7094111" y="3817683"/>
              <a:ext cx="1808072" cy="922"/>
            </a:xfrm>
            <a:custGeom>
              <a:avLst/>
              <a:gdLst>
                <a:gd name="connsiteX0" fmla="*/ 0 w 1808072"/>
                <a:gd name="connsiteY0" fmla="*/ 0 h 922"/>
                <a:gd name="connsiteX1" fmla="*/ 1808072 w 1808072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8072" h="922">
                  <a:moveTo>
                    <a:pt x="0" y="0"/>
                  </a:moveTo>
                  <a:lnTo>
                    <a:pt x="1808072" y="0"/>
                  </a:lnTo>
                </a:path>
              </a:pathLst>
            </a:custGeom>
            <a:noFill/>
            <a:ln w="1842" cap="rnd">
              <a:solidFill>
                <a:srgbClr val="000000">
                  <a:alpha val="10000"/>
                </a:srgb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A32C5D3-0F91-79AA-1096-1F12859981EC}"/>
                </a:ext>
              </a:extLst>
            </p:cNvPr>
            <p:cNvSpPr/>
            <p:nvPr/>
          </p:nvSpPr>
          <p:spPr>
            <a:xfrm>
              <a:off x="7094111" y="4785173"/>
              <a:ext cx="1808072" cy="922"/>
            </a:xfrm>
            <a:custGeom>
              <a:avLst/>
              <a:gdLst>
                <a:gd name="connsiteX0" fmla="*/ 0 w 1808072"/>
                <a:gd name="connsiteY0" fmla="*/ 0 h 922"/>
                <a:gd name="connsiteX1" fmla="*/ 1808072 w 1808072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8072" h="922">
                  <a:moveTo>
                    <a:pt x="0" y="0"/>
                  </a:moveTo>
                  <a:lnTo>
                    <a:pt x="1808072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498B1E4-8A39-E09D-F3BD-A1F8B8666E1F}"/>
                </a:ext>
              </a:extLst>
            </p:cNvPr>
            <p:cNvSpPr/>
            <p:nvPr/>
          </p:nvSpPr>
          <p:spPr>
            <a:xfrm>
              <a:off x="7128053" y="4767741"/>
              <a:ext cx="922" cy="17431"/>
            </a:xfrm>
            <a:custGeom>
              <a:avLst/>
              <a:gdLst>
                <a:gd name="connsiteX0" fmla="*/ 0 w 922"/>
                <a:gd name="connsiteY0" fmla="*/ 17432 h 17431"/>
                <a:gd name="connsiteX1" fmla="*/ 0 w 922"/>
                <a:gd name="connsiteY1" fmla="*/ 0 h 1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7431">
                  <a:moveTo>
                    <a:pt x="0" y="17432"/>
                  </a:moveTo>
                  <a:lnTo>
                    <a:pt x="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2A342CB6-E1BC-6774-CD18-06226D71A7DF}"/>
                </a:ext>
              </a:extLst>
            </p:cNvPr>
            <p:cNvSpPr/>
            <p:nvPr/>
          </p:nvSpPr>
          <p:spPr>
            <a:xfrm>
              <a:off x="7558792" y="4767741"/>
              <a:ext cx="922" cy="17431"/>
            </a:xfrm>
            <a:custGeom>
              <a:avLst/>
              <a:gdLst>
                <a:gd name="connsiteX0" fmla="*/ 0 w 922"/>
                <a:gd name="connsiteY0" fmla="*/ 17432 h 17431"/>
                <a:gd name="connsiteX1" fmla="*/ 0 w 922"/>
                <a:gd name="connsiteY1" fmla="*/ 0 h 1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7431">
                  <a:moveTo>
                    <a:pt x="0" y="17432"/>
                  </a:moveTo>
                  <a:lnTo>
                    <a:pt x="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52801D56-15E2-3364-E99A-E005DB4B3056}"/>
                </a:ext>
              </a:extLst>
            </p:cNvPr>
            <p:cNvSpPr/>
            <p:nvPr/>
          </p:nvSpPr>
          <p:spPr>
            <a:xfrm>
              <a:off x="7989534" y="4767741"/>
              <a:ext cx="922" cy="17431"/>
            </a:xfrm>
            <a:custGeom>
              <a:avLst/>
              <a:gdLst>
                <a:gd name="connsiteX0" fmla="*/ 0 w 922"/>
                <a:gd name="connsiteY0" fmla="*/ 17432 h 17431"/>
                <a:gd name="connsiteX1" fmla="*/ 0 w 922"/>
                <a:gd name="connsiteY1" fmla="*/ 0 h 1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7431">
                  <a:moveTo>
                    <a:pt x="0" y="17432"/>
                  </a:moveTo>
                  <a:lnTo>
                    <a:pt x="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DF8564AF-51D8-276D-D103-F5661B8620E9}"/>
                </a:ext>
              </a:extLst>
            </p:cNvPr>
            <p:cNvSpPr/>
            <p:nvPr/>
          </p:nvSpPr>
          <p:spPr>
            <a:xfrm>
              <a:off x="8420274" y="4767741"/>
              <a:ext cx="922" cy="17431"/>
            </a:xfrm>
            <a:custGeom>
              <a:avLst/>
              <a:gdLst>
                <a:gd name="connsiteX0" fmla="*/ 0 w 922"/>
                <a:gd name="connsiteY0" fmla="*/ 17432 h 17431"/>
                <a:gd name="connsiteX1" fmla="*/ 0 w 922"/>
                <a:gd name="connsiteY1" fmla="*/ 0 h 1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7431">
                  <a:moveTo>
                    <a:pt x="0" y="17432"/>
                  </a:moveTo>
                  <a:lnTo>
                    <a:pt x="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D0062DE-4989-9AB7-317D-DCF122330117}"/>
                </a:ext>
              </a:extLst>
            </p:cNvPr>
            <p:cNvSpPr/>
            <p:nvPr/>
          </p:nvSpPr>
          <p:spPr>
            <a:xfrm>
              <a:off x="8851004" y="4767741"/>
              <a:ext cx="922" cy="17431"/>
            </a:xfrm>
            <a:custGeom>
              <a:avLst/>
              <a:gdLst>
                <a:gd name="connsiteX0" fmla="*/ 0 w 922"/>
                <a:gd name="connsiteY0" fmla="*/ 17432 h 17431"/>
                <a:gd name="connsiteX1" fmla="*/ 0 w 922"/>
                <a:gd name="connsiteY1" fmla="*/ 0 h 17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7431">
                  <a:moveTo>
                    <a:pt x="0" y="17432"/>
                  </a:moveTo>
                  <a:lnTo>
                    <a:pt x="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D1905F7-08DA-DB47-53BF-A94EEE98F898}"/>
                </a:ext>
              </a:extLst>
            </p:cNvPr>
            <p:cNvSpPr/>
            <p:nvPr/>
          </p:nvSpPr>
          <p:spPr>
            <a:xfrm>
              <a:off x="7036484" y="4817666"/>
              <a:ext cx="44066" cy="66139"/>
            </a:xfrm>
            <a:custGeom>
              <a:avLst/>
              <a:gdLst>
                <a:gd name="connsiteX0" fmla="*/ 22033 w 44066"/>
                <a:gd name="connsiteY0" fmla="*/ 6834 h 66139"/>
                <a:gd name="connsiteX1" fmla="*/ 11999 w 44066"/>
                <a:gd name="connsiteY1" fmla="*/ 13410 h 66139"/>
                <a:gd name="connsiteX2" fmla="*/ 8668 w 44066"/>
                <a:gd name="connsiteY2" fmla="*/ 33093 h 66139"/>
                <a:gd name="connsiteX3" fmla="*/ 11999 w 44066"/>
                <a:gd name="connsiteY3" fmla="*/ 52775 h 66139"/>
                <a:gd name="connsiteX4" fmla="*/ 22033 w 44066"/>
                <a:gd name="connsiteY4" fmla="*/ 59314 h 66139"/>
                <a:gd name="connsiteX5" fmla="*/ 32068 w 44066"/>
                <a:gd name="connsiteY5" fmla="*/ 52775 h 66139"/>
                <a:gd name="connsiteX6" fmla="*/ 35441 w 44066"/>
                <a:gd name="connsiteY6" fmla="*/ 33093 h 66139"/>
                <a:gd name="connsiteX7" fmla="*/ 32068 w 44066"/>
                <a:gd name="connsiteY7" fmla="*/ 13410 h 66139"/>
                <a:gd name="connsiteX8" fmla="*/ 22033 w 44066"/>
                <a:gd name="connsiteY8" fmla="*/ 6834 h 66139"/>
                <a:gd name="connsiteX9" fmla="*/ 22033 w 44066"/>
                <a:gd name="connsiteY9" fmla="*/ 0 h 66139"/>
                <a:gd name="connsiteX10" fmla="*/ 38388 w 44066"/>
                <a:gd name="connsiteY10" fmla="*/ 8494 h 66139"/>
                <a:gd name="connsiteX11" fmla="*/ 44066 w 44066"/>
                <a:gd name="connsiteY11" fmla="*/ 33093 h 66139"/>
                <a:gd name="connsiteX12" fmla="*/ 38388 w 44066"/>
                <a:gd name="connsiteY12" fmla="*/ 57691 h 66139"/>
                <a:gd name="connsiteX13" fmla="*/ 22033 w 44066"/>
                <a:gd name="connsiteY13" fmla="*/ 66139 h 66139"/>
                <a:gd name="connsiteX14" fmla="*/ 5636 w 44066"/>
                <a:gd name="connsiteY14" fmla="*/ 57691 h 66139"/>
                <a:gd name="connsiteX15" fmla="*/ 0 w 44066"/>
                <a:gd name="connsiteY15" fmla="*/ 33093 h 66139"/>
                <a:gd name="connsiteX16" fmla="*/ 5636 w 44066"/>
                <a:gd name="connsiteY16" fmla="*/ 8494 h 66139"/>
                <a:gd name="connsiteX17" fmla="*/ 22033 w 44066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6" h="66139">
                  <a:moveTo>
                    <a:pt x="22033" y="6834"/>
                  </a:moveTo>
                  <a:cubicBezTo>
                    <a:pt x="17592" y="6834"/>
                    <a:pt x="14248" y="9030"/>
                    <a:pt x="11999" y="13410"/>
                  </a:cubicBezTo>
                  <a:cubicBezTo>
                    <a:pt x="9778" y="17764"/>
                    <a:pt x="8668" y="24321"/>
                    <a:pt x="8668" y="33093"/>
                  </a:cubicBezTo>
                  <a:cubicBezTo>
                    <a:pt x="8668" y="41827"/>
                    <a:pt x="9778" y="48394"/>
                    <a:pt x="11999" y="52775"/>
                  </a:cubicBezTo>
                  <a:cubicBezTo>
                    <a:pt x="14248" y="57137"/>
                    <a:pt x="17592" y="59314"/>
                    <a:pt x="22033" y="59314"/>
                  </a:cubicBezTo>
                  <a:cubicBezTo>
                    <a:pt x="26503" y="59314"/>
                    <a:pt x="29848" y="57137"/>
                    <a:pt x="32068" y="52775"/>
                  </a:cubicBezTo>
                  <a:cubicBezTo>
                    <a:pt x="34317" y="48394"/>
                    <a:pt x="35441" y="41827"/>
                    <a:pt x="35441" y="33093"/>
                  </a:cubicBezTo>
                  <a:cubicBezTo>
                    <a:pt x="35441" y="24321"/>
                    <a:pt x="34317" y="17764"/>
                    <a:pt x="32068" y="13410"/>
                  </a:cubicBezTo>
                  <a:cubicBezTo>
                    <a:pt x="29848" y="9030"/>
                    <a:pt x="26503" y="6834"/>
                    <a:pt x="22033" y="6834"/>
                  </a:cubicBezTo>
                  <a:moveTo>
                    <a:pt x="22033" y="0"/>
                  </a:moveTo>
                  <a:cubicBezTo>
                    <a:pt x="29178" y="0"/>
                    <a:pt x="34629" y="2832"/>
                    <a:pt x="38388" y="8494"/>
                  </a:cubicBezTo>
                  <a:cubicBezTo>
                    <a:pt x="42174" y="14130"/>
                    <a:pt x="44066" y="22329"/>
                    <a:pt x="44066" y="33093"/>
                  </a:cubicBezTo>
                  <a:cubicBezTo>
                    <a:pt x="44066" y="43819"/>
                    <a:pt x="42174" y="52019"/>
                    <a:pt x="38388" y="57691"/>
                  </a:cubicBezTo>
                  <a:cubicBezTo>
                    <a:pt x="34629" y="63326"/>
                    <a:pt x="29178" y="66139"/>
                    <a:pt x="22033" y="66139"/>
                  </a:cubicBezTo>
                  <a:cubicBezTo>
                    <a:pt x="14888" y="66139"/>
                    <a:pt x="9422" y="63326"/>
                    <a:pt x="5636" y="57691"/>
                  </a:cubicBezTo>
                  <a:cubicBezTo>
                    <a:pt x="1879" y="52019"/>
                    <a:pt x="0" y="43819"/>
                    <a:pt x="0" y="33093"/>
                  </a:cubicBezTo>
                  <a:cubicBezTo>
                    <a:pt x="0" y="22329"/>
                    <a:pt x="1879" y="14130"/>
                    <a:pt x="5636" y="8494"/>
                  </a:cubicBezTo>
                  <a:cubicBezTo>
                    <a:pt x="9422" y="2832"/>
                    <a:pt x="14888" y="0"/>
                    <a:pt x="22033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92552CD-055E-7C62-66C3-22598321CF22}"/>
                </a:ext>
              </a:extLst>
            </p:cNvPr>
            <p:cNvSpPr/>
            <p:nvPr/>
          </p:nvSpPr>
          <p:spPr>
            <a:xfrm>
              <a:off x="7095709" y="4871723"/>
              <a:ext cx="9009" cy="10846"/>
            </a:xfrm>
            <a:custGeom>
              <a:avLst/>
              <a:gdLst>
                <a:gd name="connsiteX0" fmla="*/ 0 w 9009"/>
                <a:gd name="connsiteY0" fmla="*/ 0 h 10846"/>
                <a:gd name="connsiteX1" fmla="*/ 9009 w 9009"/>
                <a:gd name="connsiteY1" fmla="*/ 0 h 10846"/>
                <a:gd name="connsiteX2" fmla="*/ 9009 w 9009"/>
                <a:gd name="connsiteY2" fmla="*/ 10846 h 10846"/>
                <a:gd name="connsiteX3" fmla="*/ 0 w 9009"/>
                <a:gd name="connsiteY3" fmla="*/ 10846 h 10846"/>
                <a:gd name="connsiteX4" fmla="*/ 0 w 9009"/>
                <a:gd name="connsiteY4" fmla="*/ 0 h 1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9" h="10846">
                  <a:moveTo>
                    <a:pt x="0" y="0"/>
                  </a:moveTo>
                  <a:lnTo>
                    <a:pt x="9009" y="0"/>
                  </a:lnTo>
                  <a:lnTo>
                    <a:pt x="9009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25C2AE63-9045-6153-0701-C8927D1D15E8}"/>
                </a:ext>
              </a:extLst>
            </p:cNvPr>
            <p:cNvSpPr/>
            <p:nvPr/>
          </p:nvSpPr>
          <p:spPr>
            <a:xfrm>
              <a:off x="7119919" y="4817666"/>
              <a:ext cx="44065" cy="66139"/>
            </a:xfrm>
            <a:custGeom>
              <a:avLst/>
              <a:gdLst>
                <a:gd name="connsiteX0" fmla="*/ 22033 w 44065"/>
                <a:gd name="connsiteY0" fmla="*/ 6834 h 66139"/>
                <a:gd name="connsiteX1" fmla="*/ 11998 w 44065"/>
                <a:gd name="connsiteY1" fmla="*/ 13410 h 66139"/>
                <a:gd name="connsiteX2" fmla="*/ 8668 w 44065"/>
                <a:gd name="connsiteY2" fmla="*/ 33093 h 66139"/>
                <a:gd name="connsiteX3" fmla="*/ 11998 w 44065"/>
                <a:gd name="connsiteY3" fmla="*/ 52775 h 66139"/>
                <a:gd name="connsiteX4" fmla="*/ 22033 w 44065"/>
                <a:gd name="connsiteY4" fmla="*/ 59314 h 66139"/>
                <a:gd name="connsiteX5" fmla="*/ 32067 w 44065"/>
                <a:gd name="connsiteY5" fmla="*/ 52775 h 66139"/>
                <a:gd name="connsiteX6" fmla="*/ 35441 w 44065"/>
                <a:gd name="connsiteY6" fmla="*/ 33093 h 66139"/>
                <a:gd name="connsiteX7" fmla="*/ 32067 w 44065"/>
                <a:gd name="connsiteY7" fmla="*/ 13410 h 66139"/>
                <a:gd name="connsiteX8" fmla="*/ 22033 w 44065"/>
                <a:gd name="connsiteY8" fmla="*/ 6834 h 66139"/>
                <a:gd name="connsiteX9" fmla="*/ 22033 w 44065"/>
                <a:gd name="connsiteY9" fmla="*/ 0 h 66139"/>
                <a:gd name="connsiteX10" fmla="*/ 38387 w 44065"/>
                <a:gd name="connsiteY10" fmla="*/ 8494 h 66139"/>
                <a:gd name="connsiteX11" fmla="*/ 44065 w 44065"/>
                <a:gd name="connsiteY11" fmla="*/ 33093 h 66139"/>
                <a:gd name="connsiteX12" fmla="*/ 38387 w 44065"/>
                <a:gd name="connsiteY12" fmla="*/ 57691 h 66139"/>
                <a:gd name="connsiteX13" fmla="*/ 22033 w 44065"/>
                <a:gd name="connsiteY13" fmla="*/ 66139 h 66139"/>
                <a:gd name="connsiteX14" fmla="*/ 5636 w 44065"/>
                <a:gd name="connsiteY14" fmla="*/ 57691 h 66139"/>
                <a:gd name="connsiteX15" fmla="*/ 0 w 44065"/>
                <a:gd name="connsiteY15" fmla="*/ 33093 h 66139"/>
                <a:gd name="connsiteX16" fmla="*/ 5636 w 44065"/>
                <a:gd name="connsiteY16" fmla="*/ 8494 h 66139"/>
                <a:gd name="connsiteX17" fmla="*/ 22033 w 44065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39">
                  <a:moveTo>
                    <a:pt x="22033" y="6834"/>
                  </a:moveTo>
                  <a:cubicBezTo>
                    <a:pt x="17592" y="6834"/>
                    <a:pt x="14247" y="9030"/>
                    <a:pt x="11998" y="13410"/>
                  </a:cubicBezTo>
                  <a:cubicBezTo>
                    <a:pt x="9778" y="17764"/>
                    <a:pt x="8668" y="24321"/>
                    <a:pt x="8668" y="33093"/>
                  </a:cubicBezTo>
                  <a:cubicBezTo>
                    <a:pt x="8668" y="41827"/>
                    <a:pt x="9778" y="48394"/>
                    <a:pt x="11998" y="52775"/>
                  </a:cubicBezTo>
                  <a:cubicBezTo>
                    <a:pt x="14247" y="57137"/>
                    <a:pt x="17592" y="59314"/>
                    <a:pt x="22033" y="59314"/>
                  </a:cubicBezTo>
                  <a:cubicBezTo>
                    <a:pt x="26502" y="59314"/>
                    <a:pt x="29847" y="57137"/>
                    <a:pt x="32067" y="52775"/>
                  </a:cubicBezTo>
                  <a:cubicBezTo>
                    <a:pt x="34317" y="48394"/>
                    <a:pt x="35441" y="41827"/>
                    <a:pt x="35441" y="33093"/>
                  </a:cubicBezTo>
                  <a:cubicBezTo>
                    <a:pt x="35441" y="24321"/>
                    <a:pt x="34317" y="17764"/>
                    <a:pt x="32067" y="13410"/>
                  </a:cubicBezTo>
                  <a:cubicBezTo>
                    <a:pt x="29847" y="9030"/>
                    <a:pt x="26502" y="6834"/>
                    <a:pt x="22033" y="6834"/>
                  </a:cubicBezTo>
                  <a:moveTo>
                    <a:pt x="22033" y="0"/>
                  </a:moveTo>
                  <a:cubicBezTo>
                    <a:pt x="29178" y="0"/>
                    <a:pt x="34629" y="2832"/>
                    <a:pt x="38387" y="8494"/>
                  </a:cubicBezTo>
                  <a:cubicBezTo>
                    <a:pt x="42173" y="14130"/>
                    <a:pt x="44065" y="22329"/>
                    <a:pt x="44065" y="33093"/>
                  </a:cubicBezTo>
                  <a:cubicBezTo>
                    <a:pt x="44065" y="43819"/>
                    <a:pt x="42173" y="52019"/>
                    <a:pt x="38387" y="57691"/>
                  </a:cubicBezTo>
                  <a:cubicBezTo>
                    <a:pt x="34629" y="63326"/>
                    <a:pt x="29178" y="66139"/>
                    <a:pt x="22033" y="66139"/>
                  </a:cubicBezTo>
                  <a:cubicBezTo>
                    <a:pt x="14888" y="66139"/>
                    <a:pt x="9422" y="63326"/>
                    <a:pt x="5636" y="57691"/>
                  </a:cubicBezTo>
                  <a:cubicBezTo>
                    <a:pt x="1879" y="52019"/>
                    <a:pt x="0" y="43819"/>
                    <a:pt x="0" y="33093"/>
                  </a:cubicBezTo>
                  <a:cubicBezTo>
                    <a:pt x="0" y="22329"/>
                    <a:pt x="1879" y="14130"/>
                    <a:pt x="5636" y="8494"/>
                  </a:cubicBezTo>
                  <a:cubicBezTo>
                    <a:pt x="9422" y="2832"/>
                    <a:pt x="14888" y="0"/>
                    <a:pt x="22033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D58DB3C-2DC4-9A6A-162F-1B201DCE7409}"/>
                </a:ext>
              </a:extLst>
            </p:cNvPr>
            <p:cNvSpPr/>
            <p:nvPr/>
          </p:nvSpPr>
          <p:spPr>
            <a:xfrm>
              <a:off x="7175557" y="4817666"/>
              <a:ext cx="44065" cy="66139"/>
            </a:xfrm>
            <a:custGeom>
              <a:avLst/>
              <a:gdLst>
                <a:gd name="connsiteX0" fmla="*/ 22032 w 44065"/>
                <a:gd name="connsiteY0" fmla="*/ 6834 h 66139"/>
                <a:gd name="connsiteX1" fmla="*/ 11998 w 44065"/>
                <a:gd name="connsiteY1" fmla="*/ 13410 h 66139"/>
                <a:gd name="connsiteX2" fmla="*/ 8668 w 44065"/>
                <a:gd name="connsiteY2" fmla="*/ 33093 h 66139"/>
                <a:gd name="connsiteX3" fmla="*/ 11998 w 44065"/>
                <a:gd name="connsiteY3" fmla="*/ 52775 h 66139"/>
                <a:gd name="connsiteX4" fmla="*/ 22032 w 44065"/>
                <a:gd name="connsiteY4" fmla="*/ 59314 h 66139"/>
                <a:gd name="connsiteX5" fmla="*/ 32067 w 44065"/>
                <a:gd name="connsiteY5" fmla="*/ 52775 h 66139"/>
                <a:gd name="connsiteX6" fmla="*/ 35440 w 44065"/>
                <a:gd name="connsiteY6" fmla="*/ 33093 h 66139"/>
                <a:gd name="connsiteX7" fmla="*/ 32067 w 44065"/>
                <a:gd name="connsiteY7" fmla="*/ 13410 h 66139"/>
                <a:gd name="connsiteX8" fmla="*/ 22032 w 44065"/>
                <a:gd name="connsiteY8" fmla="*/ 6834 h 66139"/>
                <a:gd name="connsiteX9" fmla="*/ 22032 w 44065"/>
                <a:gd name="connsiteY9" fmla="*/ 0 h 66139"/>
                <a:gd name="connsiteX10" fmla="*/ 38387 w 44065"/>
                <a:gd name="connsiteY10" fmla="*/ 8494 h 66139"/>
                <a:gd name="connsiteX11" fmla="*/ 44065 w 44065"/>
                <a:gd name="connsiteY11" fmla="*/ 33093 h 66139"/>
                <a:gd name="connsiteX12" fmla="*/ 38387 w 44065"/>
                <a:gd name="connsiteY12" fmla="*/ 57691 h 66139"/>
                <a:gd name="connsiteX13" fmla="*/ 22032 w 44065"/>
                <a:gd name="connsiteY13" fmla="*/ 66139 h 66139"/>
                <a:gd name="connsiteX14" fmla="*/ 5636 w 44065"/>
                <a:gd name="connsiteY14" fmla="*/ 57691 h 66139"/>
                <a:gd name="connsiteX15" fmla="*/ 0 w 44065"/>
                <a:gd name="connsiteY15" fmla="*/ 33093 h 66139"/>
                <a:gd name="connsiteX16" fmla="*/ 5636 w 44065"/>
                <a:gd name="connsiteY16" fmla="*/ 8494 h 66139"/>
                <a:gd name="connsiteX17" fmla="*/ 22032 w 44065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39">
                  <a:moveTo>
                    <a:pt x="22032" y="6834"/>
                  </a:moveTo>
                  <a:cubicBezTo>
                    <a:pt x="17591" y="6834"/>
                    <a:pt x="14247" y="9030"/>
                    <a:pt x="11998" y="13410"/>
                  </a:cubicBezTo>
                  <a:cubicBezTo>
                    <a:pt x="9778" y="17764"/>
                    <a:pt x="8668" y="24321"/>
                    <a:pt x="8668" y="33093"/>
                  </a:cubicBezTo>
                  <a:cubicBezTo>
                    <a:pt x="8668" y="41827"/>
                    <a:pt x="9778" y="48394"/>
                    <a:pt x="11998" y="52775"/>
                  </a:cubicBezTo>
                  <a:cubicBezTo>
                    <a:pt x="14247" y="57137"/>
                    <a:pt x="17591" y="59314"/>
                    <a:pt x="22032" y="59314"/>
                  </a:cubicBezTo>
                  <a:cubicBezTo>
                    <a:pt x="26502" y="59314"/>
                    <a:pt x="29847" y="57137"/>
                    <a:pt x="32067" y="52775"/>
                  </a:cubicBezTo>
                  <a:cubicBezTo>
                    <a:pt x="34316" y="48394"/>
                    <a:pt x="35440" y="41827"/>
                    <a:pt x="35440" y="33093"/>
                  </a:cubicBezTo>
                  <a:cubicBezTo>
                    <a:pt x="35440" y="24321"/>
                    <a:pt x="34316" y="17764"/>
                    <a:pt x="32067" y="13410"/>
                  </a:cubicBezTo>
                  <a:cubicBezTo>
                    <a:pt x="29847" y="9030"/>
                    <a:pt x="26502" y="6834"/>
                    <a:pt x="22032" y="6834"/>
                  </a:cubicBezTo>
                  <a:moveTo>
                    <a:pt x="22032" y="0"/>
                  </a:moveTo>
                  <a:cubicBezTo>
                    <a:pt x="29177" y="0"/>
                    <a:pt x="34629" y="2832"/>
                    <a:pt x="38387" y="8494"/>
                  </a:cubicBezTo>
                  <a:cubicBezTo>
                    <a:pt x="42173" y="14130"/>
                    <a:pt x="44065" y="22329"/>
                    <a:pt x="44065" y="33093"/>
                  </a:cubicBezTo>
                  <a:cubicBezTo>
                    <a:pt x="44065" y="43819"/>
                    <a:pt x="42173" y="52019"/>
                    <a:pt x="38387" y="57691"/>
                  </a:cubicBezTo>
                  <a:cubicBezTo>
                    <a:pt x="34629" y="63326"/>
                    <a:pt x="29177" y="66139"/>
                    <a:pt x="22032" y="66139"/>
                  </a:cubicBezTo>
                  <a:cubicBezTo>
                    <a:pt x="14887" y="66139"/>
                    <a:pt x="9422" y="63326"/>
                    <a:pt x="5636" y="57691"/>
                  </a:cubicBezTo>
                  <a:cubicBezTo>
                    <a:pt x="1879" y="52019"/>
                    <a:pt x="0" y="43819"/>
                    <a:pt x="0" y="33093"/>
                  </a:cubicBezTo>
                  <a:cubicBezTo>
                    <a:pt x="0" y="22329"/>
                    <a:pt x="1879" y="14130"/>
                    <a:pt x="5636" y="8494"/>
                  </a:cubicBezTo>
                  <a:cubicBezTo>
                    <a:pt x="9422" y="2832"/>
                    <a:pt x="14887" y="0"/>
                    <a:pt x="22032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CB1FDD6E-2E43-75C5-4374-7687EE954FF0}"/>
                </a:ext>
              </a:extLst>
            </p:cNvPr>
            <p:cNvSpPr/>
            <p:nvPr/>
          </p:nvSpPr>
          <p:spPr>
            <a:xfrm>
              <a:off x="7468141" y="4817666"/>
              <a:ext cx="44065" cy="66139"/>
            </a:xfrm>
            <a:custGeom>
              <a:avLst/>
              <a:gdLst>
                <a:gd name="connsiteX0" fmla="*/ 22032 w 44065"/>
                <a:gd name="connsiteY0" fmla="*/ 6834 h 66139"/>
                <a:gd name="connsiteX1" fmla="*/ 11998 w 44065"/>
                <a:gd name="connsiteY1" fmla="*/ 13410 h 66139"/>
                <a:gd name="connsiteX2" fmla="*/ 8668 w 44065"/>
                <a:gd name="connsiteY2" fmla="*/ 33093 h 66139"/>
                <a:gd name="connsiteX3" fmla="*/ 11998 w 44065"/>
                <a:gd name="connsiteY3" fmla="*/ 52775 h 66139"/>
                <a:gd name="connsiteX4" fmla="*/ 22032 w 44065"/>
                <a:gd name="connsiteY4" fmla="*/ 59314 h 66139"/>
                <a:gd name="connsiteX5" fmla="*/ 32067 w 44065"/>
                <a:gd name="connsiteY5" fmla="*/ 52775 h 66139"/>
                <a:gd name="connsiteX6" fmla="*/ 35440 w 44065"/>
                <a:gd name="connsiteY6" fmla="*/ 33093 h 66139"/>
                <a:gd name="connsiteX7" fmla="*/ 32067 w 44065"/>
                <a:gd name="connsiteY7" fmla="*/ 13410 h 66139"/>
                <a:gd name="connsiteX8" fmla="*/ 22032 w 44065"/>
                <a:gd name="connsiteY8" fmla="*/ 6834 h 66139"/>
                <a:gd name="connsiteX9" fmla="*/ 22032 w 44065"/>
                <a:gd name="connsiteY9" fmla="*/ 0 h 66139"/>
                <a:gd name="connsiteX10" fmla="*/ 38387 w 44065"/>
                <a:gd name="connsiteY10" fmla="*/ 8494 h 66139"/>
                <a:gd name="connsiteX11" fmla="*/ 44065 w 44065"/>
                <a:gd name="connsiteY11" fmla="*/ 33093 h 66139"/>
                <a:gd name="connsiteX12" fmla="*/ 38387 w 44065"/>
                <a:gd name="connsiteY12" fmla="*/ 57691 h 66139"/>
                <a:gd name="connsiteX13" fmla="*/ 22032 w 44065"/>
                <a:gd name="connsiteY13" fmla="*/ 66139 h 66139"/>
                <a:gd name="connsiteX14" fmla="*/ 5636 w 44065"/>
                <a:gd name="connsiteY14" fmla="*/ 57691 h 66139"/>
                <a:gd name="connsiteX15" fmla="*/ 0 w 44065"/>
                <a:gd name="connsiteY15" fmla="*/ 33093 h 66139"/>
                <a:gd name="connsiteX16" fmla="*/ 5636 w 44065"/>
                <a:gd name="connsiteY16" fmla="*/ 8494 h 66139"/>
                <a:gd name="connsiteX17" fmla="*/ 22032 w 44065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39">
                  <a:moveTo>
                    <a:pt x="22032" y="6834"/>
                  </a:moveTo>
                  <a:cubicBezTo>
                    <a:pt x="17591" y="6834"/>
                    <a:pt x="14247" y="9030"/>
                    <a:pt x="11998" y="13410"/>
                  </a:cubicBezTo>
                  <a:cubicBezTo>
                    <a:pt x="9778" y="17764"/>
                    <a:pt x="8668" y="24321"/>
                    <a:pt x="8668" y="33093"/>
                  </a:cubicBezTo>
                  <a:cubicBezTo>
                    <a:pt x="8668" y="41827"/>
                    <a:pt x="9778" y="48394"/>
                    <a:pt x="11998" y="52775"/>
                  </a:cubicBezTo>
                  <a:cubicBezTo>
                    <a:pt x="14247" y="57137"/>
                    <a:pt x="17591" y="59314"/>
                    <a:pt x="22032" y="59314"/>
                  </a:cubicBezTo>
                  <a:cubicBezTo>
                    <a:pt x="26502" y="59314"/>
                    <a:pt x="29847" y="57137"/>
                    <a:pt x="32067" y="52775"/>
                  </a:cubicBezTo>
                  <a:cubicBezTo>
                    <a:pt x="34316" y="48394"/>
                    <a:pt x="35440" y="41827"/>
                    <a:pt x="35440" y="33093"/>
                  </a:cubicBezTo>
                  <a:cubicBezTo>
                    <a:pt x="35440" y="24321"/>
                    <a:pt x="34316" y="17764"/>
                    <a:pt x="32067" y="13410"/>
                  </a:cubicBezTo>
                  <a:cubicBezTo>
                    <a:pt x="29847" y="9030"/>
                    <a:pt x="26502" y="6834"/>
                    <a:pt x="22032" y="6834"/>
                  </a:cubicBezTo>
                  <a:moveTo>
                    <a:pt x="22032" y="0"/>
                  </a:moveTo>
                  <a:cubicBezTo>
                    <a:pt x="29177" y="0"/>
                    <a:pt x="34629" y="2832"/>
                    <a:pt x="38387" y="8494"/>
                  </a:cubicBezTo>
                  <a:cubicBezTo>
                    <a:pt x="42173" y="14130"/>
                    <a:pt x="44065" y="22329"/>
                    <a:pt x="44065" y="33093"/>
                  </a:cubicBezTo>
                  <a:cubicBezTo>
                    <a:pt x="44065" y="43819"/>
                    <a:pt x="42173" y="52019"/>
                    <a:pt x="38387" y="57691"/>
                  </a:cubicBezTo>
                  <a:cubicBezTo>
                    <a:pt x="34629" y="63326"/>
                    <a:pt x="29177" y="66139"/>
                    <a:pt x="22032" y="66139"/>
                  </a:cubicBezTo>
                  <a:cubicBezTo>
                    <a:pt x="14887" y="66139"/>
                    <a:pt x="9422" y="63326"/>
                    <a:pt x="5636" y="57691"/>
                  </a:cubicBezTo>
                  <a:cubicBezTo>
                    <a:pt x="1879" y="52019"/>
                    <a:pt x="0" y="43819"/>
                    <a:pt x="0" y="33093"/>
                  </a:cubicBezTo>
                  <a:cubicBezTo>
                    <a:pt x="0" y="22329"/>
                    <a:pt x="1879" y="14130"/>
                    <a:pt x="5636" y="8494"/>
                  </a:cubicBezTo>
                  <a:cubicBezTo>
                    <a:pt x="9422" y="2832"/>
                    <a:pt x="14887" y="0"/>
                    <a:pt x="22032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86ED38B-BD17-1066-1032-62469A97E174}"/>
                </a:ext>
              </a:extLst>
            </p:cNvPr>
            <p:cNvSpPr/>
            <p:nvPr/>
          </p:nvSpPr>
          <p:spPr>
            <a:xfrm>
              <a:off x="7527365" y="4871723"/>
              <a:ext cx="9010" cy="10846"/>
            </a:xfrm>
            <a:custGeom>
              <a:avLst/>
              <a:gdLst>
                <a:gd name="connsiteX0" fmla="*/ 0 w 9010"/>
                <a:gd name="connsiteY0" fmla="*/ 0 h 10846"/>
                <a:gd name="connsiteX1" fmla="*/ 9010 w 9010"/>
                <a:gd name="connsiteY1" fmla="*/ 0 h 10846"/>
                <a:gd name="connsiteX2" fmla="*/ 9010 w 9010"/>
                <a:gd name="connsiteY2" fmla="*/ 10846 h 10846"/>
                <a:gd name="connsiteX3" fmla="*/ 0 w 9010"/>
                <a:gd name="connsiteY3" fmla="*/ 10846 h 10846"/>
                <a:gd name="connsiteX4" fmla="*/ 0 w 9010"/>
                <a:gd name="connsiteY4" fmla="*/ 0 h 1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0" h="10846">
                  <a:moveTo>
                    <a:pt x="0" y="0"/>
                  </a:moveTo>
                  <a:lnTo>
                    <a:pt x="9010" y="0"/>
                  </a:lnTo>
                  <a:lnTo>
                    <a:pt x="9010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054D652A-C578-FE5F-4890-CAB0CA76E855}"/>
                </a:ext>
              </a:extLst>
            </p:cNvPr>
            <p:cNvSpPr/>
            <p:nvPr/>
          </p:nvSpPr>
          <p:spPr>
            <a:xfrm>
              <a:off x="7552217" y="4817666"/>
              <a:ext cx="40478" cy="64903"/>
            </a:xfrm>
            <a:custGeom>
              <a:avLst/>
              <a:gdLst>
                <a:gd name="connsiteX0" fmla="*/ 10376 w 40478"/>
                <a:gd name="connsiteY0" fmla="*/ 57645 h 64903"/>
                <a:gd name="connsiteX1" fmla="*/ 40479 w 40478"/>
                <a:gd name="connsiteY1" fmla="*/ 57645 h 64903"/>
                <a:gd name="connsiteX2" fmla="*/ 40479 w 40478"/>
                <a:gd name="connsiteY2" fmla="*/ 64903 h 64903"/>
                <a:gd name="connsiteX3" fmla="*/ 0 w 40478"/>
                <a:gd name="connsiteY3" fmla="*/ 64903 h 64903"/>
                <a:gd name="connsiteX4" fmla="*/ 0 w 40478"/>
                <a:gd name="connsiteY4" fmla="*/ 57645 h 64903"/>
                <a:gd name="connsiteX5" fmla="*/ 13364 w 40478"/>
                <a:gd name="connsiteY5" fmla="*/ 44022 h 64903"/>
                <a:gd name="connsiteX6" fmla="*/ 24039 w 40478"/>
                <a:gd name="connsiteY6" fmla="*/ 32964 h 64903"/>
                <a:gd name="connsiteX7" fmla="*/ 29804 w 40478"/>
                <a:gd name="connsiteY7" fmla="*/ 25105 h 64903"/>
                <a:gd name="connsiteX8" fmla="*/ 31469 w 40478"/>
                <a:gd name="connsiteY8" fmla="*/ 18742 h 64903"/>
                <a:gd name="connsiteX9" fmla="*/ 27882 w 40478"/>
                <a:gd name="connsiteY9" fmla="*/ 10459 h 64903"/>
                <a:gd name="connsiteX10" fmla="*/ 18617 w 40478"/>
                <a:gd name="connsiteY10" fmla="*/ 7259 h 64903"/>
                <a:gd name="connsiteX11" fmla="*/ 10034 w 40478"/>
                <a:gd name="connsiteY11" fmla="*/ 8670 h 64903"/>
                <a:gd name="connsiteX12" fmla="*/ 427 w 40478"/>
                <a:gd name="connsiteY12" fmla="*/ 12940 h 64903"/>
                <a:gd name="connsiteX13" fmla="*/ 427 w 40478"/>
                <a:gd name="connsiteY13" fmla="*/ 4224 h 64903"/>
                <a:gd name="connsiteX14" fmla="*/ 10162 w 40478"/>
                <a:gd name="connsiteY14" fmla="*/ 1070 h 64903"/>
                <a:gd name="connsiteX15" fmla="*/ 18446 w 40478"/>
                <a:gd name="connsiteY15" fmla="*/ 0 h 64903"/>
                <a:gd name="connsiteX16" fmla="*/ 34245 w 40478"/>
                <a:gd name="connsiteY16" fmla="*/ 4953 h 64903"/>
                <a:gd name="connsiteX17" fmla="*/ 40137 w 40478"/>
                <a:gd name="connsiteY17" fmla="*/ 18188 h 64903"/>
                <a:gd name="connsiteX18" fmla="*/ 38643 w 40478"/>
                <a:gd name="connsiteY18" fmla="*/ 25659 h 64903"/>
                <a:gd name="connsiteX19" fmla="*/ 33306 w 40478"/>
                <a:gd name="connsiteY19" fmla="*/ 33950 h 64903"/>
                <a:gd name="connsiteX20" fmla="*/ 26516 w 40478"/>
                <a:gd name="connsiteY20" fmla="*/ 41117 h 64903"/>
                <a:gd name="connsiteX21" fmla="*/ 10376 w 40478"/>
                <a:gd name="connsiteY21" fmla="*/ 57645 h 6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0478" h="64903">
                  <a:moveTo>
                    <a:pt x="10376" y="57645"/>
                  </a:moveTo>
                  <a:lnTo>
                    <a:pt x="40479" y="57645"/>
                  </a:lnTo>
                  <a:lnTo>
                    <a:pt x="40479" y="64903"/>
                  </a:lnTo>
                  <a:lnTo>
                    <a:pt x="0" y="64903"/>
                  </a:lnTo>
                  <a:lnTo>
                    <a:pt x="0" y="57645"/>
                  </a:lnTo>
                  <a:cubicBezTo>
                    <a:pt x="3273" y="54260"/>
                    <a:pt x="7728" y="49713"/>
                    <a:pt x="13364" y="44022"/>
                  </a:cubicBezTo>
                  <a:cubicBezTo>
                    <a:pt x="19029" y="38304"/>
                    <a:pt x="22587" y="34615"/>
                    <a:pt x="24039" y="32964"/>
                  </a:cubicBezTo>
                  <a:cubicBezTo>
                    <a:pt x="26801" y="29855"/>
                    <a:pt x="28722" y="27236"/>
                    <a:pt x="29804" y="25105"/>
                  </a:cubicBezTo>
                  <a:cubicBezTo>
                    <a:pt x="30914" y="22938"/>
                    <a:pt x="31469" y="20817"/>
                    <a:pt x="31469" y="18742"/>
                  </a:cubicBezTo>
                  <a:cubicBezTo>
                    <a:pt x="31469" y="15357"/>
                    <a:pt x="30274" y="12590"/>
                    <a:pt x="27882" y="10459"/>
                  </a:cubicBezTo>
                  <a:cubicBezTo>
                    <a:pt x="25520" y="8329"/>
                    <a:pt x="22431" y="7259"/>
                    <a:pt x="18617" y="7259"/>
                  </a:cubicBezTo>
                  <a:cubicBezTo>
                    <a:pt x="15913" y="7259"/>
                    <a:pt x="13052" y="7729"/>
                    <a:pt x="10034" y="8670"/>
                  </a:cubicBezTo>
                  <a:cubicBezTo>
                    <a:pt x="7045" y="9611"/>
                    <a:pt x="3842" y="11031"/>
                    <a:pt x="427" y="12940"/>
                  </a:cubicBezTo>
                  <a:lnTo>
                    <a:pt x="427" y="4224"/>
                  </a:lnTo>
                  <a:cubicBezTo>
                    <a:pt x="3900" y="2832"/>
                    <a:pt x="7145" y="1780"/>
                    <a:pt x="10162" y="1070"/>
                  </a:cubicBezTo>
                  <a:cubicBezTo>
                    <a:pt x="13179" y="360"/>
                    <a:pt x="15940" y="0"/>
                    <a:pt x="18446" y="0"/>
                  </a:cubicBezTo>
                  <a:cubicBezTo>
                    <a:pt x="25050" y="0"/>
                    <a:pt x="30316" y="1651"/>
                    <a:pt x="34245" y="4953"/>
                  </a:cubicBezTo>
                  <a:cubicBezTo>
                    <a:pt x="38173" y="8255"/>
                    <a:pt x="40137" y="12663"/>
                    <a:pt x="40137" y="18188"/>
                  </a:cubicBezTo>
                  <a:cubicBezTo>
                    <a:pt x="40137" y="20807"/>
                    <a:pt x="39639" y="23298"/>
                    <a:pt x="38643" y="25659"/>
                  </a:cubicBezTo>
                  <a:cubicBezTo>
                    <a:pt x="37675" y="27992"/>
                    <a:pt x="35896" y="30759"/>
                    <a:pt x="33306" y="33950"/>
                  </a:cubicBezTo>
                  <a:cubicBezTo>
                    <a:pt x="32594" y="34771"/>
                    <a:pt x="30330" y="37160"/>
                    <a:pt x="26516" y="41117"/>
                  </a:cubicBezTo>
                  <a:cubicBezTo>
                    <a:pt x="22702" y="45046"/>
                    <a:pt x="17322" y="50552"/>
                    <a:pt x="10376" y="57645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B82562AD-F242-7642-7342-57AFCADB5127}"/>
                </a:ext>
              </a:extLst>
            </p:cNvPr>
            <p:cNvSpPr/>
            <p:nvPr/>
          </p:nvSpPr>
          <p:spPr>
            <a:xfrm>
              <a:off x="7608196" y="4818819"/>
              <a:ext cx="41247" cy="64986"/>
            </a:xfrm>
            <a:custGeom>
              <a:avLst/>
              <a:gdLst>
                <a:gd name="connsiteX0" fmla="*/ 2689 w 41247"/>
                <a:gd name="connsiteY0" fmla="*/ 0 h 64986"/>
                <a:gd name="connsiteX1" fmla="*/ 36550 w 41247"/>
                <a:gd name="connsiteY1" fmla="*/ 0 h 64986"/>
                <a:gd name="connsiteX2" fmla="*/ 36550 w 41247"/>
                <a:gd name="connsiteY2" fmla="*/ 7259 h 64986"/>
                <a:gd name="connsiteX3" fmla="*/ 10589 w 41247"/>
                <a:gd name="connsiteY3" fmla="*/ 7259 h 64986"/>
                <a:gd name="connsiteX4" fmla="*/ 10589 w 41247"/>
                <a:gd name="connsiteY4" fmla="*/ 22883 h 64986"/>
                <a:gd name="connsiteX5" fmla="*/ 14347 w 41247"/>
                <a:gd name="connsiteY5" fmla="*/ 21951 h 64986"/>
                <a:gd name="connsiteX6" fmla="*/ 18104 w 41247"/>
                <a:gd name="connsiteY6" fmla="*/ 21610 h 64986"/>
                <a:gd name="connsiteX7" fmla="*/ 35013 w 41247"/>
                <a:gd name="connsiteY7" fmla="*/ 27457 h 64986"/>
                <a:gd name="connsiteX8" fmla="*/ 41248 w 41247"/>
                <a:gd name="connsiteY8" fmla="*/ 43294 h 64986"/>
                <a:gd name="connsiteX9" fmla="*/ 34842 w 41247"/>
                <a:gd name="connsiteY9" fmla="*/ 59314 h 64986"/>
                <a:gd name="connsiteX10" fmla="*/ 16781 w 41247"/>
                <a:gd name="connsiteY10" fmla="*/ 64986 h 64986"/>
                <a:gd name="connsiteX11" fmla="*/ 8582 w 41247"/>
                <a:gd name="connsiteY11" fmla="*/ 64304 h 64986"/>
                <a:gd name="connsiteX12" fmla="*/ 0 w 41247"/>
                <a:gd name="connsiteY12" fmla="*/ 62256 h 64986"/>
                <a:gd name="connsiteX13" fmla="*/ 0 w 41247"/>
                <a:gd name="connsiteY13" fmla="*/ 53586 h 64986"/>
                <a:gd name="connsiteX14" fmla="*/ 7942 w 41247"/>
                <a:gd name="connsiteY14" fmla="*/ 56704 h 64986"/>
                <a:gd name="connsiteX15" fmla="*/ 16610 w 41247"/>
                <a:gd name="connsiteY15" fmla="*/ 57728 h 64986"/>
                <a:gd name="connsiteX16" fmla="*/ 28310 w 41247"/>
                <a:gd name="connsiteY16" fmla="*/ 53845 h 64986"/>
                <a:gd name="connsiteX17" fmla="*/ 32622 w 41247"/>
                <a:gd name="connsiteY17" fmla="*/ 43294 h 64986"/>
                <a:gd name="connsiteX18" fmla="*/ 28310 w 41247"/>
                <a:gd name="connsiteY18" fmla="*/ 32751 h 64986"/>
                <a:gd name="connsiteX19" fmla="*/ 16610 w 41247"/>
                <a:gd name="connsiteY19" fmla="*/ 28869 h 64986"/>
                <a:gd name="connsiteX20" fmla="*/ 9693 w 41247"/>
                <a:gd name="connsiteY20" fmla="*/ 29634 h 64986"/>
                <a:gd name="connsiteX21" fmla="*/ 2689 w 41247"/>
                <a:gd name="connsiteY21" fmla="*/ 32023 h 64986"/>
                <a:gd name="connsiteX22" fmla="*/ 2689 w 41247"/>
                <a:gd name="connsiteY22" fmla="*/ 0 h 6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247" h="64986">
                  <a:moveTo>
                    <a:pt x="2689" y="0"/>
                  </a:moveTo>
                  <a:lnTo>
                    <a:pt x="36550" y="0"/>
                  </a:lnTo>
                  <a:lnTo>
                    <a:pt x="36550" y="7259"/>
                  </a:lnTo>
                  <a:lnTo>
                    <a:pt x="10589" y="7259"/>
                  </a:lnTo>
                  <a:lnTo>
                    <a:pt x="10589" y="22883"/>
                  </a:lnTo>
                  <a:cubicBezTo>
                    <a:pt x="11842" y="22458"/>
                    <a:pt x="13094" y="22145"/>
                    <a:pt x="14347" y="21951"/>
                  </a:cubicBezTo>
                  <a:cubicBezTo>
                    <a:pt x="15599" y="21721"/>
                    <a:pt x="16852" y="21610"/>
                    <a:pt x="18104" y="21610"/>
                  </a:cubicBezTo>
                  <a:cubicBezTo>
                    <a:pt x="25221" y="21610"/>
                    <a:pt x="30857" y="23556"/>
                    <a:pt x="35013" y="27457"/>
                  </a:cubicBezTo>
                  <a:cubicBezTo>
                    <a:pt x="39170" y="31359"/>
                    <a:pt x="41248" y="36634"/>
                    <a:pt x="41248" y="43294"/>
                  </a:cubicBezTo>
                  <a:cubicBezTo>
                    <a:pt x="41248" y="50155"/>
                    <a:pt x="39113" y="55496"/>
                    <a:pt x="34842" y="59314"/>
                  </a:cubicBezTo>
                  <a:cubicBezTo>
                    <a:pt x="30573" y="63096"/>
                    <a:pt x="24552" y="64986"/>
                    <a:pt x="16781" y="64986"/>
                  </a:cubicBezTo>
                  <a:cubicBezTo>
                    <a:pt x="14105" y="64986"/>
                    <a:pt x="11372" y="64756"/>
                    <a:pt x="8582" y="64304"/>
                  </a:cubicBezTo>
                  <a:cubicBezTo>
                    <a:pt x="5822" y="63852"/>
                    <a:pt x="2961" y="63169"/>
                    <a:pt x="0" y="62256"/>
                  </a:cubicBezTo>
                  <a:lnTo>
                    <a:pt x="0" y="53586"/>
                  </a:lnTo>
                  <a:cubicBezTo>
                    <a:pt x="2561" y="54979"/>
                    <a:pt x="5209" y="56021"/>
                    <a:pt x="7942" y="56704"/>
                  </a:cubicBezTo>
                  <a:cubicBezTo>
                    <a:pt x="10675" y="57386"/>
                    <a:pt x="13564" y="57728"/>
                    <a:pt x="16610" y="57728"/>
                  </a:cubicBezTo>
                  <a:cubicBezTo>
                    <a:pt x="21534" y="57728"/>
                    <a:pt x="25435" y="56437"/>
                    <a:pt x="28310" y="53845"/>
                  </a:cubicBezTo>
                  <a:cubicBezTo>
                    <a:pt x="31184" y="51253"/>
                    <a:pt x="32622" y="47739"/>
                    <a:pt x="32622" y="43294"/>
                  </a:cubicBezTo>
                  <a:cubicBezTo>
                    <a:pt x="32622" y="38857"/>
                    <a:pt x="31184" y="35343"/>
                    <a:pt x="28310" y="32751"/>
                  </a:cubicBezTo>
                  <a:cubicBezTo>
                    <a:pt x="25435" y="30160"/>
                    <a:pt x="21534" y="28869"/>
                    <a:pt x="16610" y="28869"/>
                  </a:cubicBezTo>
                  <a:cubicBezTo>
                    <a:pt x="14304" y="28869"/>
                    <a:pt x="11998" y="29127"/>
                    <a:pt x="9693" y="29634"/>
                  </a:cubicBezTo>
                  <a:cubicBezTo>
                    <a:pt x="7415" y="30141"/>
                    <a:pt x="5081" y="30944"/>
                    <a:pt x="2689" y="32023"/>
                  </a:cubicBezTo>
                  <a:lnTo>
                    <a:pt x="2689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B8F8DFBD-80B3-ED32-71ED-A9A2D3DE3C44}"/>
                </a:ext>
              </a:extLst>
            </p:cNvPr>
            <p:cNvSpPr/>
            <p:nvPr/>
          </p:nvSpPr>
          <p:spPr>
            <a:xfrm>
              <a:off x="7897957" y="4817666"/>
              <a:ext cx="44068" cy="66139"/>
            </a:xfrm>
            <a:custGeom>
              <a:avLst/>
              <a:gdLst>
                <a:gd name="connsiteX0" fmla="*/ 22034 w 44068"/>
                <a:gd name="connsiteY0" fmla="*/ 6834 h 66139"/>
                <a:gd name="connsiteX1" fmla="*/ 11999 w 44068"/>
                <a:gd name="connsiteY1" fmla="*/ 13410 h 66139"/>
                <a:gd name="connsiteX2" fmla="*/ 8670 w 44068"/>
                <a:gd name="connsiteY2" fmla="*/ 33093 h 66139"/>
                <a:gd name="connsiteX3" fmla="*/ 11999 w 44068"/>
                <a:gd name="connsiteY3" fmla="*/ 52775 h 66139"/>
                <a:gd name="connsiteX4" fmla="*/ 22034 w 44068"/>
                <a:gd name="connsiteY4" fmla="*/ 59314 h 66139"/>
                <a:gd name="connsiteX5" fmla="*/ 32069 w 44068"/>
                <a:gd name="connsiteY5" fmla="*/ 52775 h 66139"/>
                <a:gd name="connsiteX6" fmla="*/ 35445 w 44068"/>
                <a:gd name="connsiteY6" fmla="*/ 33093 h 66139"/>
                <a:gd name="connsiteX7" fmla="*/ 32069 w 44068"/>
                <a:gd name="connsiteY7" fmla="*/ 13410 h 66139"/>
                <a:gd name="connsiteX8" fmla="*/ 22034 w 44068"/>
                <a:gd name="connsiteY8" fmla="*/ 6834 h 66139"/>
                <a:gd name="connsiteX9" fmla="*/ 22034 w 44068"/>
                <a:gd name="connsiteY9" fmla="*/ 0 h 66139"/>
                <a:gd name="connsiteX10" fmla="*/ 38387 w 44068"/>
                <a:gd name="connsiteY10" fmla="*/ 8494 h 66139"/>
                <a:gd name="connsiteX11" fmla="*/ 44068 w 44068"/>
                <a:gd name="connsiteY11" fmla="*/ 33093 h 66139"/>
                <a:gd name="connsiteX12" fmla="*/ 38387 w 44068"/>
                <a:gd name="connsiteY12" fmla="*/ 57691 h 66139"/>
                <a:gd name="connsiteX13" fmla="*/ 22034 w 44068"/>
                <a:gd name="connsiteY13" fmla="*/ 66139 h 66139"/>
                <a:gd name="connsiteX14" fmla="*/ 5645 w 44068"/>
                <a:gd name="connsiteY14" fmla="*/ 57691 h 66139"/>
                <a:gd name="connsiteX15" fmla="*/ 0 w 44068"/>
                <a:gd name="connsiteY15" fmla="*/ 33093 h 66139"/>
                <a:gd name="connsiteX16" fmla="*/ 5645 w 44068"/>
                <a:gd name="connsiteY16" fmla="*/ 8494 h 66139"/>
                <a:gd name="connsiteX17" fmla="*/ 22034 w 44068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8" h="66139">
                  <a:moveTo>
                    <a:pt x="22034" y="6834"/>
                  </a:moveTo>
                  <a:cubicBezTo>
                    <a:pt x="17598" y="6834"/>
                    <a:pt x="14250" y="9030"/>
                    <a:pt x="11999" y="13410"/>
                  </a:cubicBezTo>
                  <a:cubicBezTo>
                    <a:pt x="9777" y="17764"/>
                    <a:pt x="8670" y="24321"/>
                    <a:pt x="8670" y="33093"/>
                  </a:cubicBezTo>
                  <a:cubicBezTo>
                    <a:pt x="8670" y="41827"/>
                    <a:pt x="9777" y="48394"/>
                    <a:pt x="11999" y="52775"/>
                  </a:cubicBezTo>
                  <a:cubicBezTo>
                    <a:pt x="14250" y="57137"/>
                    <a:pt x="17598" y="59314"/>
                    <a:pt x="22034" y="59314"/>
                  </a:cubicBezTo>
                  <a:cubicBezTo>
                    <a:pt x="26507" y="59314"/>
                    <a:pt x="29846" y="57137"/>
                    <a:pt x="32069" y="52775"/>
                  </a:cubicBezTo>
                  <a:cubicBezTo>
                    <a:pt x="34319" y="48394"/>
                    <a:pt x="35445" y="41827"/>
                    <a:pt x="35445" y="33093"/>
                  </a:cubicBezTo>
                  <a:cubicBezTo>
                    <a:pt x="35445" y="24321"/>
                    <a:pt x="34319" y="17764"/>
                    <a:pt x="32069" y="13410"/>
                  </a:cubicBezTo>
                  <a:cubicBezTo>
                    <a:pt x="29846" y="9030"/>
                    <a:pt x="26507" y="6834"/>
                    <a:pt x="22034" y="6834"/>
                  </a:cubicBezTo>
                  <a:moveTo>
                    <a:pt x="22034" y="0"/>
                  </a:moveTo>
                  <a:cubicBezTo>
                    <a:pt x="29182" y="0"/>
                    <a:pt x="34633" y="2832"/>
                    <a:pt x="38387" y="8494"/>
                  </a:cubicBezTo>
                  <a:cubicBezTo>
                    <a:pt x="42178" y="14130"/>
                    <a:pt x="44068" y="22329"/>
                    <a:pt x="44068" y="33093"/>
                  </a:cubicBezTo>
                  <a:cubicBezTo>
                    <a:pt x="44068" y="43819"/>
                    <a:pt x="42178" y="52019"/>
                    <a:pt x="38387" y="57691"/>
                  </a:cubicBezTo>
                  <a:cubicBezTo>
                    <a:pt x="34633" y="63326"/>
                    <a:pt x="29182" y="66139"/>
                    <a:pt x="22034" y="66139"/>
                  </a:cubicBezTo>
                  <a:cubicBezTo>
                    <a:pt x="14886" y="66139"/>
                    <a:pt x="9426" y="63326"/>
                    <a:pt x="5645" y="57691"/>
                  </a:cubicBezTo>
                  <a:cubicBezTo>
                    <a:pt x="1882" y="52019"/>
                    <a:pt x="0" y="43819"/>
                    <a:pt x="0" y="33093"/>
                  </a:cubicBezTo>
                  <a:cubicBezTo>
                    <a:pt x="0" y="22329"/>
                    <a:pt x="1882" y="14130"/>
                    <a:pt x="5645" y="8494"/>
                  </a:cubicBezTo>
                  <a:cubicBezTo>
                    <a:pt x="9426" y="2832"/>
                    <a:pt x="14886" y="0"/>
                    <a:pt x="22034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A98E6F0E-2100-6306-03A0-629690BD59F2}"/>
                </a:ext>
              </a:extLst>
            </p:cNvPr>
            <p:cNvSpPr/>
            <p:nvPr/>
          </p:nvSpPr>
          <p:spPr>
            <a:xfrm>
              <a:off x="7957189" y="4871723"/>
              <a:ext cx="9010" cy="10846"/>
            </a:xfrm>
            <a:custGeom>
              <a:avLst/>
              <a:gdLst>
                <a:gd name="connsiteX0" fmla="*/ 0 w 9010"/>
                <a:gd name="connsiteY0" fmla="*/ 0 h 10846"/>
                <a:gd name="connsiteX1" fmla="*/ 9011 w 9010"/>
                <a:gd name="connsiteY1" fmla="*/ 0 h 10846"/>
                <a:gd name="connsiteX2" fmla="*/ 9011 w 9010"/>
                <a:gd name="connsiteY2" fmla="*/ 10846 h 10846"/>
                <a:gd name="connsiteX3" fmla="*/ 0 w 9010"/>
                <a:gd name="connsiteY3" fmla="*/ 10846 h 10846"/>
                <a:gd name="connsiteX4" fmla="*/ 0 w 9010"/>
                <a:gd name="connsiteY4" fmla="*/ 0 h 1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0" h="10846">
                  <a:moveTo>
                    <a:pt x="0" y="0"/>
                  </a:moveTo>
                  <a:lnTo>
                    <a:pt x="9011" y="0"/>
                  </a:lnTo>
                  <a:lnTo>
                    <a:pt x="9011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80436524-0AFA-E92A-80EC-946A91741135}"/>
                </a:ext>
              </a:extLst>
            </p:cNvPr>
            <p:cNvSpPr/>
            <p:nvPr/>
          </p:nvSpPr>
          <p:spPr>
            <a:xfrm>
              <a:off x="7982377" y="4818819"/>
              <a:ext cx="41245" cy="64986"/>
            </a:xfrm>
            <a:custGeom>
              <a:avLst/>
              <a:gdLst>
                <a:gd name="connsiteX0" fmla="*/ 2693 w 41245"/>
                <a:gd name="connsiteY0" fmla="*/ 0 h 64986"/>
                <a:gd name="connsiteX1" fmla="*/ 36551 w 41245"/>
                <a:gd name="connsiteY1" fmla="*/ 0 h 64986"/>
                <a:gd name="connsiteX2" fmla="*/ 36551 w 41245"/>
                <a:gd name="connsiteY2" fmla="*/ 7259 h 64986"/>
                <a:gd name="connsiteX3" fmla="*/ 10588 w 41245"/>
                <a:gd name="connsiteY3" fmla="*/ 7259 h 64986"/>
                <a:gd name="connsiteX4" fmla="*/ 10588 w 41245"/>
                <a:gd name="connsiteY4" fmla="*/ 22883 h 64986"/>
                <a:gd name="connsiteX5" fmla="*/ 14351 w 41245"/>
                <a:gd name="connsiteY5" fmla="*/ 21951 h 64986"/>
                <a:gd name="connsiteX6" fmla="*/ 18105 w 41245"/>
                <a:gd name="connsiteY6" fmla="*/ 21610 h 64986"/>
                <a:gd name="connsiteX7" fmla="*/ 35011 w 41245"/>
                <a:gd name="connsiteY7" fmla="*/ 27457 h 64986"/>
                <a:gd name="connsiteX8" fmla="*/ 41246 w 41245"/>
                <a:gd name="connsiteY8" fmla="*/ 43294 h 64986"/>
                <a:gd name="connsiteX9" fmla="*/ 34845 w 41245"/>
                <a:gd name="connsiteY9" fmla="*/ 59314 h 64986"/>
                <a:gd name="connsiteX10" fmla="*/ 16786 w 41245"/>
                <a:gd name="connsiteY10" fmla="*/ 64986 h 64986"/>
                <a:gd name="connsiteX11" fmla="*/ 8587 w 41245"/>
                <a:gd name="connsiteY11" fmla="*/ 64304 h 64986"/>
                <a:gd name="connsiteX12" fmla="*/ 0 w 41245"/>
                <a:gd name="connsiteY12" fmla="*/ 62256 h 64986"/>
                <a:gd name="connsiteX13" fmla="*/ 0 w 41245"/>
                <a:gd name="connsiteY13" fmla="*/ 53586 h 64986"/>
                <a:gd name="connsiteX14" fmla="*/ 7941 w 41245"/>
                <a:gd name="connsiteY14" fmla="*/ 56704 h 64986"/>
                <a:gd name="connsiteX15" fmla="*/ 16611 w 41245"/>
                <a:gd name="connsiteY15" fmla="*/ 57728 h 64986"/>
                <a:gd name="connsiteX16" fmla="*/ 28315 w 41245"/>
                <a:gd name="connsiteY16" fmla="*/ 53845 h 64986"/>
                <a:gd name="connsiteX17" fmla="*/ 32622 w 41245"/>
                <a:gd name="connsiteY17" fmla="*/ 43294 h 64986"/>
                <a:gd name="connsiteX18" fmla="*/ 28315 w 41245"/>
                <a:gd name="connsiteY18" fmla="*/ 32751 h 64986"/>
                <a:gd name="connsiteX19" fmla="*/ 16611 w 41245"/>
                <a:gd name="connsiteY19" fmla="*/ 28869 h 64986"/>
                <a:gd name="connsiteX20" fmla="*/ 9694 w 41245"/>
                <a:gd name="connsiteY20" fmla="*/ 29634 h 64986"/>
                <a:gd name="connsiteX21" fmla="*/ 2693 w 41245"/>
                <a:gd name="connsiteY21" fmla="*/ 32023 h 64986"/>
                <a:gd name="connsiteX22" fmla="*/ 2693 w 41245"/>
                <a:gd name="connsiteY22" fmla="*/ 0 h 6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245" h="64986">
                  <a:moveTo>
                    <a:pt x="2693" y="0"/>
                  </a:moveTo>
                  <a:lnTo>
                    <a:pt x="36551" y="0"/>
                  </a:lnTo>
                  <a:lnTo>
                    <a:pt x="36551" y="7259"/>
                  </a:lnTo>
                  <a:lnTo>
                    <a:pt x="10588" y="7259"/>
                  </a:lnTo>
                  <a:lnTo>
                    <a:pt x="10588" y="22883"/>
                  </a:lnTo>
                  <a:cubicBezTo>
                    <a:pt x="11842" y="22458"/>
                    <a:pt x="13097" y="22145"/>
                    <a:pt x="14351" y="21951"/>
                  </a:cubicBezTo>
                  <a:cubicBezTo>
                    <a:pt x="15596" y="21721"/>
                    <a:pt x="16851" y="21610"/>
                    <a:pt x="18105" y="21610"/>
                  </a:cubicBezTo>
                  <a:cubicBezTo>
                    <a:pt x="25225" y="21610"/>
                    <a:pt x="30861" y="23556"/>
                    <a:pt x="35011" y="27457"/>
                  </a:cubicBezTo>
                  <a:cubicBezTo>
                    <a:pt x="39171" y="31359"/>
                    <a:pt x="41246" y="36634"/>
                    <a:pt x="41246" y="43294"/>
                  </a:cubicBezTo>
                  <a:cubicBezTo>
                    <a:pt x="41246" y="50155"/>
                    <a:pt x="39115" y="55496"/>
                    <a:pt x="34845" y="59314"/>
                  </a:cubicBezTo>
                  <a:cubicBezTo>
                    <a:pt x="30575" y="63096"/>
                    <a:pt x="24552" y="64986"/>
                    <a:pt x="16786" y="64986"/>
                  </a:cubicBezTo>
                  <a:cubicBezTo>
                    <a:pt x="14102" y="64986"/>
                    <a:pt x="11372" y="64756"/>
                    <a:pt x="8587" y="64304"/>
                  </a:cubicBezTo>
                  <a:cubicBezTo>
                    <a:pt x="5829" y="63852"/>
                    <a:pt x="2961" y="63169"/>
                    <a:pt x="0" y="62256"/>
                  </a:cubicBezTo>
                  <a:lnTo>
                    <a:pt x="0" y="53586"/>
                  </a:lnTo>
                  <a:cubicBezTo>
                    <a:pt x="2564" y="54979"/>
                    <a:pt x="5211" y="56021"/>
                    <a:pt x="7941" y="56704"/>
                  </a:cubicBezTo>
                  <a:cubicBezTo>
                    <a:pt x="10680" y="57386"/>
                    <a:pt x="13567" y="57728"/>
                    <a:pt x="16611" y="57728"/>
                  </a:cubicBezTo>
                  <a:cubicBezTo>
                    <a:pt x="21536" y="57728"/>
                    <a:pt x="25438" y="56437"/>
                    <a:pt x="28315" y="53845"/>
                  </a:cubicBezTo>
                  <a:cubicBezTo>
                    <a:pt x="31184" y="51253"/>
                    <a:pt x="32622" y="47739"/>
                    <a:pt x="32622" y="43294"/>
                  </a:cubicBezTo>
                  <a:cubicBezTo>
                    <a:pt x="32622" y="38857"/>
                    <a:pt x="31184" y="35343"/>
                    <a:pt x="28315" y="32751"/>
                  </a:cubicBezTo>
                  <a:cubicBezTo>
                    <a:pt x="25438" y="30160"/>
                    <a:pt x="21536" y="28869"/>
                    <a:pt x="16611" y="28869"/>
                  </a:cubicBezTo>
                  <a:cubicBezTo>
                    <a:pt x="14305" y="28869"/>
                    <a:pt x="11999" y="29127"/>
                    <a:pt x="9694" y="29634"/>
                  </a:cubicBezTo>
                  <a:cubicBezTo>
                    <a:pt x="7415" y="30141"/>
                    <a:pt x="5082" y="30944"/>
                    <a:pt x="2693" y="32023"/>
                  </a:cubicBezTo>
                  <a:lnTo>
                    <a:pt x="2693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6FC5E6A5-AEAC-72C0-89A6-E48E36E6B693}"/>
                </a:ext>
              </a:extLst>
            </p:cNvPr>
            <p:cNvSpPr/>
            <p:nvPr/>
          </p:nvSpPr>
          <p:spPr>
            <a:xfrm>
              <a:off x="8037033" y="4817666"/>
              <a:ext cx="44068" cy="66139"/>
            </a:xfrm>
            <a:custGeom>
              <a:avLst/>
              <a:gdLst>
                <a:gd name="connsiteX0" fmla="*/ 22034 w 44068"/>
                <a:gd name="connsiteY0" fmla="*/ 6834 h 66139"/>
                <a:gd name="connsiteX1" fmla="*/ 11999 w 44068"/>
                <a:gd name="connsiteY1" fmla="*/ 13410 h 66139"/>
                <a:gd name="connsiteX2" fmla="*/ 8670 w 44068"/>
                <a:gd name="connsiteY2" fmla="*/ 33093 h 66139"/>
                <a:gd name="connsiteX3" fmla="*/ 11999 w 44068"/>
                <a:gd name="connsiteY3" fmla="*/ 52775 h 66139"/>
                <a:gd name="connsiteX4" fmla="*/ 22034 w 44068"/>
                <a:gd name="connsiteY4" fmla="*/ 59314 h 66139"/>
                <a:gd name="connsiteX5" fmla="*/ 32069 w 44068"/>
                <a:gd name="connsiteY5" fmla="*/ 52775 h 66139"/>
                <a:gd name="connsiteX6" fmla="*/ 35445 w 44068"/>
                <a:gd name="connsiteY6" fmla="*/ 33093 h 66139"/>
                <a:gd name="connsiteX7" fmla="*/ 32069 w 44068"/>
                <a:gd name="connsiteY7" fmla="*/ 13410 h 66139"/>
                <a:gd name="connsiteX8" fmla="*/ 22034 w 44068"/>
                <a:gd name="connsiteY8" fmla="*/ 6834 h 66139"/>
                <a:gd name="connsiteX9" fmla="*/ 22034 w 44068"/>
                <a:gd name="connsiteY9" fmla="*/ 0 h 66139"/>
                <a:gd name="connsiteX10" fmla="*/ 38387 w 44068"/>
                <a:gd name="connsiteY10" fmla="*/ 8494 h 66139"/>
                <a:gd name="connsiteX11" fmla="*/ 44068 w 44068"/>
                <a:gd name="connsiteY11" fmla="*/ 33093 h 66139"/>
                <a:gd name="connsiteX12" fmla="*/ 38387 w 44068"/>
                <a:gd name="connsiteY12" fmla="*/ 57691 h 66139"/>
                <a:gd name="connsiteX13" fmla="*/ 22034 w 44068"/>
                <a:gd name="connsiteY13" fmla="*/ 66139 h 66139"/>
                <a:gd name="connsiteX14" fmla="*/ 5635 w 44068"/>
                <a:gd name="connsiteY14" fmla="*/ 57691 h 66139"/>
                <a:gd name="connsiteX15" fmla="*/ 0 w 44068"/>
                <a:gd name="connsiteY15" fmla="*/ 33093 h 66139"/>
                <a:gd name="connsiteX16" fmla="*/ 5635 w 44068"/>
                <a:gd name="connsiteY16" fmla="*/ 8494 h 66139"/>
                <a:gd name="connsiteX17" fmla="*/ 22034 w 44068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8" h="66139">
                  <a:moveTo>
                    <a:pt x="22034" y="6834"/>
                  </a:moveTo>
                  <a:cubicBezTo>
                    <a:pt x="17598" y="6834"/>
                    <a:pt x="14250" y="9030"/>
                    <a:pt x="11999" y="13410"/>
                  </a:cubicBezTo>
                  <a:cubicBezTo>
                    <a:pt x="9777" y="17764"/>
                    <a:pt x="8670" y="24321"/>
                    <a:pt x="8670" y="33093"/>
                  </a:cubicBezTo>
                  <a:cubicBezTo>
                    <a:pt x="8670" y="41827"/>
                    <a:pt x="9777" y="48394"/>
                    <a:pt x="11999" y="52775"/>
                  </a:cubicBezTo>
                  <a:cubicBezTo>
                    <a:pt x="14250" y="57137"/>
                    <a:pt x="17598" y="59314"/>
                    <a:pt x="22034" y="59314"/>
                  </a:cubicBezTo>
                  <a:cubicBezTo>
                    <a:pt x="26507" y="59314"/>
                    <a:pt x="29846" y="57137"/>
                    <a:pt x="32069" y="52775"/>
                  </a:cubicBezTo>
                  <a:cubicBezTo>
                    <a:pt x="34319" y="48394"/>
                    <a:pt x="35445" y="41827"/>
                    <a:pt x="35445" y="33093"/>
                  </a:cubicBezTo>
                  <a:cubicBezTo>
                    <a:pt x="35445" y="24321"/>
                    <a:pt x="34319" y="17764"/>
                    <a:pt x="32069" y="13410"/>
                  </a:cubicBezTo>
                  <a:cubicBezTo>
                    <a:pt x="29846" y="9030"/>
                    <a:pt x="26507" y="6834"/>
                    <a:pt x="22034" y="6834"/>
                  </a:cubicBezTo>
                  <a:moveTo>
                    <a:pt x="22034" y="0"/>
                  </a:moveTo>
                  <a:cubicBezTo>
                    <a:pt x="29182" y="0"/>
                    <a:pt x="34633" y="2832"/>
                    <a:pt x="38387" y="8494"/>
                  </a:cubicBezTo>
                  <a:cubicBezTo>
                    <a:pt x="42177" y="14130"/>
                    <a:pt x="44068" y="22329"/>
                    <a:pt x="44068" y="33093"/>
                  </a:cubicBezTo>
                  <a:cubicBezTo>
                    <a:pt x="44068" y="43819"/>
                    <a:pt x="42177" y="52019"/>
                    <a:pt x="38387" y="57691"/>
                  </a:cubicBezTo>
                  <a:cubicBezTo>
                    <a:pt x="34633" y="63326"/>
                    <a:pt x="29182" y="66139"/>
                    <a:pt x="22034" y="66139"/>
                  </a:cubicBezTo>
                  <a:cubicBezTo>
                    <a:pt x="14886" y="66139"/>
                    <a:pt x="9426" y="63326"/>
                    <a:pt x="5635" y="57691"/>
                  </a:cubicBezTo>
                  <a:cubicBezTo>
                    <a:pt x="1882" y="52019"/>
                    <a:pt x="0" y="43819"/>
                    <a:pt x="0" y="33093"/>
                  </a:cubicBezTo>
                  <a:cubicBezTo>
                    <a:pt x="0" y="22329"/>
                    <a:pt x="1882" y="14130"/>
                    <a:pt x="5635" y="8494"/>
                  </a:cubicBezTo>
                  <a:cubicBezTo>
                    <a:pt x="9426" y="2832"/>
                    <a:pt x="14886" y="0"/>
                    <a:pt x="22034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E030D2E9-59CE-FEAB-F1BA-F02CF37F2C0D}"/>
                </a:ext>
              </a:extLst>
            </p:cNvPr>
            <p:cNvSpPr/>
            <p:nvPr/>
          </p:nvSpPr>
          <p:spPr>
            <a:xfrm>
              <a:off x="8329619" y="4817666"/>
              <a:ext cx="44068" cy="66139"/>
            </a:xfrm>
            <a:custGeom>
              <a:avLst/>
              <a:gdLst>
                <a:gd name="connsiteX0" fmla="*/ 22034 w 44068"/>
                <a:gd name="connsiteY0" fmla="*/ 6834 h 66139"/>
                <a:gd name="connsiteX1" fmla="*/ 11999 w 44068"/>
                <a:gd name="connsiteY1" fmla="*/ 13410 h 66139"/>
                <a:gd name="connsiteX2" fmla="*/ 8670 w 44068"/>
                <a:gd name="connsiteY2" fmla="*/ 33093 h 66139"/>
                <a:gd name="connsiteX3" fmla="*/ 11999 w 44068"/>
                <a:gd name="connsiteY3" fmla="*/ 52775 h 66139"/>
                <a:gd name="connsiteX4" fmla="*/ 22034 w 44068"/>
                <a:gd name="connsiteY4" fmla="*/ 59314 h 66139"/>
                <a:gd name="connsiteX5" fmla="*/ 32069 w 44068"/>
                <a:gd name="connsiteY5" fmla="*/ 52775 h 66139"/>
                <a:gd name="connsiteX6" fmla="*/ 35435 w 44068"/>
                <a:gd name="connsiteY6" fmla="*/ 33093 h 66139"/>
                <a:gd name="connsiteX7" fmla="*/ 32069 w 44068"/>
                <a:gd name="connsiteY7" fmla="*/ 13410 h 66139"/>
                <a:gd name="connsiteX8" fmla="*/ 22034 w 44068"/>
                <a:gd name="connsiteY8" fmla="*/ 6834 h 66139"/>
                <a:gd name="connsiteX9" fmla="*/ 22034 w 44068"/>
                <a:gd name="connsiteY9" fmla="*/ 0 h 66139"/>
                <a:gd name="connsiteX10" fmla="*/ 38387 w 44068"/>
                <a:gd name="connsiteY10" fmla="*/ 8494 h 66139"/>
                <a:gd name="connsiteX11" fmla="*/ 44068 w 44068"/>
                <a:gd name="connsiteY11" fmla="*/ 33093 h 66139"/>
                <a:gd name="connsiteX12" fmla="*/ 38387 w 44068"/>
                <a:gd name="connsiteY12" fmla="*/ 57691 h 66139"/>
                <a:gd name="connsiteX13" fmla="*/ 22034 w 44068"/>
                <a:gd name="connsiteY13" fmla="*/ 66139 h 66139"/>
                <a:gd name="connsiteX14" fmla="*/ 5635 w 44068"/>
                <a:gd name="connsiteY14" fmla="*/ 57691 h 66139"/>
                <a:gd name="connsiteX15" fmla="*/ 0 w 44068"/>
                <a:gd name="connsiteY15" fmla="*/ 33093 h 66139"/>
                <a:gd name="connsiteX16" fmla="*/ 5635 w 44068"/>
                <a:gd name="connsiteY16" fmla="*/ 8494 h 66139"/>
                <a:gd name="connsiteX17" fmla="*/ 22034 w 44068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8" h="66139">
                  <a:moveTo>
                    <a:pt x="22034" y="6834"/>
                  </a:moveTo>
                  <a:cubicBezTo>
                    <a:pt x="17598" y="6834"/>
                    <a:pt x="14250" y="9030"/>
                    <a:pt x="11999" y="13410"/>
                  </a:cubicBezTo>
                  <a:cubicBezTo>
                    <a:pt x="9777" y="17764"/>
                    <a:pt x="8670" y="24321"/>
                    <a:pt x="8670" y="33093"/>
                  </a:cubicBezTo>
                  <a:cubicBezTo>
                    <a:pt x="8670" y="41827"/>
                    <a:pt x="9777" y="48394"/>
                    <a:pt x="11999" y="52775"/>
                  </a:cubicBezTo>
                  <a:cubicBezTo>
                    <a:pt x="14250" y="57137"/>
                    <a:pt x="17598" y="59314"/>
                    <a:pt x="22034" y="59314"/>
                  </a:cubicBezTo>
                  <a:cubicBezTo>
                    <a:pt x="26507" y="59314"/>
                    <a:pt x="29846" y="57137"/>
                    <a:pt x="32069" y="52775"/>
                  </a:cubicBezTo>
                  <a:cubicBezTo>
                    <a:pt x="34310" y="48394"/>
                    <a:pt x="35435" y="41827"/>
                    <a:pt x="35435" y="33093"/>
                  </a:cubicBezTo>
                  <a:cubicBezTo>
                    <a:pt x="35435" y="24321"/>
                    <a:pt x="34310" y="17764"/>
                    <a:pt x="32069" y="13410"/>
                  </a:cubicBezTo>
                  <a:cubicBezTo>
                    <a:pt x="29846" y="9030"/>
                    <a:pt x="26507" y="6834"/>
                    <a:pt x="22034" y="6834"/>
                  </a:cubicBezTo>
                  <a:moveTo>
                    <a:pt x="22034" y="0"/>
                  </a:moveTo>
                  <a:cubicBezTo>
                    <a:pt x="29182" y="0"/>
                    <a:pt x="34633" y="2832"/>
                    <a:pt x="38387" y="8494"/>
                  </a:cubicBezTo>
                  <a:cubicBezTo>
                    <a:pt x="42177" y="14130"/>
                    <a:pt x="44068" y="22329"/>
                    <a:pt x="44068" y="33093"/>
                  </a:cubicBezTo>
                  <a:cubicBezTo>
                    <a:pt x="44068" y="43819"/>
                    <a:pt x="42177" y="52019"/>
                    <a:pt x="38387" y="57691"/>
                  </a:cubicBezTo>
                  <a:cubicBezTo>
                    <a:pt x="34633" y="63326"/>
                    <a:pt x="29182" y="66139"/>
                    <a:pt x="22034" y="66139"/>
                  </a:cubicBezTo>
                  <a:cubicBezTo>
                    <a:pt x="14886" y="66139"/>
                    <a:pt x="9426" y="63326"/>
                    <a:pt x="5635" y="57691"/>
                  </a:cubicBezTo>
                  <a:cubicBezTo>
                    <a:pt x="1882" y="52019"/>
                    <a:pt x="0" y="43819"/>
                    <a:pt x="0" y="33093"/>
                  </a:cubicBezTo>
                  <a:cubicBezTo>
                    <a:pt x="0" y="22329"/>
                    <a:pt x="1882" y="14130"/>
                    <a:pt x="5635" y="8494"/>
                  </a:cubicBezTo>
                  <a:cubicBezTo>
                    <a:pt x="9426" y="2832"/>
                    <a:pt x="14886" y="0"/>
                    <a:pt x="22034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AA14933A-4396-CA1C-93C5-30DFDC9FFE5A}"/>
                </a:ext>
              </a:extLst>
            </p:cNvPr>
            <p:cNvSpPr/>
            <p:nvPr/>
          </p:nvSpPr>
          <p:spPr>
            <a:xfrm>
              <a:off x="8388841" y="4871723"/>
              <a:ext cx="9010" cy="10846"/>
            </a:xfrm>
            <a:custGeom>
              <a:avLst/>
              <a:gdLst>
                <a:gd name="connsiteX0" fmla="*/ 0 w 9010"/>
                <a:gd name="connsiteY0" fmla="*/ 0 h 10846"/>
                <a:gd name="connsiteX1" fmla="*/ 9011 w 9010"/>
                <a:gd name="connsiteY1" fmla="*/ 0 h 10846"/>
                <a:gd name="connsiteX2" fmla="*/ 9011 w 9010"/>
                <a:gd name="connsiteY2" fmla="*/ 10846 h 10846"/>
                <a:gd name="connsiteX3" fmla="*/ 0 w 9010"/>
                <a:gd name="connsiteY3" fmla="*/ 10846 h 10846"/>
                <a:gd name="connsiteX4" fmla="*/ 0 w 9010"/>
                <a:gd name="connsiteY4" fmla="*/ 0 h 1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0" h="10846">
                  <a:moveTo>
                    <a:pt x="0" y="0"/>
                  </a:moveTo>
                  <a:lnTo>
                    <a:pt x="9011" y="0"/>
                  </a:lnTo>
                  <a:lnTo>
                    <a:pt x="9011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999984FF-1103-3CD9-268F-BE700E012873}"/>
                </a:ext>
              </a:extLst>
            </p:cNvPr>
            <p:cNvSpPr/>
            <p:nvPr/>
          </p:nvSpPr>
          <p:spPr>
            <a:xfrm>
              <a:off x="8414463" y="4818819"/>
              <a:ext cx="40987" cy="63750"/>
            </a:xfrm>
            <a:custGeom>
              <a:avLst/>
              <a:gdLst>
                <a:gd name="connsiteX0" fmla="*/ 0 w 40987"/>
                <a:gd name="connsiteY0" fmla="*/ 0 h 63750"/>
                <a:gd name="connsiteX1" fmla="*/ 40988 w 40987"/>
                <a:gd name="connsiteY1" fmla="*/ 0 h 63750"/>
                <a:gd name="connsiteX2" fmla="*/ 40988 w 40987"/>
                <a:gd name="connsiteY2" fmla="*/ 3671 h 63750"/>
                <a:gd name="connsiteX3" fmla="*/ 17847 w 40987"/>
                <a:gd name="connsiteY3" fmla="*/ 63750 h 63750"/>
                <a:gd name="connsiteX4" fmla="*/ 8836 w 40987"/>
                <a:gd name="connsiteY4" fmla="*/ 63750 h 63750"/>
                <a:gd name="connsiteX5" fmla="*/ 30612 w 40987"/>
                <a:gd name="connsiteY5" fmla="*/ 7259 h 63750"/>
                <a:gd name="connsiteX6" fmla="*/ 0 w 40987"/>
                <a:gd name="connsiteY6" fmla="*/ 7259 h 63750"/>
                <a:gd name="connsiteX7" fmla="*/ 0 w 40987"/>
                <a:gd name="connsiteY7" fmla="*/ 0 h 6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87" h="63750">
                  <a:moveTo>
                    <a:pt x="0" y="0"/>
                  </a:moveTo>
                  <a:lnTo>
                    <a:pt x="40988" y="0"/>
                  </a:lnTo>
                  <a:lnTo>
                    <a:pt x="40988" y="3671"/>
                  </a:lnTo>
                  <a:lnTo>
                    <a:pt x="17847" y="63750"/>
                  </a:lnTo>
                  <a:lnTo>
                    <a:pt x="8836" y="63750"/>
                  </a:lnTo>
                  <a:lnTo>
                    <a:pt x="30612" y="7259"/>
                  </a:lnTo>
                  <a:lnTo>
                    <a:pt x="0" y="7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9275445-5BC5-497C-8B3D-D9BECD23BBA7}"/>
                </a:ext>
              </a:extLst>
            </p:cNvPr>
            <p:cNvSpPr/>
            <p:nvPr/>
          </p:nvSpPr>
          <p:spPr>
            <a:xfrm>
              <a:off x="8469673" y="4818819"/>
              <a:ext cx="41246" cy="64986"/>
            </a:xfrm>
            <a:custGeom>
              <a:avLst/>
              <a:gdLst>
                <a:gd name="connsiteX0" fmla="*/ 2693 w 41246"/>
                <a:gd name="connsiteY0" fmla="*/ 0 h 64986"/>
                <a:gd name="connsiteX1" fmla="*/ 36551 w 41246"/>
                <a:gd name="connsiteY1" fmla="*/ 0 h 64986"/>
                <a:gd name="connsiteX2" fmla="*/ 36551 w 41246"/>
                <a:gd name="connsiteY2" fmla="*/ 7259 h 64986"/>
                <a:gd name="connsiteX3" fmla="*/ 10588 w 41246"/>
                <a:gd name="connsiteY3" fmla="*/ 7259 h 64986"/>
                <a:gd name="connsiteX4" fmla="*/ 10588 w 41246"/>
                <a:gd name="connsiteY4" fmla="*/ 22883 h 64986"/>
                <a:gd name="connsiteX5" fmla="*/ 14351 w 41246"/>
                <a:gd name="connsiteY5" fmla="*/ 21951 h 64986"/>
                <a:gd name="connsiteX6" fmla="*/ 18105 w 41246"/>
                <a:gd name="connsiteY6" fmla="*/ 21610 h 64986"/>
                <a:gd name="connsiteX7" fmla="*/ 35011 w 41246"/>
                <a:gd name="connsiteY7" fmla="*/ 27457 h 64986"/>
                <a:gd name="connsiteX8" fmla="*/ 41246 w 41246"/>
                <a:gd name="connsiteY8" fmla="*/ 43294 h 64986"/>
                <a:gd name="connsiteX9" fmla="*/ 34845 w 41246"/>
                <a:gd name="connsiteY9" fmla="*/ 59314 h 64986"/>
                <a:gd name="connsiteX10" fmla="*/ 16777 w 41246"/>
                <a:gd name="connsiteY10" fmla="*/ 64986 h 64986"/>
                <a:gd name="connsiteX11" fmla="*/ 8587 w 41246"/>
                <a:gd name="connsiteY11" fmla="*/ 64304 h 64986"/>
                <a:gd name="connsiteX12" fmla="*/ 0 w 41246"/>
                <a:gd name="connsiteY12" fmla="*/ 62256 h 64986"/>
                <a:gd name="connsiteX13" fmla="*/ 0 w 41246"/>
                <a:gd name="connsiteY13" fmla="*/ 53586 h 64986"/>
                <a:gd name="connsiteX14" fmla="*/ 7941 w 41246"/>
                <a:gd name="connsiteY14" fmla="*/ 56704 h 64986"/>
                <a:gd name="connsiteX15" fmla="*/ 16611 w 41246"/>
                <a:gd name="connsiteY15" fmla="*/ 57728 h 64986"/>
                <a:gd name="connsiteX16" fmla="*/ 28306 w 41246"/>
                <a:gd name="connsiteY16" fmla="*/ 53845 h 64986"/>
                <a:gd name="connsiteX17" fmla="*/ 32622 w 41246"/>
                <a:gd name="connsiteY17" fmla="*/ 43294 h 64986"/>
                <a:gd name="connsiteX18" fmla="*/ 28306 w 41246"/>
                <a:gd name="connsiteY18" fmla="*/ 32751 h 64986"/>
                <a:gd name="connsiteX19" fmla="*/ 16611 w 41246"/>
                <a:gd name="connsiteY19" fmla="*/ 28869 h 64986"/>
                <a:gd name="connsiteX20" fmla="*/ 9694 w 41246"/>
                <a:gd name="connsiteY20" fmla="*/ 29634 h 64986"/>
                <a:gd name="connsiteX21" fmla="*/ 2693 w 41246"/>
                <a:gd name="connsiteY21" fmla="*/ 32023 h 64986"/>
                <a:gd name="connsiteX22" fmla="*/ 2693 w 41246"/>
                <a:gd name="connsiteY22" fmla="*/ 0 h 6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246" h="64986">
                  <a:moveTo>
                    <a:pt x="2693" y="0"/>
                  </a:moveTo>
                  <a:lnTo>
                    <a:pt x="36551" y="0"/>
                  </a:lnTo>
                  <a:lnTo>
                    <a:pt x="36551" y="7259"/>
                  </a:lnTo>
                  <a:lnTo>
                    <a:pt x="10588" y="7259"/>
                  </a:lnTo>
                  <a:lnTo>
                    <a:pt x="10588" y="22883"/>
                  </a:lnTo>
                  <a:cubicBezTo>
                    <a:pt x="11843" y="22458"/>
                    <a:pt x="13097" y="22145"/>
                    <a:pt x="14351" y="21951"/>
                  </a:cubicBezTo>
                  <a:cubicBezTo>
                    <a:pt x="15596" y="21721"/>
                    <a:pt x="16851" y="21610"/>
                    <a:pt x="18105" y="21610"/>
                  </a:cubicBezTo>
                  <a:cubicBezTo>
                    <a:pt x="25216" y="21610"/>
                    <a:pt x="30852" y="23556"/>
                    <a:pt x="35011" y="27457"/>
                  </a:cubicBezTo>
                  <a:cubicBezTo>
                    <a:pt x="39171" y="31359"/>
                    <a:pt x="41246" y="36634"/>
                    <a:pt x="41246" y="43294"/>
                  </a:cubicBezTo>
                  <a:cubicBezTo>
                    <a:pt x="41246" y="50155"/>
                    <a:pt x="39115" y="55496"/>
                    <a:pt x="34845" y="59314"/>
                  </a:cubicBezTo>
                  <a:cubicBezTo>
                    <a:pt x="30575" y="63096"/>
                    <a:pt x="24552" y="64986"/>
                    <a:pt x="16777" y="64986"/>
                  </a:cubicBezTo>
                  <a:cubicBezTo>
                    <a:pt x="14102" y="64986"/>
                    <a:pt x="11372" y="64756"/>
                    <a:pt x="8587" y="64304"/>
                  </a:cubicBezTo>
                  <a:cubicBezTo>
                    <a:pt x="5820" y="63852"/>
                    <a:pt x="2961" y="63169"/>
                    <a:pt x="0" y="62256"/>
                  </a:cubicBezTo>
                  <a:lnTo>
                    <a:pt x="0" y="53586"/>
                  </a:lnTo>
                  <a:cubicBezTo>
                    <a:pt x="2564" y="54979"/>
                    <a:pt x="5211" y="56021"/>
                    <a:pt x="7941" y="56704"/>
                  </a:cubicBezTo>
                  <a:cubicBezTo>
                    <a:pt x="10680" y="57386"/>
                    <a:pt x="13567" y="57728"/>
                    <a:pt x="16611" y="57728"/>
                  </a:cubicBezTo>
                  <a:cubicBezTo>
                    <a:pt x="21536" y="57728"/>
                    <a:pt x="25438" y="56437"/>
                    <a:pt x="28306" y="53845"/>
                  </a:cubicBezTo>
                  <a:cubicBezTo>
                    <a:pt x="31184" y="51253"/>
                    <a:pt x="32622" y="47739"/>
                    <a:pt x="32622" y="43294"/>
                  </a:cubicBezTo>
                  <a:cubicBezTo>
                    <a:pt x="32622" y="38857"/>
                    <a:pt x="31184" y="35343"/>
                    <a:pt x="28306" y="32751"/>
                  </a:cubicBezTo>
                  <a:cubicBezTo>
                    <a:pt x="25438" y="30160"/>
                    <a:pt x="21536" y="28869"/>
                    <a:pt x="16611" y="28869"/>
                  </a:cubicBezTo>
                  <a:cubicBezTo>
                    <a:pt x="14305" y="28869"/>
                    <a:pt x="11999" y="29127"/>
                    <a:pt x="9694" y="29634"/>
                  </a:cubicBezTo>
                  <a:cubicBezTo>
                    <a:pt x="7415" y="30141"/>
                    <a:pt x="5082" y="30944"/>
                    <a:pt x="2693" y="32023"/>
                  </a:cubicBezTo>
                  <a:lnTo>
                    <a:pt x="2693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B97F5783-73DD-F57B-3D50-BB570E2C4BC9}"/>
                </a:ext>
              </a:extLst>
            </p:cNvPr>
            <p:cNvSpPr/>
            <p:nvPr/>
          </p:nvSpPr>
          <p:spPr>
            <a:xfrm>
              <a:off x="8761364" y="4818819"/>
              <a:ext cx="37953" cy="63750"/>
            </a:xfrm>
            <a:custGeom>
              <a:avLst/>
              <a:gdLst>
                <a:gd name="connsiteX0" fmla="*/ 1236 w 37953"/>
                <a:gd name="connsiteY0" fmla="*/ 56492 h 63750"/>
                <a:gd name="connsiteX1" fmla="*/ 15329 w 37953"/>
                <a:gd name="connsiteY1" fmla="*/ 56492 h 63750"/>
                <a:gd name="connsiteX2" fmla="*/ 15329 w 37953"/>
                <a:gd name="connsiteY2" fmla="*/ 7858 h 63750"/>
                <a:gd name="connsiteX3" fmla="*/ 0 w 37953"/>
                <a:gd name="connsiteY3" fmla="*/ 10929 h 63750"/>
                <a:gd name="connsiteX4" fmla="*/ 0 w 37953"/>
                <a:gd name="connsiteY4" fmla="*/ 3071 h 63750"/>
                <a:gd name="connsiteX5" fmla="*/ 15237 w 37953"/>
                <a:gd name="connsiteY5" fmla="*/ 0 h 63750"/>
                <a:gd name="connsiteX6" fmla="*/ 23860 w 37953"/>
                <a:gd name="connsiteY6" fmla="*/ 0 h 63750"/>
                <a:gd name="connsiteX7" fmla="*/ 23860 w 37953"/>
                <a:gd name="connsiteY7" fmla="*/ 56492 h 63750"/>
                <a:gd name="connsiteX8" fmla="*/ 37953 w 37953"/>
                <a:gd name="connsiteY8" fmla="*/ 56492 h 63750"/>
                <a:gd name="connsiteX9" fmla="*/ 37953 w 37953"/>
                <a:gd name="connsiteY9" fmla="*/ 63750 h 63750"/>
                <a:gd name="connsiteX10" fmla="*/ 1236 w 37953"/>
                <a:gd name="connsiteY10" fmla="*/ 63750 h 63750"/>
                <a:gd name="connsiteX11" fmla="*/ 1236 w 37953"/>
                <a:gd name="connsiteY11" fmla="*/ 56492 h 6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953" h="63750">
                  <a:moveTo>
                    <a:pt x="1236" y="56492"/>
                  </a:moveTo>
                  <a:lnTo>
                    <a:pt x="15329" y="56492"/>
                  </a:lnTo>
                  <a:lnTo>
                    <a:pt x="15329" y="7858"/>
                  </a:lnTo>
                  <a:lnTo>
                    <a:pt x="0" y="10929"/>
                  </a:lnTo>
                  <a:lnTo>
                    <a:pt x="0" y="3071"/>
                  </a:lnTo>
                  <a:lnTo>
                    <a:pt x="15237" y="0"/>
                  </a:lnTo>
                  <a:lnTo>
                    <a:pt x="23860" y="0"/>
                  </a:lnTo>
                  <a:lnTo>
                    <a:pt x="23860" y="56492"/>
                  </a:lnTo>
                  <a:lnTo>
                    <a:pt x="37953" y="56492"/>
                  </a:lnTo>
                  <a:lnTo>
                    <a:pt x="37953" y="63750"/>
                  </a:lnTo>
                  <a:lnTo>
                    <a:pt x="1236" y="63750"/>
                  </a:lnTo>
                  <a:lnTo>
                    <a:pt x="1236" y="56492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9DDD4FD8-1A2F-0008-0C44-0E836B17FE1A}"/>
                </a:ext>
              </a:extLst>
            </p:cNvPr>
            <p:cNvSpPr/>
            <p:nvPr/>
          </p:nvSpPr>
          <p:spPr>
            <a:xfrm>
              <a:off x="8816740" y="4871723"/>
              <a:ext cx="9010" cy="10846"/>
            </a:xfrm>
            <a:custGeom>
              <a:avLst/>
              <a:gdLst>
                <a:gd name="connsiteX0" fmla="*/ 0 w 9010"/>
                <a:gd name="connsiteY0" fmla="*/ 0 h 10846"/>
                <a:gd name="connsiteX1" fmla="*/ 9011 w 9010"/>
                <a:gd name="connsiteY1" fmla="*/ 0 h 10846"/>
                <a:gd name="connsiteX2" fmla="*/ 9011 w 9010"/>
                <a:gd name="connsiteY2" fmla="*/ 10846 h 10846"/>
                <a:gd name="connsiteX3" fmla="*/ 0 w 9010"/>
                <a:gd name="connsiteY3" fmla="*/ 10846 h 10846"/>
                <a:gd name="connsiteX4" fmla="*/ 0 w 9010"/>
                <a:gd name="connsiteY4" fmla="*/ 0 h 1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10" h="10846">
                  <a:moveTo>
                    <a:pt x="0" y="0"/>
                  </a:moveTo>
                  <a:lnTo>
                    <a:pt x="9011" y="0"/>
                  </a:lnTo>
                  <a:lnTo>
                    <a:pt x="9011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26518395-FC8B-0672-EA18-0891F05D570C}"/>
                </a:ext>
              </a:extLst>
            </p:cNvPr>
            <p:cNvSpPr/>
            <p:nvPr/>
          </p:nvSpPr>
          <p:spPr>
            <a:xfrm>
              <a:off x="8840951" y="4817666"/>
              <a:ext cx="44068" cy="66139"/>
            </a:xfrm>
            <a:custGeom>
              <a:avLst/>
              <a:gdLst>
                <a:gd name="connsiteX0" fmla="*/ 22034 w 44068"/>
                <a:gd name="connsiteY0" fmla="*/ 6834 h 66139"/>
                <a:gd name="connsiteX1" fmla="*/ 11999 w 44068"/>
                <a:gd name="connsiteY1" fmla="*/ 13410 h 66139"/>
                <a:gd name="connsiteX2" fmla="*/ 8670 w 44068"/>
                <a:gd name="connsiteY2" fmla="*/ 33093 h 66139"/>
                <a:gd name="connsiteX3" fmla="*/ 11999 w 44068"/>
                <a:gd name="connsiteY3" fmla="*/ 52775 h 66139"/>
                <a:gd name="connsiteX4" fmla="*/ 22034 w 44068"/>
                <a:gd name="connsiteY4" fmla="*/ 59314 h 66139"/>
                <a:gd name="connsiteX5" fmla="*/ 32069 w 44068"/>
                <a:gd name="connsiteY5" fmla="*/ 52775 h 66139"/>
                <a:gd name="connsiteX6" fmla="*/ 35445 w 44068"/>
                <a:gd name="connsiteY6" fmla="*/ 33093 h 66139"/>
                <a:gd name="connsiteX7" fmla="*/ 32069 w 44068"/>
                <a:gd name="connsiteY7" fmla="*/ 13410 h 66139"/>
                <a:gd name="connsiteX8" fmla="*/ 22034 w 44068"/>
                <a:gd name="connsiteY8" fmla="*/ 6834 h 66139"/>
                <a:gd name="connsiteX9" fmla="*/ 22034 w 44068"/>
                <a:gd name="connsiteY9" fmla="*/ 0 h 66139"/>
                <a:gd name="connsiteX10" fmla="*/ 38387 w 44068"/>
                <a:gd name="connsiteY10" fmla="*/ 8494 h 66139"/>
                <a:gd name="connsiteX11" fmla="*/ 44068 w 44068"/>
                <a:gd name="connsiteY11" fmla="*/ 33093 h 66139"/>
                <a:gd name="connsiteX12" fmla="*/ 38387 w 44068"/>
                <a:gd name="connsiteY12" fmla="*/ 57691 h 66139"/>
                <a:gd name="connsiteX13" fmla="*/ 22034 w 44068"/>
                <a:gd name="connsiteY13" fmla="*/ 66139 h 66139"/>
                <a:gd name="connsiteX14" fmla="*/ 5635 w 44068"/>
                <a:gd name="connsiteY14" fmla="*/ 57691 h 66139"/>
                <a:gd name="connsiteX15" fmla="*/ 0 w 44068"/>
                <a:gd name="connsiteY15" fmla="*/ 33093 h 66139"/>
                <a:gd name="connsiteX16" fmla="*/ 5635 w 44068"/>
                <a:gd name="connsiteY16" fmla="*/ 8494 h 66139"/>
                <a:gd name="connsiteX17" fmla="*/ 22034 w 44068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8" h="66139">
                  <a:moveTo>
                    <a:pt x="22034" y="6834"/>
                  </a:moveTo>
                  <a:cubicBezTo>
                    <a:pt x="17598" y="6834"/>
                    <a:pt x="14250" y="9030"/>
                    <a:pt x="11999" y="13410"/>
                  </a:cubicBezTo>
                  <a:cubicBezTo>
                    <a:pt x="9776" y="17764"/>
                    <a:pt x="8670" y="24321"/>
                    <a:pt x="8670" y="33093"/>
                  </a:cubicBezTo>
                  <a:cubicBezTo>
                    <a:pt x="8670" y="41827"/>
                    <a:pt x="9776" y="48394"/>
                    <a:pt x="11999" y="52775"/>
                  </a:cubicBezTo>
                  <a:cubicBezTo>
                    <a:pt x="14250" y="57137"/>
                    <a:pt x="17598" y="59314"/>
                    <a:pt x="22034" y="59314"/>
                  </a:cubicBezTo>
                  <a:cubicBezTo>
                    <a:pt x="26507" y="59314"/>
                    <a:pt x="29846" y="57137"/>
                    <a:pt x="32069" y="52775"/>
                  </a:cubicBezTo>
                  <a:cubicBezTo>
                    <a:pt x="34319" y="48394"/>
                    <a:pt x="35445" y="41827"/>
                    <a:pt x="35445" y="33093"/>
                  </a:cubicBezTo>
                  <a:cubicBezTo>
                    <a:pt x="35445" y="24321"/>
                    <a:pt x="34319" y="17764"/>
                    <a:pt x="32069" y="13410"/>
                  </a:cubicBezTo>
                  <a:cubicBezTo>
                    <a:pt x="29846" y="9030"/>
                    <a:pt x="26507" y="6834"/>
                    <a:pt x="22034" y="6834"/>
                  </a:cubicBezTo>
                  <a:moveTo>
                    <a:pt x="22034" y="0"/>
                  </a:moveTo>
                  <a:cubicBezTo>
                    <a:pt x="29182" y="0"/>
                    <a:pt x="34633" y="2832"/>
                    <a:pt x="38387" y="8494"/>
                  </a:cubicBezTo>
                  <a:cubicBezTo>
                    <a:pt x="42177" y="14130"/>
                    <a:pt x="44068" y="22329"/>
                    <a:pt x="44068" y="33093"/>
                  </a:cubicBezTo>
                  <a:cubicBezTo>
                    <a:pt x="44068" y="43819"/>
                    <a:pt x="42177" y="52019"/>
                    <a:pt x="38387" y="57691"/>
                  </a:cubicBezTo>
                  <a:cubicBezTo>
                    <a:pt x="34633" y="63326"/>
                    <a:pt x="29182" y="66139"/>
                    <a:pt x="22034" y="66139"/>
                  </a:cubicBezTo>
                  <a:cubicBezTo>
                    <a:pt x="14886" y="66139"/>
                    <a:pt x="9426" y="63326"/>
                    <a:pt x="5635" y="57691"/>
                  </a:cubicBezTo>
                  <a:cubicBezTo>
                    <a:pt x="1881" y="52019"/>
                    <a:pt x="0" y="43819"/>
                    <a:pt x="0" y="33093"/>
                  </a:cubicBezTo>
                  <a:cubicBezTo>
                    <a:pt x="0" y="22329"/>
                    <a:pt x="1881" y="14130"/>
                    <a:pt x="5635" y="8494"/>
                  </a:cubicBezTo>
                  <a:cubicBezTo>
                    <a:pt x="9426" y="2832"/>
                    <a:pt x="14886" y="0"/>
                    <a:pt x="22034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E8A1D4DC-DD68-B305-66C0-17BBFF43BD20}"/>
                </a:ext>
              </a:extLst>
            </p:cNvPr>
            <p:cNvSpPr/>
            <p:nvPr/>
          </p:nvSpPr>
          <p:spPr>
            <a:xfrm>
              <a:off x="8896594" y="4817666"/>
              <a:ext cx="44059" cy="66139"/>
            </a:xfrm>
            <a:custGeom>
              <a:avLst/>
              <a:gdLst>
                <a:gd name="connsiteX0" fmla="*/ 22025 w 44059"/>
                <a:gd name="connsiteY0" fmla="*/ 6834 h 66139"/>
                <a:gd name="connsiteX1" fmla="*/ 11990 w 44059"/>
                <a:gd name="connsiteY1" fmla="*/ 13410 h 66139"/>
                <a:gd name="connsiteX2" fmla="*/ 8661 w 44059"/>
                <a:gd name="connsiteY2" fmla="*/ 33093 h 66139"/>
                <a:gd name="connsiteX3" fmla="*/ 11990 w 44059"/>
                <a:gd name="connsiteY3" fmla="*/ 52775 h 66139"/>
                <a:gd name="connsiteX4" fmla="*/ 22025 w 44059"/>
                <a:gd name="connsiteY4" fmla="*/ 59314 h 66139"/>
                <a:gd name="connsiteX5" fmla="*/ 32060 w 44059"/>
                <a:gd name="connsiteY5" fmla="*/ 52775 h 66139"/>
                <a:gd name="connsiteX6" fmla="*/ 35435 w 44059"/>
                <a:gd name="connsiteY6" fmla="*/ 33093 h 66139"/>
                <a:gd name="connsiteX7" fmla="*/ 32060 w 44059"/>
                <a:gd name="connsiteY7" fmla="*/ 13410 h 66139"/>
                <a:gd name="connsiteX8" fmla="*/ 22025 w 44059"/>
                <a:gd name="connsiteY8" fmla="*/ 6834 h 66139"/>
                <a:gd name="connsiteX9" fmla="*/ 22025 w 44059"/>
                <a:gd name="connsiteY9" fmla="*/ 0 h 66139"/>
                <a:gd name="connsiteX10" fmla="*/ 38387 w 44059"/>
                <a:gd name="connsiteY10" fmla="*/ 8494 h 66139"/>
                <a:gd name="connsiteX11" fmla="*/ 44059 w 44059"/>
                <a:gd name="connsiteY11" fmla="*/ 33093 h 66139"/>
                <a:gd name="connsiteX12" fmla="*/ 38387 w 44059"/>
                <a:gd name="connsiteY12" fmla="*/ 57691 h 66139"/>
                <a:gd name="connsiteX13" fmla="*/ 22025 w 44059"/>
                <a:gd name="connsiteY13" fmla="*/ 66139 h 66139"/>
                <a:gd name="connsiteX14" fmla="*/ 5635 w 44059"/>
                <a:gd name="connsiteY14" fmla="*/ 57691 h 66139"/>
                <a:gd name="connsiteX15" fmla="*/ 0 w 44059"/>
                <a:gd name="connsiteY15" fmla="*/ 33093 h 66139"/>
                <a:gd name="connsiteX16" fmla="*/ 5635 w 44059"/>
                <a:gd name="connsiteY16" fmla="*/ 8494 h 66139"/>
                <a:gd name="connsiteX17" fmla="*/ 22025 w 44059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59" h="66139">
                  <a:moveTo>
                    <a:pt x="22025" y="6834"/>
                  </a:moveTo>
                  <a:cubicBezTo>
                    <a:pt x="17589" y="6834"/>
                    <a:pt x="14240" y="9030"/>
                    <a:pt x="11990" y="13410"/>
                  </a:cubicBezTo>
                  <a:cubicBezTo>
                    <a:pt x="9767" y="17764"/>
                    <a:pt x="8661" y="24321"/>
                    <a:pt x="8661" y="33093"/>
                  </a:cubicBezTo>
                  <a:cubicBezTo>
                    <a:pt x="8661" y="41827"/>
                    <a:pt x="9767" y="48394"/>
                    <a:pt x="11990" y="52775"/>
                  </a:cubicBezTo>
                  <a:cubicBezTo>
                    <a:pt x="14240" y="57137"/>
                    <a:pt x="17589" y="59314"/>
                    <a:pt x="22025" y="59314"/>
                  </a:cubicBezTo>
                  <a:cubicBezTo>
                    <a:pt x="26498" y="59314"/>
                    <a:pt x="29837" y="57137"/>
                    <a:pt x="32060" y="52775"/>
                  </a:cubicBezTo>
                  <a:cubicBezTo>
                    <a:pt x="34310" y="48394"/>
                    <a:pt x="35435" y="41827"/>
                    <a:pt x="35435" y="33093"/>
                  </a:cubicBezTo>
                  <a:cubicBezTo>
                    <a:pt x="35435" y="24321"/>
                    <a:pt x="34310" y="17764"/>
                    <a:pt x="32060" y="13410"/>
                  </a:cubicBezTo>
                  <a:cubicBezTo>
                    <a:pt x="29837" y="9030"/>
                    <a:pt x="26498" y="6834"/>
                    <a:pt x="22025" y="6834"/>
                  </a:cubicBezTo>
                  <a:moveTo>
                    <a:pt x="22025" y="0"/>
                  </a:moveTo>
                  <a:cubicBezTo>
                    <a:pt x="29173" y="0"/>
                    <a:pt x="34624" y="2832"/>
                    <a:pt x="38387" y="8494"/>
                  </a:cubicBezTo>
                  <a:cubicBezTo>
                    <a:pt x="42168" y="14130"/>
                    <a:pt x="44059" y="22329"/>
                    <a:pt x="44059" y="33093"/>
                  </a:cubicBezTo>
                  <a:cubicBezTo>
                    <a:pt x="44059" y="43819"/>
                    <a:pt x="42168" y="52019"/>
                    <a:pt x="38387" y="57691"/>
                  </a:cubicBezTo>
                  <a:cubicBezTo>
                    <a:pt x="34624" y="63326"/>
                    <a:pt x="29173" y="66139"/>
                    <a:pt x="22025" y="66139"/>
                  </a:cubicBezTo>
                  <a:cubicBezTo>
                    <a:pt x="14877" y="66139"/>
                    <a:pt x="9417" y="63326"/>
                    <a:pt x="5635" y="57691"/>
                  </a:cubicBezTo>
                  <a:cubicBezTo>
                    <a:pt x="1882" y="52019"/>
                    <a:pt x="0" y="43819"/>
                    <a:pt x="0" y="33093"/>
                  </a:cubicBezTo>
                  <a:cubicBezTo>
                    <a:pt x="0" y="22329"/>
                    <a:pt x="1882" y="14130"/>
                    <a:pt x="5635" y="8494"/>
                  </a:cubicBezTo>
                  <a:cubicBezTo>
                    <a:pt x="9417" y="2832"/>
                    <a:pt x="14877" y="0"/>
                    <a:pt x="22025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D038CBDD-CE14-FD28-2BC0-7BEB14C126A5}"/>
                </a:ext>
              </a:extLst>
            </p:cNvPr>
            <p:cNvSpPr/>
            <p:nvPr/>
          </p:nvSpPr>
          <p:spPr>
            <a:xfrm>
              <a:off x="7947680" y="4950903"/>
              <a:ext cx="52636" cy="44031"/>
            </a:xfrm>
            <a:custGeom>
              <a:avLst/>
              <a:gdLst>
                <a:gd name="connsiteX0" fmla="*/ 52637 w 52636"/>
                <a:gd name="connsiteY0" fmla="*/ 2380 h 44031"/>
                <a:gd name="connsiteX1" fmla="*/ 47776 w 52636"/>
                <a:gd name="connsiteY1" fmla="*/ 5783 h 44031"/>
                <a:gd name="connsiteX2" fmla="*/ 36847 w 52636"/>
                <a:gd name="connsiteY2" fmla="*/ 5783 h 44031"/>
                <a:gd name="connsiteX3" fmla="*/ 39909 w 52636"/>
                <a:gd name="connsiteY3" fmla="*/ 16620 h 44031"/>
                <a:gd name="connsiteX4" fmla="*/ 37621 w 52636"/>
                <a:gd name="connsiteY4" fmla="*/ 27365 h 44031"/>
                <a:gd name="connsiteX5" fmla="*/ 31783 w 52636"/>
                <a:gd name="connsiteY5" fmla="*/ 36109 h 44031"/>
                <a:gd name="connsiteX6" fmla="*/ 23768 w 52636"/>
                <a:gd name="connsiteY6" fmla="*/ 41901 h 44031"/>
                <a:gd name="connsiteX7" fmla="*/ 14923 w 52636"/>
                <a:gd name="connsiteY7" fmla="*/ 44031 h 44031"/>
                <a:gd name="connsiteX8" fmla="*/ 4132 w 52636"/>
                <a:gd name="connsiteY8" fmla="*/ 39512 h 44031"/>
                <a:gd name="connsiteX9" fmla="*/ 0 w 52636"/>
                <a:gd name="connsiteY9" fmla="*/ 28287 h 44031"/>
                <a:gd name="connsiteX10" fmla="*/ 1218 w 52636"/>
                <a:gd name="connsiteY10" fmla="*/ 20798 h 44031"/>
                <a:gd name="connsiteX11" fmla="*/ 4861 w 52636"/>
                <a:gd name="connsiteY11" fmla="*/ 13217 h 44031"/>
                <a:gd name="connsiteX12" fmla="*/ 10348 w 52636"/>
                <a:gd name="connsiteY12" fmla="*/ 6558 h 44031"/>
                <a:gd name="connsiteX13" fmla="*/ 17598 w 52636"/>
                <a:gd name="connsiteY13" fmla="*/ 1799 h 44031"/>
                <a:gd name="connsiteX14" fmla="*/ 26055 w 52636"/>
                <a:gd name="connsiteY14" fmla="*/ 0 h 44031"/>
                <a:gd name="connsiteX15" fmla="*/ 48754 w 52636"/>
                <a:gd name="connsiteY15" fmla="*/ 0 h 44031"/>
                <a:gd name="connsiteX16" fmla="*/ 50598 w 52636"/>
                <a:gd name="connsiteY16" fmla="*/ 92 h 44031"/>
                <a:gd name="connsiteX17" fmla="*/ 51954 w 52636"/>
                <a:gd name="connsiteY17" fmla="*/ 729 h 44031"/>
                <a:gd name="connsiteX18" fmla="*/ 52637 w 52636"/>
                <a:gd name="connsiteY18" fmla="*/ 2380 h 44031"/>
                <a:gd name="connsiteX19" fmla="*/ 33535 w 52636"/>
                <a:gd name="connsiteY19" fmla="*/ 15458 h 44031"/>
                <a:gd name="connsiteX20" fmla="*/ 33388 w 52636"/>
                <a:gd name="connsiteY20" fmla="*/ 13263 h 44031"/>
                <a:gd name="connsiteX21" fmla="*/ 32714 w 52636"/>
                <a:gd name="connsiteY21" fmla="*/ 10791 h 44031"/>
                <a:gd name="connsiteX22" fmla="*/ 31248 w 52636"/>
                <a:gd name="connsiteY22" fmla="*/ 8310 h 44031"/>
                <a:gd name="connsiteX23" fmla="*/ 28527 w 52636"/>
                <a:gd name="connsiteY23" fmla="*/ 6512 h 44031"/>
                <a:gd name="connsiteX24" fmla="*/ 24395 w 52636"/>
                <a:gd name="connsiteY24" fmla="*/ 5783 h 44031"/>
                <a:gd name="connsiteX25" fmla="*/ 17349 w 52636"/>
                <a:gd name="connsiteY25" fmla="*/ 7628 h 44031"/>
                <a:gd name="connsiteX26" fmla="*/ 10837 w 52636"/>
                <a:gd name="connsiteY26" fmla="*/ 14047 h 44031"/>
                <a:gd name="connsiteX27" fmla="*/ 7342 w 52636"/>
                <a:gd name="connsiteY27" fmla="*/ 22984 h 44031"/>
                <a:gd name="connsiteX28" fmla="*/ 6170 w 52636"/>
                <a:gd name="connsiteY28" fmla="*/ 31054 h 44031"/>
                <a:gd name="connsiteX29" fmla="*/ 8651 w 52636"/>
                <a:gd name="connsiteY29" fmla="*/ 39032 h 44031"/>
                <a:gd name="connsiteX30" fmla="*/ 15015 w 52636"/>
                <a:gd name="connsiteY30" fmla="*/ 41799 h 44031"/>
                <a:gd name="connsiteX31" fmla="*/ 21776 w 52636"/>
                <a:gd name="connsiteY31" fmla="*/ 39660 h 44031"/>
                <a:gd name="connsiteX32" fmla="*/ 28140 w 52636"/>
                <a:gd name="connsiteY32" fmla="*/ 33342 h 44031"/>
                <a:gd name="connsiteX33" fmla="*/ 32032 w 52636"/>
                <a:gd name="connsiteY33" fmla="*/ 24497 h 44031"/>
                <a:gd name="connsiteX34" fmla="*/ 33535 w 52636"/>
                <a:gd name="connsiteY34" fmla="*/ 15458 h 44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52636" h="44031">
                  <a:moveTo>
                    <a:pt x="52637" y="2380"/>
                  </a:moveTo>
                  <a:cubicBezTo>
                    <a:pt x="52637" y="4649"/>
                    <a:pt x="51013" y="5783"/>
                    <a:pt x="47776" y="5783"/>
                  </a:cubicBezTo>
                  <a:lnTo>
                    <a:pt x="36847" y="5783"/>
                  </a:lnTo>
                  <a:cubicBezTo>
                    <a:pt x="38885" y="8697"/>
                    <a:pt x="39909" y="12313"/>
                    <a:pt x="39909" y="16620"/>
                  </a:cubicBezTo>
                  <a:cubicBezTo>
                    <a:pt x="39909" y="20319"/>
                    <a:pt x="39143" y="23897"/>
                    <a:pt x="37621" y="27365"/>
                  </a:cubicBezTo>
                  <a:cubicBezTo>
                    <a:pt x="36127" y="30796"/>
                    <a:pt x="34181" y="33711"/>
                    <a:pt x="31783" y="36109"/>
                  </a:cubicBezTo>
                  <a:cubicBezTo>
                    <a:pt x="29422" y="38507"/>
                    <a:pt x="26747" y="40434"/>
                    <a:pt x="23768" y="41901"/>
                  </a:cubicBezTo>
                  <a:cubicBezTo>
                    <a:pt x="20789" y="43321"/>
                    <a:pt x="17838" y="44031"/>
                    <a:pt x="14923" y="44031"/>
                  </a:cubicBezTo>
                  <a:cubicBezTo>
                    <a:pt x="10487" y="44031"/>
                    <a:pt x="6890" y="42528"/>
                    <a:pt x="4132" y="39512"/>
                  </a:cubicBezTo>
                  <a:cubicBezTo>
                    <a:pt x="1374" y="36496"/>
                    <a:pt x="0" y="32761"/>
                    <a:pt x="0" y="28287"/>
                  </a:cubicBezTo>
                  <a:cubicBezTo>
                    <a:pt x="0" y="25917"/>
                    <a:pt x="406" y="23427"/>
                    <a:pt x="1218" y="20798"/>
                  </a:cubicBezTo>
                  <a:cubicBezTo>
                    <a:pt x="2057" y="18170"/>
                    <a:pt x="3274" y="15643"/>
                    <a:pt x="4861" y="13217"/>
                  </a:cubicBezTo>
                  <a:cubicBezTo>
                    <a:pt x="6447" y="10754"/>
                    <a:pt x="8273" y="8541"/>
                    <a:pt x="10348" y="6558"/>
                  </a:cubicBezTo>
                  <a:cubicBezTo>
                    <a:pt x="12460" y="4584"/>
                    <a:pt x="14877" y="2998"/>
                    <a:pt x="17598" y="1799"/>
                  </a:cubicBezTo>
                  <a:cubicBezTo>
                    <a:pt x="20356" y="600"/>
                    <a:pt x="23169" y="0"/>
                    <a:pt x="26055" y="0"/>
                  </a:cubicBezTo>
                  <a:lnTo>
                    <a:pt x="48754" y="0"/>
                  </a:lnTo>
                  <a:cubicBezTo>
                    <a:pt x="49556" y="0"/>
                    <a:pt x="50174" y="28"/>
                    <a:pt x="50598" y="92"/>
                  </a:cubicBezTo>
                  <a:cubicBezTo>
                    <a:pt x="51050" y="129"/>
                    <a:pt x="51502" y="341"/>
                    <a:pt x="51954" y="729"/>
                  </a:cubicBezTo>
                  <a:cubicBezTo>
                    <a:pt x="52406" y="1088"/>
                    <a:pt x="52637" y="1633"/>
                    <a:pt x="52637" y="2380"/>
                  </a:cubicBezTo>
                  <a:moveTo>
                    <a:pt x="33535" y="15458"/>
                  </a:moveTo>
                  <a:cubicBezTo>
                    <a:pt x="33535" y="14674"/>
                    <a:pt x="33489" y="13945"/>
                    <a:pt x="33388" y="13263"/>
                  </a:cubicBezTo>
                  <a:cubicBezTo>
                    <a:pt x="33296" y="12553"/>
                    <a:pt x="33074" y="11732"/>
                    <a:pt x="32714" y="10791"/>
                  </a:cubicBezTo>
                  <a:cubicBezTo>
                    <a:pt x="32355" y="9823"/>
                    <a:pt x="31866" y="8993"/>
                    <a:pt x="31248" y="8310"/>
                  </a:cubicBezTo>
                  <a:cubicBezTo>
                    <a:pt x="30630" y="7600"/>
                    <a:pt x="29726" y="7000"/>
                    <a:pt x="28527" y="6512"/>
                  </a:cubicBezTo>
                  <a:cubicBezTo>
                    <a:pt x="27365" y="6023"/>
                    <a:pt x="25991" y="5783"/>
                    <a:pt x="24395" y="5783"/>
                  </a:cubicBezTo>
                  <a:cubicBezTo>
                    <a:pt x="22163" y="5783"/>
                    <a:pt x="19811" y="6401"/>
                    <a:pt x="17349" y="7628"/>
                  </a:cubicBezTo>
                  <a:cubicBezTo>
                    <a:pt x="14886" y="8854"/>
                    <a:pt x="12719" y="10994"/>
                    <a:pt x="10837" y="14047"/>
                  </a:cubicBezTo>
                  <a:cubicBezTo>
                    <a:pt x="9279" y="16639"/>
                    <a:pt x="8116" y="19618"/>
                    <a:pt x="7342" y="22984"/>
                  </a:cubicBezTo>
                  <a:cubicBezTo>
                    <a:pt x="6558" y="26360"/>
                    <a:pt x="6170" y="29053"/>
                    <a:pt x="6170" y="31054"/>
                  </a:cubicBezTo>
                  <a:cubicBezTo>
                    <a:pt x="6170" y="34495"/>
                    <a:pt x="7000" y="37151"/>
                    <a:pt x="8651" y="39032"/>
                  </a:cubicBezTo>
                  <a:cubicBezTo>
                    <a:pt x="10339" y="40877"/>
                    <a:pt x="12460" y="41799"/>
                    <a:pt x="15015" y="41799"/>
                  </a:cubicBezTo>
                  <a:cubicBezTo>
                    <a:pt x="17127" y="41799"/>
                    <a:pt x="19378" y="41089"/>
                    <a:pt x="21776" y="39660"/>
                  </a:cubicBezTo>
                  <a:cubicBezTo>
                    <a:pt x="24174" y="38202"/>
                    <a:pt x="26295" y="36099"/>
                    <a:pt x="28140" y="33342"/>
                  </a:cubicBezTo>
                  <a:cubicBezTo>
                    <a:pt x="29763" y="30944"/>
                    <a:pt x="31064" y="27992"/>
                    <a:pt x="32032" y="24497"/>
                  </a:cubicBezTo>
                  <a:cubicBezTo>
                    <a:pt x="33037" y="21001"/>
                    <a:pt x="33535" y="17985"/>
                    <a:pt x="33535" y="15458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9A1ECCF1-7D57-E311-3671-52E017042C0B}"/>
                </a:ext>
              </a:extLst>
            </p:cNvPr>
            <p:cNvSpPr/>
            <p:nvPr/>
          </p:nvSpPr>
          <p:spPr>
            <a:xfrm>
              <a:off x="8010425" y="4918687"/>
              <a:ext cx="27835" cy="46410"/>
            </a:xfrm>
            <a:custGeom>
              <a:avLst/>
              <a:gdLst>
                <a:gd name="connsiteX0" fmla="*/ 0 w 27835"/>
                <a:gd name="connsiteY0" fmla="*/ 46411 h 46410"/>
                <a:gd name="connsiteX1" fmla="*/ 101 w 27835"/>
                <a:gd name="connsiteY1" fmla="*/ 44778 h 46410"/>
                <a:gd name="connsiteX2" fmla="*/ 784 w 27835"/>
                <a:gd name="connsiteY2" fmla="*/ 43819 h 46410"/>
                <a:gd name="connsiteX3" fmla="*/ 14158 w 27835"/>
                <a:gd name="connsiteY3" fmla="*/ 28924 h 46410"/>
                <a:gd name="connsiteX4" fmla="*/ 21472 w 27835"/>
                <a:gd name="connsiteY4" fmla="*/ 13503 h 46410"/>
                <a:gd name="connsiteX5" fmla="*/ 19027 w 27835"/>
                <a:gd name="connsiteY5" fmla="*/ 5515 h 46410"/>
                <a:gd name="connsiteX6" fmla="*/ 12147 w 27835"/>
                <a:gd name="connsiteY6" fmla="*/ 2177 h 46410"/>
                <a:gd name="connsiteX7" fmla="*/ 6502 w 27835"/>
                <a:gd name="connsiteY7" fmla="*/ 4049 h 46410"/>
                <a:gd name="connsiteX8" fmla="*/ 2721 w 27835"/>
                <a:gd name="connsiteY8" fmla="*/ 9251 h 46410"/>
                <a:gd name="connsiteX9" fmla="*/ 3643 w 27835"/>
                <a:gd name="connsiteY9" fmla="*/ 9186 h 46410"/>
                <a:gd name="connsiteX10" fmla="*/ 6336 w 27835"/>
                <a:gd name="connsiteY10" fmla="*/ 10275 h 46410"/>
                <a:gd name="connsiteX11" fmla="*/ 7323 w 27835"/>
                <a:gd name="connsiteY11" fmla="*/ 12829 h 46410"/>
                <a:gd name="connsiteX12" fmla="*/ 6096 w 27835"/>
                <a:gd name="connsiteY12" fmla="*/ 15615 h 46410"/>
                <a:gd name="connsiteX13" fmla="*/ 3708 w 27835"/>
                <a:gd name="connsiteY13" fmla="*/ 16500 h 46410"/>
                <a:gd name="connsiteX14" fmla="*/ 2592 w 27835"/>
                <a:gd name="connsiteY14" fmla="*/ 16399 h 46410"/>
                <a:gd name="connsiteX15" fmla="*/ 987 w 27835"/>
                <a:gd name="connsiteY15" fmla="*/ 15347 h 46410"/>
                <a:gd name="connsiteX16" fmla="*/ 0 w 27835"/>
                <a:gd name="connsiteY16" fmla="*/ 12626 h 46410"/>
                <a:gd name="connsiteX17" fmla="*/ 3680 w 27835"/>
                <a:gd name="connsiteY17" fmla="*/ 3874 h 46410"/>
                <a:gd name="connsiteX18" fmla="*/ 13032 w 27835"/>
                <a:gd name="connsiteY18" fmla="*/ 0 h 46410"/>
                <a:gd name="connsiteX19" fmla="*/ 23620 w 27835"/>
                <a:gd name="connsiteY19" fmla="*/ 3809 h 46410"/>
                <a:gd name="connsiteX20" fmla="*/ 27835 w 27835"/>
                <a:gd name="connsiteY20" fmla="*/ 13503 h 46410"/>
                <a:gd name="connsiteX21" fmla="*/ 27190 w 27835"/>
                <a:gd name="connsiteY21" fmla="*/ 17487 h 46410"/>
                <a:gd name="connsiteX22" fmla="*/ 25723 w 27835"/>
                <a:gd name="connsiteY22" fmla="*/ 20826 h 46410"/>
                <a:gd name="connsiteX23" fmla="*/ 22661 w 27835"/>
                <a:gd name="connsiteY23" fmla="*/ 24635 h 46410"/>
                <a:gd name="connsiteX24" fmla="*/ 18612 w 27835"/>
                <a:gd name="connsiteY24" fmla="*/ 28647 h 46410"/>
                <a:gd name="connsiteX25" fmla="*/ 12765 w 27835"/>
                <a:gd name="connsiteY25" fmla="*/ 33858 h 46410"/>
                <a:gd name="connsiteX26" fmla="*/ 5377 w 27835"/>
                <a:gd name="connsiteY26" fmla="*/ 41034 h 46410"/>
                <a:gd name="connsiteX27" fmla="*/ 17930 w 27835"/>
                <a:gd name="connsiteY27" fmla="*/ 41034 h 46410"/>
                <a:gd name="connsiteX28" fmla="*/ 24534 w 27835"/>
                <a:gd name="connsiteY28" fmla="*/ 40490 h 46410"/>
                <a:gd name="connsiteX29" fmla="*/ 26065 w 27835"/>
                <a:gd name="connsiteY29" fmla="*/ 34292 h 46410"/>
                <a:gd name="connsiteX30" fmla="*/ 27835 w 27835"/>
                <a:gd name="connsiteY30" fmla="*/ 34292 h 46410"/>
                <a:gd name="connsiteX31" fmla="*/ 25862 w 27835"/>
                <a:gd name="connsiteY31" fmla="*/ 46411 h 46410"/>
                <a:gd name="connsiteX32" fmla="*/ 0 w 27835"/>
                <a:gd name="connsiteY32" fmla="*/ 46411 h 46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835" h="46410">
                  <a:moveTo>
                    <a:pt x="0" y="46411"/>
                  </a:moveTo>
                  <a:cubicBezTo>
                    <a:pt x="0" y="45572"/>
                    <a:pt x="37" y="45027"/>
                    <a:pt x="101" y="44778"/>
                  </a:cubicBezTo>
                  <a:cubicBezTo>
                    <a:pt x="194" y="44529"/>
                    <a:pt x="424" y="44206"/>
                    <a:pt x="784" y="43819"/>
                  </a:cubicBezTo>
                  <a:lnTo>
                    <a:pt x="14158" y="28924"/>
                  </a:lnTo>
                  <a:cubicBezTo>
                    <a:pt x="19037" y="23436"/>
                    <a:pt x="21472" y="18289"/>
                    <a:pt x="21472" y="13503"/>
                  </a:cubicBezTo>
                  <a:cubicBezTo>
                    <a:pt x="21472" y="10395"/>
                    <a:pt x="20660" y="7738"/>
                    <a:pt x="19027" y="5515"/>
                  </a:cubicBezTo>
                  <a:cubicBezTo>
                    <a:pt x="17413" y="3293"/>
                    <a:pt x="15126" y="2177"/>
                    <a:pt x="12147" y="2177"/>
                  </a:cubicBezTo>
                  <a:cubicBezTo>
                    <a:pt x="10109" y="2177"/>
                    <a:pt x="8227" y="2804"/>
                    <a:pt x="6502" y="4049"/>
                  </a:cubicBezTo>
                  <a:cubicBezTo>
                    <a:pt x="4778" y="5294"/>
                    <a:pt x="3523" y="7028"/>
                    <a:pt x="2721" y="9251"/>
                  </a:cubicBezTo>
                  <a:cubicBezTo>
                    <a:pt x="2859" y="9205"/>
                    <a:pt x="3173" y="9186"/>
                    <a:pt x="3643" y="9186"/>
                  </a:cubicBezTo>
                  <a:cubicBezTo>
                    <a:pt x="4796" y="9186"/>
                    <a:pt x="5700" y="9546"/>
                    <a:pt x="6336" y="10275"/>
                  </a:cubicBezTo>
                  <a:cubicBezTo>
                    <a:pt x="6991" y="11003"/>
                    <a:pt x="7323" y="11852"/>
                    <a:pt x="7323" y="12829"/>
                  </a:cubicBezTo>
                  <a:cubicBezTo>
                    <a:pt x="7323" y="14075"/>
                    <a:pt x="6917" y="15006"/>
                    <a:pt x="6096" y="15615"/>
                  </a:cubicBezTo>
                  <a:cubicBezTo>
                    <a:pt x="5303" y="16205"/>
                    <a:pt x="4510" y="16500"/>
                    <a:pt x="3708" y="16500"/>
                  </a:cubicBezTo>
                  <a:cubicBezTo>
                    <a:pt x="3394" y="16500"/>
                    <a:pt x="3025" y="16463"/>
                    <a:pt x="2592" y="16399"/>
                  </a:cubicBezTo>
                  <a:cubicBezTo>
                    <a:pt x="2177" y="16334"/>
                    <a:pt x="1642" y="15984"/>
                    <a:pt x="987" y="15347"/>
                  </a:cubicBezTo>
                  <a:cubicBezTo>
                    <a:pt x="332" y="14692"/>
                    <a:pt x="0" y="13779"/>
                    <a:pt x="0" y="12626"/>
                  </a:cubicBezTo>
                  <a:cubicBezTo>
                    <a:pt x="0" y="9380"/>
                    <a:pt x="1227" y="6465"/>
                    <a:pt x="3680" y="3874"/>
                  </a:cubicBezTo>
                  <a:cubicBezTo>
                    <a:pt x="6152" y="1291"/>
                    <a:pt x="9269" y="0"/>
                    <a:pt x="13032" y="0"/>
                  </a:cubicBezTo>
                  <a:cubicBezTo>
                    <a:pt x="17303" y="0"/>
                    <a:pt x="20826" y="1273"/>
                    <a:pt x="23620" y="3809"/>
                  </a:cubicBezTo>
                  <a:cubicBezTo>
                    <a:pt x="26434" y="6327"/>
                    <a:pt x="27835" y="9564"/>
                    <a:pt x="27835" y="13503"/>
                  </a:cubicBezTo>
                  <a:cubicBezTo>
                    <a:pt x="27835" y="14895"/>
                    <a:pt x="27623" y="16223"/>
                    <a:pt x="27190" y="17487"/>
                  </a:cubicBezTo>
                  <a:cubicBezTo>
                    <a:pt x="26784" y="18732"/>
                    <a:pt x="26295" y="19848"/>
                    <a:pt x="25723" y="20826"/>
                  </a:cubicBezTo>
                  <a:cubicBezTo>
                    <a:pt x="25179" y="21794"/>
                    <a:pt x="24165" y="23067"/>
                    <a:pt x="22661" y="24635"/>
                  </a:cubicBezTo>
                  <a:cubicBezTo>
                    <a:pt x="21167" y="26194"/>
                    <a:pt x="19821" y="27531"/>
                    <a:pt x="18612" y="28647"/>
                  </a:cubicBezTo>
                  <a:cubicBezTo>
                    <a:pt x="17413" y="29763"/>
                    <a:pt x="15467" y="31497"/>
                    <a:pt x="12765" y="33858"/>
                  </a:cubicBezTo>
                  <a:lnTo>
                    <a:pt x="5377" y="41034"/>
                  </a:lnTo>
                  <a:lnTo>
                    <a:pt x="17930" y="41034"/>
                  </a:lnTo>
                  <a:cubicBezTo>
                    <a:pt x="22016" y="41034"/>
                    <a:pt x="24220" y="40849"/>
                    <a:pt x="24534" y="40490"/>
                  </a:cubicBezTo>
                  <a:cubicBezTo>
                    <a:pt x="24985" y="39835"/>
                    <a:pt x="25502" y="37769"/>
                    <a:pt x="26065" y="34292"/>
                  </a:cubicBezTo>
                  <a:lnTo>
                    <a:pt x="27835" y="34292"/>
                  </a:lnTo>
                  <a:lnTo>
                    <a:pt x="25862" y="46411"/>
                  </a:lnTo>
                  <a:lnTo>
                    <a:pt x="0" y="46411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2EDEAE9B-FB6B-FDAB-C8D3-381D8E25C8AE}"/>
                </a:ext>
              </a:extLst>
            </p:cNvPr>
            <p:cNvSpPr/>
            <p:nvPr/>
          </p:nvSpPr>
          <p:spPr>
            <a:xfrm>
              <a:off x="7094111" y="3575892"/>
              <a:ext cx="922" cy="1209280"/>
            </a:xfrm>
            <a:custGeom>
              <a:avLst/>
              <a:gdLst>
                <a:gd name="connsiteX0" fmla="*/ 0 w 922"/>
                <a:gd name="connsiteY0" fmla="*/ 1209280 h 1209280"/>
                <a:gd name="connsiteX1" fmla="*/ 0 w 922"/>
                <a:gd name="connsiteY1" fmla="*/ 0 h 1209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22" h="1209280">
                  <a:moveTo>
                    <a:pt x="0" y="1209280"/>
                  </a:moveTo>
                  <a:lnTo>
                    <a:pt x="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BE88A98-788A-CB8E-B8D0-FAB58E542AD9}"/>
                </a:ext>
              </a:extLst>
            </p:cNvPr>
            <p:cNvSpPr/>
            <p:nvPr/>
          </p:nvSpPr>
          <p:spPr>
            <a:xfrm>
              <a:off x="7094111" y="4560866"/>
              <a:ext cx="17429" cy="922"/>
            </a:xfrm>
            <a:custGeom>
              <a:avLst/>
              <a:gdLst>
                <a:gd name="connsiteX0" fmla="*/ 0 w 17429"/>
                <a:gd name="connsiteY0" fmla="*/ 0 h 922"/>
                <a:gd name="connsiteX1" fmla="*/ 17430 w 17429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29" h="922">
                  <a:moveTo>
                    <a:pt x="0" y="0"/>
                  </a:moveTo>
                  <a:lnTo>
                    <a:pt x="1743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1E61503A-1C69-E57E-E51D-367428CEFEFD}"/>
                </a:ext>
              </a:extLst>
            </p:cNvPr>
            <p:cNvSpPr/>
            <p:nvPr/>
          </p:nvSpPr>
          <p:spPr>
            <a:xfrm>
              <a:off x="7094111" y="4313139"/>
              <a:ext cx="17429" cy="922"/>
            </a:xfrm>
            <a:custGeom>
              <a:avLst/>
              <a:gdLst>
                <a:gd name="connsiteX0" fmla="*/ 0 w 17429"/>
                <a:gd name="connsiteY0" fmla="*/ 0 h 922"/>
                <a:gd name="connsiteX1" fmla="*/ 17430 w 17429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29" h="922">
                  <a:moveTo>
                    <a:pt x="0" y="0"/>
                  </a:moveTo>
                  <a:lnTo>
                    <a:pt x="1743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2AB6495A-7C96-62E1-6434-4BCFFC87EF70}"/>
                </a:ext>
              </a:extLst>
            </p:cNvPr>
            <p:cNvSpPr/>
            <p:nvPr/>
          </p:nvSpPr>
          <p:spPr>
            <a:xfrm>
              <a:off x="7094111" y="4065411"/>
              <a:ext cx="17429" cy="922"/>
            </a:xfrm>
            <a:custGeom>
              <a:avLst/>
              <a:gdLst>
                <a:gd name="connsiteX0" fmla="*/ 0 w 17429"/>
                <a:gd name="connsiteY0" fmla="*/ 0 h 922"/>
                <a:gd name="connsiteX1" fmla="*/ 17430 w 17429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29" h="922">
                  <a:moveTo>
                    <a:pt x="0" y="0"/>
                  </a:moveTo>
                  <a:lnTo>
                    <a:pt x="1743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9CF79DA2-D0C3-63CD-F78C-5B2B83F9148A}"/>
                </a:ext>
              </a:extLst>
            </p:cNvPr>
            <p:cNvSpPr/>
            <p:nvPr/>
          </p:nvSpPr>
          <p:spPr>
            <a:xfrm>
              <a:off x="7094111" y="3817683"/>
              <a:ext cx="17429" cy="922"/>
            </a:xfrm>
            <a:custGeom>
              <a:avLst/>
              <a:gdLst>
                <a:gd name="connsiteX0" fmla="*/ 0 w 17429"/>
                <a:gd name="connsiteY0" fmla="*/ 0 h 922"/>
                <a:gd name="connsiteX1" fmla="*/ 17430 w 17429"/>
                <a:gd name="connsiteY1" fmla="*/ 0 h 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7429" h="922">
                  <a:moveTo>
                    <a:pt x="0" y="0"/>
                  </a:moveTo>
                  <a:lnTo>
                    <a:pt x="17430" y="0"/>
                  </a:lnTo>
                </a:path>
              </a:pathLst>
            </a:custGeom>
            <a:noFill/>
            <a:ln w="3683" cap="rnd">
              <a:solidFill>
                <a:srgbClr val="00000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0499918-A47E-53E3-1A96-98987A37A28E}"/>
                </a:ext>
              </a:extLst>
            </p:cNvPr>
            <p:cNvSpPr/>
            <p:nvPr/>
          </p:nvSpPr>
          <p:spPr>
            <a:xfrm>
              <a:off x="6865472" y="4561696"/>
              <a:ext cx="54741" cy="7267"/>
            </a:xfrm>
            <a:custGeom>
              <a:avLst/>
              <a:gdLst>
                <a:gd name="connsiteX0" fmla="*/ 0 w 54741"/>
                <a:gd name="connsiteY0" fmla="*/ 0 h 7267"/>
                <a:gd name="connsiteX1" fmla="*/ 54741 w 54741"/>
                <a:gd name="connsiteY1" fmla="*/ 0 h 7267"/>
                <a:gd name="connsiteX2" fmla="*/ 54741 w 54741"/>
                <a:gd name="connsiteY2" fmla="*/ 7268 h 7267"/>
                <a:gd name="connsiteX3" fmla="*/ 0 w 54741"/>
                <a:gd name="connsiteY3" fmla="*/ 7268 h 7267"/>
                <a:gd name="connsiteX4" fmla="*/ 0 w 54741"/>
                <a:gd name="connsiteY4" fmla="*/ 0 h 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41" h="7267">
                  <a:moveTo>
                    <a:pt x="0" y="0"/>
                  </a:moveTo>
                  <a:lnTo>
                    <a:pt x="54741" y="0"/>
                  </a:lnTo>
                  <a:lnTo>
                    <a:pt x="54741" y="7268"/>
                  </a:lnTo>
                  <a:lnTo>
                    <a:pt x="0" y="7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7CF7AB78-D898-CCD0-EB72-CB431BDC1305}"/>
                </a:ext>
              </a:extLst>
            </p:cNvPr>
            <p:cNvSpPr/>
            <p:nvPr/>
          </p:nvSpPr>
          <p:spPr>
            <a:xfrm>
              <a:off x="6935243" y="4527838"/>
              <a:ext cx="44065" cy="66139"/>
            </a:xfrm>
            <a:custGeom>
              <a:avLst/>
              <a:gdLst>
                <a:gd name="connsiteX0" fmla="*/ 22033 w 44065"/>
                <a:gd name="connsiteY0" fmla="*/ 6834 h 66139"/>
                <a:gd name="connsiteX1" fmla="*/ 11998 w 44065"/>
                <a:gd name="connsiteY1" fmla="*/ 13410 h 66139"/>
                <a:gd name="connsiteX2" fmla="*/ 8668 w 44065"/>
                <a:gd name="connsiteY2" fmla="*/ 33093 h 66139"/>
                <a:gd name="connsiteX3" fmla="*/ 11998 w 44065"/>
                <a:gd name="connsiteY3" fmla="*/ 52775 h 66139"/>
                <a:gd name="connsiteX4" fmla="*/ 22033 w 44065"/>
                <a:gd name="connsiteY4" fmla="*/ 59314 h 66139"/>
                <a:gd name="connsiteX5" fmla="*/ 32067 w 44065"/>
                <a:gd name="connsiteY5" fmla="*/ 52775 h 66139"/>
                <a:gd name="connsiteX6" fmla="*/ 35441 w 44065"/>
                <a:gd name="connsiteY6" fmla="*/ 33093 h 66139"/>
                <a:gd name="connsiteX7" fmla="*/ 32067 w 44065"/>
                <a:gd name="connsiteY7" fmla="*/ 13410 h 66139"/>
                <a:gd name="connsiteX8" fmla="*/ 22033 w 44065"/>
                <a:gd name="connsiteY8" fmla="*/ 6834 h 66139"/>
                <a:gd name="connsiteX9" fmla="*/ 22033 w 44065"/>
                <a:gd name="connsiteY9" fmla="*/ 0 h 66139"/>
                <a:gd name="connsiteX10" fmla="*/ 38387 w 44065"/>
                <a:gd name="connsiteY10" fmla="*/ 8494 h 66139"/>
                <a:gd name="connsiteX11" fmla="*/ 44065 w 44065"/>
                <a:gd name="connsiteY11" fmla="*/ 33093 h 66139"/>
                <a:gd name="connsiteX12" fmla="*/ 38387 w 44065"/>
                <a:gd name="connsiteY12" fmla="*/ 57691 h 66139"/>
                <a:gd name="connsiteX13" fmla="*/ 22033 w 44065"/>
                <a:gd name="connsiteY13" fmla="*/ 66139 h 66139"/>
                <a:gd name="connsiteX14" fmla="*/ 5636 w 44065"/>
                <a:gd name="connsiteY14" fmla="*/ 57691 h 66139"/>
                <a:gd name="connsiteX15" fmla="*/ 0 w 44065"/>
                <a:gd name="connsiteY15" fmla="*/ 33093 h 66139"/>
                <a:gd name="connsiteX16" fmla="*/ 5636 w 44065"/>
                <a:gd name="connsiteY16" fmla="*/ 8494 h 66139"/>
                <a:gd name="connsiteX17" fmla="*/ 22033 w 44065"/>
                <a:gd name="connsiteY17" fmla="*/ 0 h 66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39">
                  <a:moveTo>
                    <a:pt x="22033" y="6834"/>
                  </a:moveTo>
                  <a:cubicBezTo>
                    <a:pt x="17592" y="6834"/>
                    <a:pt x="14247" y="9030"/>
                    <a:pt x="11998" y="13410"/>
                  </a:cubicBezTo>
                  <a:cubicBezTo>
                    <a:pt x="9778" y="17764"/>
                    <a:pt x="8668" y="24321"/>
                    <a:pt x="8668" y="33093"/>
                  </a:cubicBezTo>
                  <a:cubicBezTo>
                    <a:pt x="8668" y="41827"/>
                    <a:pt x="9778" y="48394"/>
                    <a:pt x="11998" y="52775"/>
                  </a:cubicBezTo>
                  <a:cubicBezTo>
                    <a:pt x="14247" y="57137"/>
                    <a:pt x="17592" y="59314"/>
                    <a:pt x="22033" y="59314"/>
                  </a:cubicBezTo>
                  <a:cubicBezTo>
                    <a:pt x="26502" y="59314"/>
                    <a:pt x="29847" y="57137"/>
                    <a:pt x="32067" y="52775"/>
                  </a:cubicBezTo>
                  <a:cubicBezTo>
                    <a:pt x="34317" y="48394"/>
                    <a:pt x="35441" y="41827"/>
                    <a:pt x="35441" y="33093"/>
                  </a:cubicBezTo>
                  <a:cubicBezTo>
                    <a:pt x="35441" y="24321"/>
                    <a:pt x="34317" y="17764"/>
                    <a:pt x="32067" y="13410"/>
                  </a:cubicBezTo>
                  <a:cubicBezTo>
                    <a:pt x="29847" y="9030"/>
                    <a:pt x="26502" y="6834"/>
                    <a:pt x="22033" y="6834"/>
                  </a:cubicBezTo>
                  <a:moveTo>
                    <a:pt x="22033" y="0"/>
                  </a:moveTo>
                  <a:cubicBezTo>
                    <a:pt x="29178" y="0"/>
                    <a:pt x="34629" y="2831"/>
                    <a:pt x="38387" y="8494"/>
                  </a:cubicBezTo>
                  <a:cubicBezTo>
                    <a:pt x="42173" y="14130"/>
                    <a:pt x="44065" y="22329"/>
                    <a:pt x="44065" y="33093"/>
                  </a:cubicBezTo>
                  <a:cubicBezTo>
                    <a:pt x="44065" y="43828"/>
                    <a:pt x="42173" y="52028"/>
                    <a:pt x="38387" y="57691"/>
                  </a:cubicBezTo>
                  <a:cubicBezTo>
                    <a:pt x="34629" y="63326"/>
                    <a:pt x="29178" y="66139"/>
                    <a:pt x="22033" y="66139"/>
                  </a:cubicBezTo>
                  <a:cubicBezTo>
                    <a:pt x="14888" y="66139"/>
                    <a:pt x="9422" y="63326"/>
                    <a:pt x="5636" y="57691"/>
                  </a:cubicBezTo>
                  <a:cubicBezTo>
                    <a:pt x="1879" y="52028"/>
                    <a:pt x="0" y="43828"/>
                    <a:pt x="0" y="33093"/>
                  </a:cubicBezTo>
                  <a:cubicBezTo>
                    <a:pt x="0" y="22329"/>
                    <a:pt x="1879" y="14130"/>
                    <a:pt x="5636" y="8494"/>
                  </a:cubicBezTo>
                  <a:cubicBezTo>
                    <a:pt x="9422" y="2831"/>
                    <a:pt x="14888" y="0"/>
                    <a:pt x="22033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7E316935-619B-A53C-8F2F-A2757BE4BEBB}"/>
                </a:ext>
              </a:extLst>
            </p:cNvPr>
            <p:cNvSpPr/>
            <p:nvPr/>
          </p:nvSpPr>
          <p:spPr>
            <a:xfrm>
              <a:off x="6994468" y="4581895"/>
              <a:ext cx="9009" cy="10846"/>
            </a:xfrm>
            <a:custGeom>
              <a:avLst/>
              <a:gdLst>
                <a:gd name="connsiteX0" fmla="*/ 0 w 9009"/>
                <a:gd name="connsiteY0" fmla="*/ 0 h 10846"/>
                <a:gd name="connsiteX1" fmla="*/ 9009 w 9009"/>
                <a:gd name="connsiteY1" fmla="*/ 0 h 10846"/>
                <a:gd name="connsiteX2" fmla="*/ 9009 w 9009"/>
                <a:gd name="connsiteY2" fmla="*/ 10846 h 10846"/>
                <a:gd name="connsiteX3" fmla="*/ 0 w 9009"/>
                <a:gd name="connsiteY3" fmla="*/ 10846 h 10846"/>
                <a:gd name="connsiteX4" fmla="*/ 0 w 9009"/>
                <a:gd name="connsiteY4" fmla="*/ 0 h 108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9" h="10846">
                  <a:moveTo>
                    <a:pt x="0" y="0"/>
                  </a:moveTo>
                  <a:lnTo>
                    <a:pt x="9009" y="0"/>
                  </a:lnTo>
                  <a:lnTo>
                    <a:pt x="9009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DE24E047-B0E0-0BD6-A31F-10C8F687E593}"/>
                </a:ext>
              </a:extLst>
            </p:cNvPr>
            <p:cNvSpPr/>
            <p:nvPr/>
          </p:nvSpPr>
          <p:spPr>
            <a:xfrm>
              <a:off x="7019660" y="4528991"/>
              <a:ext cx="41247" cy="64986"/>
            </a:xfrm>
            <a:custGeom>
              <a:avLst/>
              <a:gdLst>
                <a:gd name="connsiteX0" fmla="*/ 2690 w 41247"/>
                <a:gd name="connsiteY0" fmla="*/ 0 h 64986"/>
                <a:gd name="connsiteX1" fmla="*/ 36551 w 41247"/>
                <a:gd name="connsiteY1" fmla="*/ 0 h 64986"/>
                <a:gd name="connsiteX2" fmla="*/ 36551 w 41247"/>
                <a:gd name="connsiteY2" fmla="*/ 7259 h 64986"/>
                <a:gd name="connsiteX3" fmla="*/ 10590 w 41247"/>
                <a:gd name="connsiteY3" fmla="*/ 7259 h 64986"/>
                <a:gd name="connsiteX4" fmla="*/ 10590 w 41247"/>
                <a:gd name="connsiteY4" fmla="*/ 22892 h 64986"/>
                <a:gd name="connsiteX5" fmla="*/ 14348 w 41247"/>
                <a:gd name="connsiteY5" fmla="*/ 21951 h 64986"/>
                <a:gd name="connsiteX6" fmla="*/ 18105 w 41247"/>
                <a:gd name="connsiteY6" fmla="*/ 21610 h 64986"/>
                <a:gd name="connsiteX7" fmla="*/ 35014 w 41247"/>
                <a:gd name="connsiteY7" fmla="*/ 27457 h 64986"/>
                <a:gd name="connsiteX8" fmla="*/ 41248 w 41247"/>
                <a:gd name="connsiteY8" fmla="*/ 43303 h 64986"/>
                <a:gd name="connsiteX9" fmla="*/ 34843 w 41247"/>
                <a:gd name="connsiteY9" fmla="*/ 59314 h 64986"/>
                <a:gd name="connsiteX10" fmla="*/ 16782 w 41247"/>
                <a:gd name="connsiteY10" fmla="*/ 64986 h 64986"/>
                <a:gd name="connsiteX11" fmla="*/ 8583 w 41247"/>
                <a:gd name="connsiteY11" fmla="*/ 64304 h 64986"/>
                <a:gd name="connsiteX12" fmla="*/ 0 w 41247"/>
                <a:gd name="connsiteY12" fmla="*/ 62256 h 64986"/>
                <a:gd name="connsiteX13" fmla="*/ 0 w 41247"/>
                <a:gd name="connsiteY13" fmla="*/ 53586 h 64986"/>
                <a:gd name="connsiteX14" fmla="*/ 7942 w 41247"/>
                <a:gd name="connsiteY14" fmla="*/ 56704 h 64986"/>
                <a:gd name="connsiteX15" fmla="*/ 16610 w 41247"/>
                <a:gd name="connsiteY15" fmla="*/ 57728 h 64986"/>
                <a:gd name="connsiteX16" fmla="*/ 28310 w 41247"/>
                <a:gd name="connsiteY16" fmla="*/ 53845 h 64986"/>
                <a:gd name="connsiteX17" fmla="*/ 32622 w 41247"/>
                <a:gd name="connsiteY17" fmla="*/ 43303 h 64986"/>
                <a:gd name="connsiteX18" fmla="*/ 28310 w 41247"/>
                <a:gd name="connsiteY18" fmla="*/ 32751 h 64986"/>
                <a:gd name="connsiteX19" fmla="*/ 16610 w 41247"/>
                <a:gd name="connsiteY19" fmla="*/ 28869 h 64986"/>
                <a:gd name="connsiteX20" fmla="*/ 9693 w 41247"/>
                <a:gd name="connsiteY20" fmla="*/ 29634 h 64986"/>
                <a:gd name="connsiteX21" fmla="*/ 2690 w 41247"/>
                <a:gd name="connsiteY21" fmla="*/ 32023 h 64986"/>
                <a:gd name="connsiteX22" fmla="*/ 2690 w 41247"/>
                <a:gd name="connsiteY22" fmla="*/ 0 h 64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247" h="64986">
                  <a:moveTo>
                    <a:pt x="2690" y="0"/>
                  </a:moveTo>
                  <a:lnTo>
                    <a:pt x="36551" y="0"/>
                  </a:lnTo>
                  <a:lnTo>
                    <a:pt x="36551" y="7259"/>
                  </a:lnTo>
                  <a:lnTo>
                    <a:pt x="10590" y="7259"/>
                  </a:lnTo>
                  <a:lnTo>
                    <a:pt x="10590" y="22892"/>
                  </a:lnTo>
                  <a:cubicBezTo>
                    <a:pt x="11843" y="22458"/>
                    <a:pt x="13095" y="22145"/>
                    <a:pt x="14348" y="21951"/>
                  </a:cubicBezTo>
                  <a:cubicBezTo>
                    <a:pt x="15600" y="21721"/>
                    <a:pt x="16853" y="21610"/>
                    <a:pt x="18105" y="21610"/>
                  </a:cubicBezTo>
                  <a:cubicBezTo>
                    <a:pt x="25222" y="21610"/>
                    <a:pt x="30858" y="23556"/>
                    <a:pt x="35014" y="27457"/>
                  </a:cubicBezTo>
                  <a:cubicBezTo>
                    <a:pt x="39170" y="31359"/>
                    <a:pt x="41248" y="36634"/>
                    <a:pt x="41248" y="43303"/>
                  </a:cubicBezTo>
                  <a:cubicBezTo>
                    <a:pt x="41248" y="50155"/>
                    <a:pt x="39113" y="55496"/>
                    <a:pt x="34843" y="59314"/>
                  </a:cubicBezTo>
                  <a:cubicBezTo>
                    <a:pt x="30573" y="63096"/>
                    <a:pt x="24552" y="64986"/>
                    <a:pt x="16782" y="64986"/>
                  </a:cubicBezTo>
                  <a:cubicBezTo>
                    <a:pt x="14106" y="64986"/>
                    <a:pt x="11373" y="64756"/>
                    <a:pt x="8583" y="64304"/>
                  </a:cubicBezTo>
                  <a:cubicBezTo>
                    <a:pt x="5822" y="63852"/>
                    <a:pt x="2961" y="63169"/>
                    <a:pt x="0" y="62256"/>
                  </a:cubicBezTo>
                  <a:lnTo>
                    <a:pt x="0" y="53586"/>
                  </a:lnTo>
                  <a:cubicBezTo>
                    <a:pt x="2562" y="54979"/>
                    <a:pt x="5209" y="56021"/>
                    <a:pt x="7942" y="56704"/>
                  </a:cubicBezTo>
                  <a:cubicBezTo>
                    <a:pt x="10675" y="57386"/>
                    <a:pt x="13564" y="57728"/>
                    <a:pt x="16610" y="57728"/>
                  </a:cubicBezTo>
                  <a:cubicBezTo>
                    <a:pt x="21535" y="57728"/>
                    <a:pt x="25435" y="56437"/>
                    <a:pt x="28310" y="53845"/>
                  </a:cubicBezTo>
                  <a:cubicBezTo>
                    <a:pt x="31184" y="51253"/>
                    <a:pt x="32622" y="47739"/>
                    <a:pt x="32622" y="43303"/>
                  </a:cubicBezTo>
                  <a:cubicBezTo>
                    <a:pt x="32622" y="38857"/>
                    <a:pt x="31184" y="35343"/>
                    <a:pt x="28310" y="32751"/>
                  </a:cubicBezTo>
                  <a:cubicBezTo>
                    <a:pt x="25435" y="30160"/>
                    <a:pt x="21535" y="28869"/>
                    <a:pt x="16610" y="28869"/>
                  </a:cubicBezTo>
                  <a:cubicBezTo>
                    <a:pt x="14304" y="28869"/>
                    <a:pt x="11998" y="29127"/>
                    <a:pt x="9693" y="29634"/>
                  </a:cubicBezTo>
                  <a:cubicBezTo>
                    <a:pt x="7415" y="30141"/>
                    <a:pt x="5082" y="30944"/>
                    <a:pt x="2690" y="32023"/>
                  </a:cubicBez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81D8D2C8-2C86-FA0A-14A7-AB239C4C0166}"/>
                </a:ext>
              </a:extLst>
            </p:cNvPr>
            <p:cNvSpPr/>
            <p:nvPr/>
          </p:nvSpPr>
          <p:spPr>
            <a:xfrm>
              <a:off x="6933407" y="4280111"/>
              <a:ext cx="44066" cy="66141"/>
            </a:xfrm>
            <a:custGeom>
              <a:avLst/>
              <a:gdLst>
                <a:gd name="connsiteX0" fmla="*/ 22033 w 44066"/>
                <a:gd name="connsiteY0" fmla="*/ 6832 h 66141"/>
                <a:gd name="connsiteX1" fmla="*/ 11998 w 44066"/>
                <a:gd name="connsiteY1" fmla="*/ 13408 h 66141"/>
                <a:gd name="connsiteX2" fmla="*/ 8668 w 44066"/>
                <a:gd name="connsiteY2" fmla="*/ 33093 h 66141"/>
                <a:gd name="connsiteX3" fmla="*/ 11998 w 44066"/>
                <a:gd name="connsiteY3" fmla="*/ 52777 h 66141"/>
                <a:gd name="connsiteX4" fmla="*/ 22033 w 44066"/>
                <a:gd name="connsiteY4" fmla="*/ 59309 h 66141"/>
                <a:gd name="connsiteX5" fmla="*/ 32068 w 44066"/>
                <a:gd name="connsiteY5" fmla="*/ 52777 h 66141"/>
                <a:gd name="connsiteX6" fmla="*/ 35441 w 44066"/>
                <a:gd name="connsiteY6" fmla="*/ 33093 h 66141"/>
                <a:gd name="connsiteX7" fmla="*/ 32068 w 44066"/>
                <a:gd name="connsiteY7" fmla="*/ 13408 h 66141"/>
                <a:gd name="connsiteX8" fmla="*/ 22033 w 44066"/>
                <a:gd name="connsiteY8" fmla="*/ 6832 h 66141"/>
                <a:gd name="connsiteX9" fmla="*/ 22033 w 44066"/>
                <a:gd name="connsiteY9" fmla="*/ 0 h 66141"/>
                <a:gd name="connsiteX10" fmla="*/ 38387 w 44066"/>
                <a:gd name="connsiteY10" fmla="*/ 8497 h 66141"/>
                <a:gd name="connsiteX11" fmla="*/ 44066 w 44066"/>
                <a:gd name="connsiteY11" fmla="*/ 33093 h 66141"/>
                <a:gd name="connsiteX12" fmla="*/ 38387 w 44066"/>
                <a:gd name="connsiteY12" fmla="*/ 57687 h 66141"/>
                <a:gd name="connsiteX13" fmla="*/ 22033 w 44066"/>
                <a:gd name="connsiteY13" fmla="*/ 66142 h 66141"/>
                <a:gd name="connsiteX14" fmla="*/ 5636 w 44066"/>
                <a:gd name="connsiteY14" fmla="*/ 57687 h 66141"/>
                <a:gd name="connsiteX15" fmla="*/ 0 w 44066"/>
                <a:gd name="connsiteY15" fmla="*/ 33093 h 66141"/>
                <a:gd name="connsiteX16" fmla="*/ 5636 w 44066"/>
                <a:gd name="connsiteY16" fmla="*/ 8497 h 66141"/>
                <a:gd name="connsiteX17" fmla="*/ 22033 w 44066"/>
                <a:gd name="connsiteY17" fmla="*/ 0 h 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6" h="66141">
                  <a:moveTo>
                    <a:pt x="22033" y="6832"/>
                  </a:moveTo>
                  <a:cubicBezTo>
                    <a:pt x="17592" y="6832"/>
                    <a:pt x="14248" y="9024"/>
                    <a:pt x="11998" y="13408"/>
                  </a:cubicBezTo>
                  <a:cubicBezTo>
                    <a:pt x="9778" y="17763"/>
                    <a:pt x="8668" y="24324"/>
                    <a:pt x="8668" y="33093"/>
                  </a:cubicBezTo>
                  <a:cubicBezTo>
                    <a:pt x="8668" y="41832"/>
                    <a:pt x="9778" y="48393"/>
                    <a:pt x="11998" y="52777"/>
                  </a:cubicBezTo>
                  <a:cubicBezTo>
                    <a:pt x="14248" y="57132"/>
                    <a:pt x="17592" y="59309"/>
                    <a:pt x="22033" y="59309"/>
                  </a:cubicBezTo>
                  <a:cubicBezTo>
                    <a:pt x="26502" y="59309"/>
                    <a:pt x="29847" y="57132"/>
                    <a:pt x="32068" y="52777"/>
                  </a:cubicBezTo>
                  <a:cubicBezTo>
                    <a:pt x="34317" y="48393"/>
                    <a:pt x="35441" y="41832"/>
                    <a:pt x="35441" y="33093"/>
                  </a:cubicBezTo>
                  <a:cubicBezTo>
                    <a:pt x="35441" y="24324"/>
                    <a:pt x="34317" y="17763"/>
                    <a:pt x="32068" y="13408"/>
                  </a:cubicBezTo>
                  <a:cubicBezTo>
                    <a:pt x="29847" y="9024"/>
                    <a:pt x="26502" y="6832"/>
                    <a:pt x="22033" y="6832"/>
                  </a:cubicBezTo>
                  <a:moveTo>
                    <a:pt x="22033" y="0"/>
                  </a:moveTo>
                  <a:cubicBezTo>
                    <a:pt x="29178" y="0"/>
                    <a:pt x="34629" y="2832"/>
                    <a:pt x="38387" y="8497"/>
                  </a:cubicBezTo>
                  <a:cubicBezTo>
                    <a:pt x="42173" y="14134"/>
                    <a:pt x="44066" y="22332"/>
                    <a:pt x="44066" y="33093"/>
                  </a:cubicBezTo>
                  <a:cubicBezTo>
                    <a:pt x="44066" y="43824"/>
                    <a:pt x="42173" y="52022"/>
                    <a:pt x="38387" y="57687"/>
                  </a:cubicBezTo>
                  <a:cubicBezTo>
                    <a:pt x="34629" y="63323"/>
                    <a:pt x="29178" y="66142"/>
                    <a:pt x="22033" y="66142"/>
                  </a:cubicBezTo>
                  <a:cubicBezTo>
                    <a:pt x="14888" y="66142"/>
                    <a:pt x="9422" y="63323"/>
                    <a:pt x="5636" y="57687"/>
                  </a:cubicBezTo>
                  <a:cubicBezTo>
                    <a:pt x="1879" y="52022"/>
                    <a:pt x="0" y="43824"/>
                    <a:pt x="0" y="33093"/>
                  </a:cubicBezTo>
                  <a:cubicBezTo>
                    <a:pt x="0" y="22332"/>
                    <a:pt x="1879" y="14134"/>
                    <a:pt x="5636" y="8497"/>
                  </a:cubicBezTo>
                  <a:cubicBezTo>
                    <a:pt x="9422" y="2832"/>
                    <a:pt x="14888" y="0"/>
                    <a:pt x="22033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592E68CB-BAEA-3B2B-8606-65496B42E554}"/>
                </a:ext>
              </a:extLst>
            </p:cNvPr>
            <p:cNvSpPr/>
            <p:nvPr/>
          </p:nvSpPr>
          <p:spPr>
            <a:xfrm>
              <a:off x="6992632" y="4334169"/>
              <a:ext cx="9009" cy="10845"/>
            </a:xfrm>
            <a:custGeom>
              <a:avLst/>
              <a:gdLst>
                <a:gd name="connsiteX0" fmla="*/ 0 w 9009"/>
                <a:gd name="connsiteY0" fmla="*/ 0 h 10845"/>
                <a:gd name="connsiteX1" fmla="*/ 9009 w 9009"/>
                <a:gd name="connsiteY1" fmla="*/ 0 h 10845"/>
                <a:gd name="connsiteX2" fmla="*/ 9009 w 9009"/>
                <a:gd name="connsiteY2" fmla="*/ 10846 h 10845"/>
                <a:gd name="connsiteX3" fmla="*/ 0 w 9009"/>
                <a:gd name="connsiteY3" fmla="*/ 10846 h 10845"/>
                <a:gd name="connsiteX4" fmla="*/ 0 w 9009"/>
                <a:gd name="connsiteY4" fmla="*/ 0 h 1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9" h="10845">
                  <a:moveTo>
                    <a:pt x="0" y="0"/>
                  </a:moveTo>
                  <a:lnTo>
                    <a:pt x="9009" y="0"/>
                  </a:lnTo>
                  <a:lnTo>
                    <a:pt x="9009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B214E04D-C1B2-6CF0-F982-EDE3588A2191}"/>
                </a:ext>
              </a:extLst>
            </p:cNvPr>
            <p:cNvSpPr/>
            <p:nvPr/>
          </p:nvSpPr>
          <p:spPr>
            <a:xfrm>
              <a:off x="7016842" y="4280111"/>
              <a:ext cx="44065" cy="66141"/>
            </a:xfrm>
            <a:custGeom>
              <a:avLst/>
              <a:gdLst>
                <a:gd name="connsiteX0" fmla="*/ 22032 w 44065"/>
                <a:gd name="connsiteY0" fmla="*/ 6832 h 66141"/>
                <a:gd name="connsiteX1" fmla="*/ 11998 w 44065"/>
                <a:gd name="connsiteY1" fmla="*/ 13408 h 66141"/>
                <a:gd name="connsiteX2" fmla="*/ 8668 w 44065"/>
                <a:gd name="connsiteY2" fmla="*/ 33093 h 66141"/>
                <a:gd name="connsiteX3" fmla="*/ 11998 w 44065"/>
                <a:gd name="connsiteY3" fmla="*/ 52777 h 66141"/>
                <a:gd name="connsiteX4" fmla="*/ 22032 w 44065"/>
                <a:gd name="connsiteY4" fmla="*/ 59309 h 66141"/>
                <a:gd name="connsiteX5" fmla="*/ 32067 w 44065"/>
                <a:gd name="connsiteY5" fmla="*/ 52777 h 66141"/>
                <a:gd name="connsiteX6" fmla="*/ 35440 w 44065"/>
                <a:gd name="connsiteY6" fmla="*/ 33093 h 66141"/>
                <a:gd name="connsiteX7" fmla="*/ 32067 w 44065"/>
                <a:gd name="connsiteY7" fmla="*/ 13408 h 66141"/>
                <a:gd name="connsiteX8" fmla="*/ 22032 w 44065"/>
                <a:gd name="connsiteY8" fmla="*/ 6832 h 66141"/>
                <a:gd name="connsiteX9" fmla="*/ 22032 w 44065"/>
                <a:gd name="connsiteY9" fmla="*/ 0 h 66141"/>
                <a:gd name="connsiteX10" fmla="*/ 38387 w 44065"/>
                <a:gd name="connsiteY10" fmla="*/ 8497 h 66141"/>
                <a:gd name="connsiteX11" fmla="*/ 44065 w 44065"/>
                <a:gd name="connsiteY11" fmla="*/ 33093 h 66141"/>
                <a:gd name="connsiteX12" fmla="*/ 38387 w 44065"/>
                <a:gd name="connsiteY12" fmla="*/ 57687 h 66141"/>
                <a:gd name="connsiteX13" fmla="*/ 22032 w 44065"/>
                <a:gd name="connsiteY13" fmla="*/ 66142 h 66141"/>
                <a:gd name="connsiteX14" fmla="*/ 5636 w 44065"/>
                <a:gd name="connsiteY14" fmla="*/ 57687 h 66141"/>
                <a:gd name="connsiteX15" fmla="*/ 0 w 44065"/>
                <a:gd name="connsiteY15" fmla="*/ 33093 h 66141"/>
                <a:gd name="connsiteX16" fmla="*/ 5636 w 44065"/>
                <a:gd name="connsiteY16" fmla="*/ 8497 h 66141"/>
                <a:gd name="connsiteX17" fmla="*/ 22032 w 44065"/>
                <a:gd name="connsiteY17" fmla="*/ 0 h 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41">
                  <a:moveTo>
                    <a:pt x="22032" y="6832"/>
                  </a:moveTo>
                  <a:cubicBezTo>
                    <a:pt x="17591" y="6832"/>
                    <a:pt x="14247" y="9024"/>
                    <a:pt x="11998" y="13408"/>
                  </a:cubicBezTo>
                  <a:cubicBezTo>
                    <a:pt x="9778" y="17763"/>
                    <a:pt x="8668" y="24324"/>
                    <a:pt x="8668" y="33093"/>
                  </a:cubicBezTo>
                  <a:cubicBezTo>
                    <a:pt x="8668" y="41832"/>
                    <a:pt x="9778" y="48393"/>
                    <a:pt x="11998" y="52777"/>
                  </a:cubicBezTo>
                  <a:cubicBezTo>
                    <a:pt x="14247" y="57132"/>
                    <a:pt x="17591" y="59309"/>
                    <a:pt x="22032" y="59309"/>
                  </a:cubicBezTo>
                  <a:cubicBezTo>
                    <a:pt x="26502" y="59309"/>
                    <a:pt x="29847" y="57132"/>
                    <a:pt x="32067" y="52777"/>
                  </a:cubicBezTo>
                  <a:cubicBezTo>
                    <a:pt x="34316" y="48393"/>
                    <a:pt x="35440" y="41832"/>
                    <a:pt x="35440" y="33093"/>
                  </a:cubicBezTo>
                  <a:cubicBezTo>
                    <a:pt x="35440" y="24324"/>
                    <a:pt x="34316" y="17763"/>
                    <a:pt x="32067" y="13408"/>
                  </a:cubicBezTo>
                  <a:cubicBezTo>
                    <a:pt x="29847" y="9024"/>
                    <a:pt x="26502" y="6832"/>
                    <a:pt x="22032" y="6832"/>
                  </a:cubicBezTo>
                  <a:moveTo>
                    <a:pt x="22032" y="0"/>
                  </a:moveTo>
                  <a:cubicBezTo>
                    <a:pt x="29177" y="0"/>
                    <a:pt x="34629" y="2832"/>
                    <a:pt x="38387" y="8497"/>
                  </a:cubicBezTo>
                  <a:cubicBezTo>
                    <a:pt x="42173" y="14134"/>
                    <a:pt x="44065" y="22332"/>
                    <a:pt x="44065" y="33093"/>
                  </a:cubicBezTo>
                  <a:cubicBezTo>
                    <a:pt x="44065" y="43824"/>
                    <a:pt x="42173" y="52022"/>
                    <a:pt x="38387" y="57687"/>
                  </a:cubicBezTo>
                  <a:cubicBezTo>
                    <a:pt x="34629" y="63323"/>
                    <a:pt x="29177" y="66142"/>
                    <a:pt x="22032" y="66142"/>
                  </a:cubicBezTo>
                  <a:cubicBezTo>
                    <a:pt x="14887" y="66142"/>
                    <a:pt x="9422" y="63323"/>
                    <a:pt x="5636" y="57687"/>
                  </a:cubicBezTo>
                  <a:cubicBezTo>
                    <a:pt x="1879" y="52022"/>
                    <a:pt x="0" y="43824"/>
                    <a:pt x="0" y="33093"/>
                  </a:cubicBezTo>
                  <a:cubicBezTo>
                    <a:pt x="0" y="22332"/>
                    <a:pt x="1879" y="14134"/>
                    <a:pt x="5636" y="8497"/>
                  </a:cubicBezTo>
                  <a:cubicBezTo>
                    <a:pt x="9422" y="2832"/>
                    <a:pt x="14887" y="0"/>
                    <a:pt x="22032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BF2F0C8B-2F20-B222-26CA-1606F6462175}"/>
                </a:ext>
              </a:extLst>
            </p:cNvPr>
            <p:cNvSpPr/>
            <p:nvPr/>
          </p:nvSpPr>
          <p:spPr>
            <a:xfrm>
              <a:off x="6935243" y="4032383"/>
              <a:ext cx="44065" cy="66141"/>
            </a:xfrm>
            <a:custGeom>
              <a:avLst/>
              <a:gdLst>
                <a:gd name="connsiteX0" fmla="*/ 22033 w 44065"/>
                <a:gd name="connsiteY0" fmla="*/ 6832 h 66141"/>
                <a:gd name="connsiteX1" fmla="*/ 11998 w 44065"/>
                <a:gd name="connsiteY1" fmla="*/ 13408 h 66141"/>
                <a:gd name="connsiteX2" fmla="*/ 8668 w 44065"/>
                <a:gd name="connsiteY2" fmla="*/ 33093 h 66141"/>
                <a:gd name="connsiteX3" fmla="*/ 11998 w 44065"/>
                <a:gd name="connsiteY3" fmla="*/ 52777 h 66141"/>
                <a:gd name="connsiteX4" fmla="*/ 22033 w 44065"/>
                <a:gd name="connsiteY4" fmla="*/ 59309 h 66141"/>
                <a:gd name="connsiteX5" fmla="*/ 32067 w 44065"/>
                <a:gd name="connsiteY5" fmla="*/ 52777 h 66141"/>
                <a:gd name="connsiteX6" fmla="*/ 35441 w 44065"/>
                <a:gd name="connsiteY6" fmla="*/ 33093 h 66141"/>
                <a:gd name="connsiteX7" fmla="*/ 32067 w 44065"/>
                <a:gd name="connsiteY7" fmla="*/ 13408 h 66141"/>
                <a:gd name="connsiteX8" fmla="*/ 22033 w 44065"/>
                <a:gd name="connsiteY8" fmla="*/ 6832 h 66141"/>
                <a:gd name="connsiteX9" fmla="*/ 22033 w 44065"/>
                <a:gd name="connsiteY9" fmla="*/ 0 h 66141"/>
                <a:gd name="connsiteX10" fmla="*/ 38387 w 44065"/>
                <a:gd name="connsiteY10" fmla="*/ 8497 h 66141"/>
                <a:gd name="connsiteX11" fmla="*/ 44065 w 44065"/>
                <a:gd name="connsiteY11" fmla="*/ 33093 h 66141"/>
                <a:gd name="connsiteX12" fmla="*/ 38387 w 44065"/>
                <a:gd name="connsiteY12" fmla="*/ 57687 h 66141"/>
                <a:gd name="connsiteX13" fmla="*/ 22033 w 44065"/>
                <a:gd name="connsiteY13" fmla="*/ 66142 h 66141"/>
                <a:gd name="connsiteX14" fmla="*/ 5636 w 44065"/>
                <a:gd name="connsiteY14" fmla="*/ 57687 h 66141"/>
                <a:gd name="connsiteX15" fmla="*/ 0 w 44065"/>
                <a:gd name="connsiteY15" fmla="*/ 33093 h 66141"/>
                <a:gd name="connsiteX16" fmla="*/ 5636 w 44065"/>
                <a:gd name="connsiteY16" fmla="*/ 8497 h 66141"/>
                <a:gd name="connsiteX17" fmla="*/ 22033 w 44065"/>
                <a:gd name="connsiteY17" fmla="*/ 0 h 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41">
                  <a:moveTo>
                    <a:pt x="22033" y="6832"/>
                  </a:moveTo>
                  <a:cubicBezTo>
                    <a:pt x="17592" y="6832"/>
                    <a:pt x="14247" y="9024"/>
                    <a:pt x="11998" y="13408"/>
                  </a:cubicBezTo>
                  <a:cubicBezTo>
                    <a:pt x="9778" y="17763"/>
                    <a:pt x="8668" y="24324"/>
                    <a:pt x="8668" y="33093"/>
                  </a:cubicBezTo>
                  <a:cubicBezTo>
                    <a:pt x="8668" y="41832"/>
                    <a:pt x="9778" y="48393"/>
                    <a:pt x="11998" y="52777"/>
                  </a:cubicBezTo>
                  <a:cubicBezTo>
                    <a:pt x="14247" y="57132"/>
                    <a:pt x="17592" y="59309"/>
                    <a:pt x="22033" y="59309"/>
                  </a:cubicBezTo>
                  <a:cubicBezTo>
                    <a:pt x="26502" y="59309"/>
                    <a:pt x="29847" y="57132"/>
                    <a:pt x="32067" y="52777"/>
                  </a:cubicBezTo>
                  <a:cubicBezTo>
                    <a:pt x="34317" y="48393"/>
                    <a:pt x="35441" y="41832"/>
                    <a:pt x="35441" y="33093"/>
                  </a:cubicBezTo>
                  <a:cubicBezTo>
                    <a:pt x="35441" y="24324"/>
                    <a:pt x="34317" y="17763"/>
                    <a:pt x="32067" y="13408"/>
                  </a:cubicBezTo>
                  <a:cubicBezTo>
                    <a:pt x="29847" y="9024"/>
                    <a:pt x="26502" y="6832"/>
                    <a:pt x="22033" y="6832"/>
                  </a:cubicBezTo>
                  <a:moveTo>
                    <a:pt x="22033" y="0"/>
                  </a:moveTo>
                  <a:cubicBezTo>
                    <a:pt x="29178" y="0"/>
                    <a:pt x="34629" y="2832"/>
                    <a:pt x="38387" y="8497"/>
                  </a:cubicBezTo>
                  <a:cubicBezTo>
                    <a:pt x="42173" y="14134"/>
                    <a:pt x="44065" y="22332"/>
                    <a:pt x="44065" y="33093"/>
                  </a:cubicBezTo>
                  <a:cubicBezTo>
                    <a:pt x="44065" y="43824"/>
                    <a:pt x="42173" y="52022"/>
                    <a:pt x="38387" y="57687"/>
                  </a:cubicBezTo>
                  <a:cubicBezTo>
                    <a:pt x="34629" y="63323"/>
                    <a:pt x="29178" y="66142"/>
                    <a:pt x="22033" y="66142"/>
                  </a:cubicBezTo>
                  <a:cubicBezTo>
                    <a:pt x="14888" y="66142"/>
                    <a:pt x="9422" y="63323"/>
                    <a:pt x="5636" y="57687"/>
                  </a:cubicBezTo>
                  <a:cubicBezTo>
                    <a:pt x="1879" y="52022"/>
                    <a:pt x="0" y="43824"/>
                    <a:pt x="0" y="33093"/>
                  </a:cubicBezTo>
                  <a:cubicBezTo>
                    <a:pt x="0" y="22332"/>
                    <a:pt x="1879" y="14134"/>
                    <a:pt x="5636" y="8497"/>
                  </a:cubicBezTo>
                  <a:cubicBezTo>
                    <a:pt x="9422" y="2832"/>
                    <a:pt x="14888" y="0"/>
                    <a:pt x="22033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1FA8A63-D72E-D71C-427C-0BA66F509D2A}"/>
                </a:ext>
              </a:extLst>
            </p:cNvPr>
            <p:cNvSpPr/>
            <p:nvPr/>
          </p:nvSpPr>
          <p:spPr>
            <a:xfrm>
              <a:off x="6994468" y="4086441"/>
              <a:ext cx="9009" cy="10845"/>
            </a:xfrm>
            <a:custGeom>
              <a:avLst/>
              <a:gdLst>
                <a:gd name="connsiteX0" fmla="*/ 0 w 9009"/>
                <a:gd name="connsiteY0" fmla="*/ 0 h 10845"/>
                <a:gd name="connsiteX1" fmla="*/ 9009 w 9009"/>
                <a:gd name="connsiteY1" fmla="*/ 0 h 10845"/>
                <a:gd name="connsiteX2" fmla="*/ 9009 w 9009"/>
                <a:gd name="connsiteY2" fmla="*/ 10846 h 10845"/>
                <a:gd name="connsiteX3" fmla="*/ 0 w 9009"/>
                <a:gd name="connsiteY3" fmla="*/ 10846 h 10845"/>
                <a:gd name="connsiteX4" fmla="*/ 0 w 9009"/>
                <a:gd name="connsiteY4" fmla="*/ 0 h 1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9" h="10845">
                  <a:moveTo>
                    <a:pt x="0" y="0"/>
                  </a:moveTo>
                  <a:lnTo>
                    <a:pt x="9009" y="0"/>
                  </a:lnTo>
                  <a:lnTo>
                    <a:pt x="9009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4BD50D45-1597-8F41-BBA7-D0937E30CBA1}"/>
                </a:ext>
              </a:extLst>
            </p:cNvPr>
            <p:cNvSpPr/>
            <p:nvPr/>
          </p:nvSpPr>
          <p:spPr>
            <a:xfrm>
              <a:off x="7019660" y="4033536"/>
              <a:ext cx="41247" cy="64989"/>
            </a:xfrm>
            <a:custGeom>
              <a:avLst/>
              <a:gdLst>
                <a:gd name="connsiteX0" fmla="*/ 2690 w 41247"/>
                <a:gd name="connsiteY0" fmla="*/ 0 h 64989"/>
                <a:gd name="connsiteX1" fmla="*/ 36551 w 41247"/>
                <a:gd name="connsiteY1" fmla="*/ 0 h 64989"/>
                <a:gd name="connsiteX2" fmla="*/ 36551 w 41247"/>
                <a:gd name="connsiteY2" fmla="*/ 7260 h 64989"/>
                <a:gd name="connsiteX3" fmla="*/ 10590 w 41247"/>
                <a:gd name="connsiteY3" fmla="*/ 7260 h 64989"/>
                <a:gd name="connsiteX4" fmla="*/ 10590 w 41247"/>
                <a:gd name="connsiteY4" fmla="*/ 22887 h 64989"/>
                <a:gd name="connsiteX5" fmla="*/ 14348 w 41247"/>
                <a:gd name="connsiteY5" fmla="*/ 21947 h 64989"/>
                <a:gd name="connsiteX6" fmla="*/ 18105 w 41247"/>
                <a:gd name="connsiteY6" fmla="*/ 21606 h 64989"/>
                <a:gd name="connsiteX7" fmla="*/ 35014 w 41247"/>
                <a:gd name="connsiteY7" fmla="*/ 27456 h 64989"/>
                <a:gd name="connsiteX8" fmla="*/ 41248 w 41247"/>
                <a:gd name="connsiteY8" fmla="*/ 43297 h 64989"/>
                <a:gd name="connsiteX9" fmla="*/ 34843 w 41247"/>
                <a:gd name="connsiteY9" fmla="*/ 59309 h 64989"/>
                <a:gd name="connsiteX10" fmla="*/ 16782 w 41247"/>
                <a:gd name="connsiteY10" fmla="*/ 64989 h 64989"/>
                <a:gd name="connsiteX11" fmla="*/ 8583 w 41247"/>
                <a:gd name="connsiteY11" fmla="*/ 64306 h 64989"/>
                <a:gd name="connsiteX12" fmla="*/ 0 w 41247"/>
                <a:gd name="connsiteY12" fmla="*/ 62256 h 64989"/>
                <a:gd name="connsiteX13" fmla="*/ 0 w 41247"/>
                <a:gd name="connsiteY13" fmla="*/ 53588 h 64989"/>
                <a:gd name="connsiteX14" fmla="*/ 7942 w 41247"/>
                <a:gd name="connsiteY14" fmla="*/ 56705 h 64989"/>
                <a:gd name="connsiteX15" fmla="*/ 16610 w 41247"/>
                <a:gd name="connsiteY15" fmla="*/ 57730 h 64989"/>
                <a:gd name="connsiteX16" fmla="*/ 28310 w 41247"/>
                <a:gd name="connsiteY16" fmla="*/ 53845 h 64989"/>
                <a:gd name="connsiteX17" fmla="*/ 32622 w 41247"/>
                <a:gd name="connsiteY17" fmla="*/ 43297 h 64989"/>
                <a:gd name="connsiteX18" fmla="*/ 28310 w 41247"/>
                <a:gd name="connsiteY18" fmla="*/ 32750 h 64989"/>
                <a:gd name="connsiteX19" fmla="*/ 16610 w 41247"/>
                <a:gd name="connsiteY19" fmla="*/ 28865 h 64989"/>
                <a:gd name="connsiteX20" fmla="*/ 9693 w 41247"/>
                <a:gd name="connsiteY20" fmla="*/ 29634 h 64989"/>
                <a:gd name="connsiteX21" fmla="*/ 2690 w 41247"/>
                <a:gd name="connsiteY21" fmla="*/ 32025 h 64989"/>
                <a:gd name="connsiteX22" fmla="*/ 2690 w 41247"/>
                <a:gd name="connsiteY22" fmla="*/ 0 h 64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1247" h="64989">
                  <a:moveTo>
                    <a:pt x="2690" y="0"/>
                  </a:moveTo>
                  <a:lnTo>
                    <a:pt x="36551" y="0"/>
                  </a:lnTo>
                  <a:lnTo>
                    <a:pt x="36551" y="7260"/>
                  </a:lnTo>
                  <a:lnTo>
                    <a:pt x="10590" y="7260"/>
                  </a:lnTo>
                  <a:lnTo>
                    <a:pt x="10590" y="22887"/>
                  </a:lnTo>
                  <a:cubicBezTo>
                    <a:pt x="11843" y="22460"/>
                    <a:pt x="13095" y="22147"/>
                    <a:pt x="14348" y="21947"/>
                  </a:cubicBezTo>
                  <a:cubicBezTo>
                    <a:pt x="15600" y="21720"/>
                    <a:pt x="16853" y="21606"/>
                    <a:pt x="18105" y="21606"/>
                  </a:cubicBezTo>
                  <a:cubicBezTo>
                    <a:pt x="25222" y="21606"/>
                    <a:pt x="30858" y="23556"/>
                    <a:pt x="35014" y="27456"/>
                  </a:cubicBezTo>
                  <a:cubicBezTo>
                    <a:pt x="39170" y="31356"/>
                    <a:pt x="41248" y="36636"/>
                    <a:pt x="41248" y="43297"/>
                  </a:cubicBezTo>
                  <a:cubicBezTo>
                    <a:pt x="41248" y="50158"/>
                    <a:pt x="39113" y="55496"/>
                    <a:pt x="34843" y="59309"/>
                  </a:cubicBezTo>
                  <a:cubicBezTo>
                    <a:pt x="30573" y="63096"/>
                    <a:pt x="24552" y="64989"/>
                    <a:pt x="16782" y="64989"/>
                  </a:cubicBezTo>
                  <a:cubicBezTo>
                    <a:pt x="14106" y="64989"/>
                    <a:pt x="11373" y="64761"/>
                    <a:pt x="8583" y="64306"/>
                  </a:cubicBezTo>
                  <a:cubicBezTo>
                    <a:pt x="5822" y="63850"/>
                    <a:pt x="2961" y="63167"/>
                    <a:pt x="0" y="62256"/>
                  </a:cubicBezTo>
                  <a:lnTo>
                    <a:pt x="0" y="53588"/>
                  </a:lnTo>
                  <a:cubicBezTo>
                    <a:pt x="2562" y="54983"/>
                    <a:pt x="5209" y="56021"/>
                    <a:pt x="7942" y="56705"/>
                  </a:cubicBezTo>
                  <a:cubicBezTo>
                    <a:pt x="10675" y="57388"/>
                    <a:pt x="13564" y="57730"/>
                    <a:pt x="16610" y="57730"/>
                  </a:cubicBezTo>
                  <a:cubicBezTo>
                    <a:pt x="21535" y="57730"/>
                    <a:pt x="25435" y="56435"/>
                    <a:pt x="28310" y="53845"/>
                  </a:cubicBezTo>
                  <a:cubicBezTo>
                    <a:pt x="31184" y="51254"/>
                    <a:pt x="32622" y="47738"/>
                    <a:pt x="32622" y="43297"/>
                  </a:cubicBezTo>
                  <a:cubicBezTo>
                    <a:pt x="32622" y="38856"/>
                    <a:pt x="31184" y="35341"/>
                    <a:pt x="28310" y="32750"/>
                  </a:cubicBezTo>
                  <a:cubicBezTo>
                    <a:pt x="25435" y="30160"/>
                    <a:pt x="21535" y="28865"/>
                    <a:pt x="16610" y="28865"/>
                  </a:cubicBezTo>
                  <a:cubicBezTo>
                    <a:pt x="14304" y="28865"/>
                    <a:pt x="11998" y="29121"/>
                    <a:pt x="9693" y="29634"/>
                  </a:cubicBezTo>
                  <a:cubicBezTo>
                    <a:pt x="7415" y="30146"/>
                    <a:pt x="5082" y="30943"/>
                    <a:pt x="2690" y="32025"/>
                  </a:cubicBezTo>
                  <a:lnTo>
                    <a:pt x="269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5FC44AA1-5FDA-EB34-9094-EDD18FA95408}"/>
                </a:ext>
              </a:extLst>
            </p:cNvPr>
            <p:cNvSpPr/>
            <p:nvPr/>
          </p:nvSpPr>
          <p:spPr>
            <a:xfrm>
              <a:off x="6937250" y="3785808"/>
              <a:ext cx="37959" cy="63750"/>
            </a:xfrm>
            <a:custGeom>
              <a:avLst/>
              <a:gdLst>
                <a:gd name="connsiteX0" fmla="*/ 1238 w 37959"/>
                <a:gd name="connsiteY0" fmla="*/ 56492 h 63750"/>
                <a:gd name="connsiteX1" fmla="*/ 15329 w 37959"/>
                <a:gd name="connsiteY1" fmla="*/ 56492 h 63750"/>
                <a:gd name="connsiteX2" fmla="*/ 15329 w 37959"/>
                <a:gd name="connsiteY2" fmla="*/ 7857 h 63750"/>
                <a:gd name="connsiteX3" fmla="*/ 0 w 37959"/>
                <a:gd name="connsiteY3" fmla="*/ 10931 h 63750"/>
                <a:gd name="connsiteX4" fmla="*/ 0 w 37959"/>
                <a:gd name="connsiteY4" fmla="*/ 3075 h 63750"/>
                <a:gd name="connsiteX5" fmla="*/ 15244 w 37959"/>
                <a:gd name="connsiteY5" fmla="*/ 0 h 63750"/>
                <a:gd name="connsiteX6" fmla="*/ 23869 w 37959"/>
                <a:gd name="connsiteY6" fmla="*/ 0 h 63750"/>
                <a:gd name="connsiteX7" fmla="*/ 23869 w 37959"/>
                <a:gd name="connsiteY7" fmla="*/ 56492 h 63750"/>
                <a:gd name="connsiteX8" fmla="*/ 37960 w 37959"/>
                <a:gd name="connsiteY8" fmla="*/ 56492 h 63750"/>
                <a:gd name="connsiteX9" fmla="*/ 37960 w 37959"/>
                <a:gd name="connsiteY9" fmla="*/ 63750 h 63750"/>
                <a:gd name="connsiteX10" fmla="*/ 1238 w 37959"/>
                <a:gd name="connsiteY10" fmla="*/ 63750 h 63750"/>
                <a:gd name="connsiteX11" fmla="*/ 1238 w 37959"/>
                <a:gd name="connsiteY11" fmla="*/ 56492 h 63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959" h="63750">
                  <a:moveTo>
                    <a:pt x="1238" y="56492"/>
                  </a:moveTo>
                  <a:lnTo>
                    <a:pt x="15329" y="56492"/>
                  </a:lnTo>
                  <a:lnTo>
                    <a:pt x="15329" y="7857"/>
                  </a:lnTo>
                  <a:lnTo>
                    <a:pt x="0" y="10931"/>
                  </a:lnTo>
                  <a:lnTo>
                    <a:pt x="0" y="3075"/>
                  </a:lnTo>
                  <a:lnTo>
                    <a:pt x="15244" y="0"/>
                  </a:lnTo>
                  <a:lnTo>
                    <a:pt x="23869" y="0"/>
                  </a:lnTo>
                  <a:lnTo>
                    <a:pt x="23869" y="56492"/>
                  </a:lnTo>
                  <a:lnTo>
                    <a:pt x="37960" y="56492"/>
                  </a:lnTo>
                  <a:lnTo>
                    <a:pt x="37960" y="63750"/>
                  </a:lnTo>
                  <a:lnTo>
                    <a:pt x="1238" y="63750"/>
                  </a:lnTo>
                  <a:lnTo>
                    <a:pt x="1238" y="56492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BDEED282-5772-AD7F-1381-5AEA89D7D69F}"/>
                </a:ext>
              </a:extLst>
            </p:cNvPr>
            <p:cNvSpPr/>
            <p:nvPr/>
          </p:nvSpPr>
          <p:spPr>
            <a:xfrm>
              <a:off x="6992632" y="3838712"/>
              <a:ext cx="9009" cy="10845"/>
            </a:xfrm>
            <a:custGeom>
              <a:avLst/>
              <a:gdLst>
                <a:gd name="connsiteX0" fmla="*/ 0 w 9009"/>
                <a:gd name="connsiteY0" fmla="*/ 0 h 10845"/>
                <a:gd name="connsiteX1" fmla="*/ 9009 w 9009"/>
                <a:gd name="connsiteY1" fmla="*/ 0 h 10845"/>
                <a:gd name="connsiteX2" fmla="*/ 9009 w 9009"/>
                <a:gd name="connsiteY2" fmla="*/ 10846 h 10845"/>
                <a:gd name="connsiteX3" fmla="*/ 0 w 9009"/>
                <a:gd name="connsiteY3" fmla="*/ 10846 h 10845"/>
                <a:gd name="connsiteX4" fmla="*/ 0 w 9009"/>
                <a:gd name="connsiteY4" fmla="*/ 0 h 10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09" h="10845">
                  <a:moveTo>
                    <a:pt x="0" y="0"/>
                  </a:moveTo>
                  <a:lnTo>
                    <a:pt x="9009" y="0"/>
                  </a:lnTo>
                  <a:lnTo>
                    <a:pt x="9009" y="10846"/>
                  </a:lnTo>
                  <a:lnTo>
                    <a:pt x="0" y="108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06C932C1-91A5-180C-B617-50C3F6C37EBC}"/>
                </a:ext>
              </a:extLst>
            </p:cNvPr>
            <p:cNvSpPr/>
            <p:nvPr/>
          </p:nvSpPr>
          <p:spPr>
            <a:xfrm>
              <a:off x="7016842" y="3784655"/>
              <a:ext cx="44065" cy="66141"/>
            </a:xfrm>
            <a:custGeom>
              <a:avLst/>
              <a:gdLst>
                <a:gd name="connsiteX0" fmla="*/ 22032 w 44065"/>
                <a:gd name="connsiteY0" fmla="*/ 6833 h 66141"/>
                <a:gd name="connsiteX1" fmla="*/ 11998 w 44065"/>
                <a:gd name="connsiteY1" fmla="*/ 13408 h 66141"/>
                <a:gd name="connsiteX2" fmla="*/ 8668 w 44065"/>
                <a:gd name="connsiteY2" fmla="*/ 33093 h 66141"/>
                <a:gd name="connsiteX3" fmla="*/ 11998 w 44065"/>
                <a:gd name="connsiteY3" fmla="*/ 52777 h 66141"/>
                <a:gd name="connsiteX4" fmla="*/ 22032 w 44065"/>
                <a:gd name="connsiteY4" fmla="*/ 59310 h 66141"/>
                <a:gd name="connsiteX5" fmla="*/ 32067 w 44065"/>
                <a:gd name="connsiteY5" fmla="*/ 52777 h 66141"/>
                <a:gd name="connsiteX6" fmla="*/ 35440 w 44065"/>
                <a:gd name="connsiteY6" fmla="*/ 33093 h 66141"/>
                <a:gd name="connsiteX7" fmla="*/ 32067 w 44065"/>
                <a:gd name="connsiteY7" fmla="*/ 13408 h 66141"/>
                <a:gd name="connsiteX8" fmla="*/ 22032 w 44065"/>
                <a:gd name="connsiteY8" fmla="*/ 6833 h 66141"/>
                <a:gd name="connsiteX9" fmla="*/ 22032 w 44065"/>
                <a:gd name="connsiteY9" fmla="*/ 0 h 66141"/>
                <a:gd name="connsiteX10" fmla="*/ 38387 w 44065"/>
                <a:gd name="connsiteY10" fmla="*/ 8497 h 66141"/>
                <a:gd name="connsiteX11" fmla="*/ 44065 w 44065"/>
                <a:gd name="connsiteY11" fmla="*/ 33093 h 66141"/>
                <a:gd name="connsiteX12" fmla="*/ 38387 w 44065"/>
                <a:gd name="connsiteY12" fmla="*/ 57687 h 66141"/>
                <a:gd name="connsiteX13" fmla="*/ 22032 w 44065"/>
                <a:gd name="connsiteY13" fmla="*/ 66142 h 66141"/>
                <a:gd name="connsiteX14" fmla="*/ 5636 w 44065"/>
                <a:gd name="connsiteY14" fmla="*/ 57687 h 66141"/>
                <a:gd name="connsiteX15" fmla="*/ 0 w 44065"/>
                <a:gd name="connsiteY15" fmla="*/ 33093 h 66141"/>
                <a:gd name="connsiteX16" fmla="*/ 5636 w 44065"/>
                <a:gd name="connsiteY16" fmla="*/ 8497 h 66141"/>
                <a:gd name="connsiteX17" fmla="*/ 22032 w 44065"/>
                <a:gd name="connsiteY17" fmla="*/ 0 h 66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4065" h="66141">
                  <a:moveTo>
                    <a:pt x="22032" y="6833"/>
                  </a:moveTo>
                  <a:cubicBezTo>
                    <a:pt x="17591" y="6833"/>
                    <a:pt x="14247" y="9024"/>
                    <a:pt x="11998" y="13408"/>
                  </a:cubicBezTo>
                  <a:cubicBezTo>
                    <a:pt x="9778" y="17764"/>
                    <a:pt x="8668" y="24325"/>
                    <a:pt x="8668" y="33093"/>
                  </a:cubicBezTo>
                  <a:cubicBezTo>
                    <a:pt x="8668" y="41832"/>
                    <a:pt x="9778" y="48393"/>
                    <a:pt x="11998" y="52777"/>
                  </a:cubicBezTo>
                  <a:cubicBezTo>
                    <a:pt x="14247" y="57133"/>
                    <a:pt x="17591" y="59310"/>
                    <a:pt x="22032" y="59310"/>
                  </a:cubicBezTo>
                  <a:cubicBezTo>
                    <a:pt x="26502" y="59310"/>
                    <a:pt x="29847" y="57133"/>
                    <a:pt x="32067" y="52777"/>
                  </a:cubicBezTo>
                  <a:cubicBezTo>
                    <a:pt x="34316" y="48393"/>
                    <a:pt x="35440" y="41832"/>
                    <a:pt x="35440" y="33093"/>
                  </a:cubicBezTo>
                  <a:cubicBezTo>
                    <a:pt x="35440" y="24325"/>
                    <a:pt x="34316" y="17764"/>
                    <a:pt x="32067" y="13408"/>
                  </a:cubicBezTo>
                  <a:cubicBezTo>
                    <a:pt x="29847" y="9024"/>
                    <a:pt x="26502" y="6833"/>
                    <a:pt x="22032" y="6833"/>
                  </a:cubicBezTo>
                  <a:moveTo>
                    <a:pt x="22032" y="0"/>
                  </a:moveTo>
                  <a:cubicBezTo>
                    <a:pt x="29177" y="0"/>
                    <a:pt x="34629" y="2832"/>
                    <a:pt x="38387" y="8497"/>
                  </a:cubicBezTo>
                  <a:cubicBezTo>
                    <a:pt x="42173" y="14134"/>
                    <a:pt x="44065" y="22332"/>
                    <a:pt x="44065" y="33093"/>
                  </a:cubicBezTo>
                  <a:cubicBezTo>
                    <a:pt x="44065" y="43824"/>
                    <a:pt x="42173" y="52022"/>
                    <a:pt x="38387" y="57687"/>
                  </a:cubicBezTo>
                  <a:cubicBezTo>
                    <a:pt x="34629" y="63323"/>
                    <a:pt x="29177" y="66142"/>
                    <a:pt x="22032" y="66142"/>
                  </a:cubicBezTo>
                  <a:cubicBezTo>
                    <a:pt x="14887" y="66142"/>
                    <a:pt x="9422" y="63323"/>
                    <a:pt x="5636" y="57687"/>
                  </a:cubicBezTo>
                  <a:cubicBezTo>
                    <a:pt x="1879" y="52022"/>
                    <a:pt x="0" y="43824"/>
                    <a:pt x="0" y="33093"/>
                  </a:cubicBezTo>
                  <a:cubicBezTo>
                    <a:pt x="0" y="22332"/>
                    <a:pt x="1879" y="14134"/>
                    <a:pt x="5636" y="8497"/>
                  </a:cubicBezTo>
                  <a:cubicBezTo>
                    <a:pt x="9422" y="2832"/>
                    <a:pt x="14887" y="0"/>
                    <a:pt x="22032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B2D30EBE-433B-C8B7-40E7-483D9AA0DFB4}"/>
                </a:ext>
              </a:extLst>
            </p:cNvPr>
            <p:cNvSpPr/>
            <p:nvPr/>
          </p:nvSpPr>
          <p:spPr>
            <a:xfrm>
              <a:off x="6745887" y="4228300"/>
              <a:ext cx="68000" cy="83797"/>
            </a:xfrm>
            <a:custGeom>
              <a:avLst/>
              <a:gdLst>
                <a:gd name="connsiteX0" fmla="*/ 1118 w 68000"/>
                <a:gd name="connsiteY0" fmla="*/ 0 h 83797"/>
                <a:gd name="connsiteX1" fmla="*/ 2819 w 68000"/>
                <a:gd name="connsiteY1" fmla="*/ 633 h 83797"/>
                <a:gd name="connsiteX2" fmla="*/ 3111 w 68000"/>
                <a:gd name="connsiteY2" fmla="*/ 3354 h 83797"/>
                <a:gd name="connsiteX3" fmla="*/ 3597 w 68000"/>
                <a:gd name="connsiteY3" fmla="*/ 8652 h 83797"/>
                <a:gd name="connsiteX4" fmla="*/ 4812 w 68000"/>
                <a:gd name="connsiteY4" fmla="*/ 10742 h 83797"/>
                <a:gd name="connsiteX5" fmla="*/ 7680 w 68000"/>
                <a:gd name="connsiteY5" fmla="*/ 11714 h 83797"/>
                <a:gd name="connsiteX6" fmla="*/ 61439 w 68000"/>
                <a:gd name="connsiteY6" fmla="*/ 25178 h 83797"/>
                <a:gd name="connsiteX7" fmla="*/ 62168 w 68000"/>
                <a:gd name="connsiteY7" fmla="*/ 25324 h 83797"/>
                <a:gd name="connsiteX8" fmla="*/ 63140 w 68000"/>
                <a:gd name="connsiteY8" fmla="*/ 25471 h 83797"/>
                <a:gd name="connsiteX9" fmla="*/ 64161 w 68000"/>
                <a:gd name="connsiteY9" fmla="*/ 25081 h 83797"/>
                <a:gd name="connsiteX10" fmla="*/ 64744 w 68000"/>
                <a:gd name="connsiteY10" fmla="*/ 23574 h 83797"/>
                <a:gd name="connsiteX11" fmla="*/ 64938 w 68000"/>
                <a:gd name="connsiteY11" fmla="*/ 21679 h 83797"/>
                <a:gd name="connsiteX12" fmla="*/ 64938 w 68000"/>
                <a:gd name="connsiteY12" fmla="*/ 19005 h 83797"/>
                <a:gd name="connsiteX13" fmla="*/ 65327 w 68000"/>
                <a:gd name="connsiteY13" fmla="*/ 16429 h 83797"/>
                <a:gd name="connsiteX14" fmla="*/ 66008 w 68000"/>
                <a:gd name="connsiteY14" fmla="*/ 16235 h 83797"/>
                <a:gd name="connsiteX15" fmla="*/ 67417 w 68000"/>
                <a:gd name="connsiteY15" fmla="*/ 16624 h 83797"/>
                <a:gd name="connsiteX16" fmla="*/ 67952 w 68000"/>
                <a:gd name="connsiteY16" fmla="*/ 17304 h 83797"/>
                <a:gd name="connsiteX17" fmla="*/ 68000 w 68000"/>
                <a:gd name="connsiteY17" fmla="*/ 18179 h 83797"/>
                <a:gd name="connsiteX18" fmla="*/ 67903 w 68000"/>
                <a:gd name="connsiteY18" fmla="*/ 21388 h 83797"/>
                <a:gd name="connsiteX19" fmla="*/ 67806 w 68000"/>
                <a:gd name="connsiteY19" fmla="*/ 24692 h 83797"/>
                <a:gd name="connsiteX20" fmla="*/ 67709 w 68000"/>
                <a:gd name="connsiteY20" fmla="*/ 31060 h 83797"/>
                <a:gd name="connsiteX21" fmla="*/ 68000 w 68000"/>
                <a:gd name="connsiteY21" fmla="*/ 43697 h 83797"/>
                <a:gd name="connsiteX22" fmla="*/ 66883 w 68000"/>
                <a:gd name="connsiteY22" fmla="*/ 45059 h 83797"/>
                <a:gd name="connsiteX23" fmla="*/ 65473 w 68000"/>
                <a:gd name="connsiteY23" fmla="*/ 44718 h 83797"/>
                <a:gd name="connsiteX24" fmla="*/ 64987 w 68000"/>
                <a:gd name="connsiteY24" fmla="*/ 44038 h 83797"/>
                <a:gd name="connsiteX25" fmla="*/ 64938 w 68000"/>
                <a:gd name="connsiteY25" fmla="*/ 42677 h 83797"/>
                <a:gd name="connsiteX26" fmla="*/ 64452 w 68000"/>
                <a:gd name="connsiteY26" fmla="*/ 36018 h 83797"/>
                <a:gd name="connsiteX27" fmla="*/ 61633 w 68000"/>
                <a:gd name="connsiteY27" fmla="*/ 33636 h 83797"/>
                <a:gd name="connsiteX28" fmla="*/ 34170 w 68000"/>
                <a:gd name="connsiteY28" fmla="*/ 26782 h 83797"/>
                <a:gd name="connsiteX29" fmla="*/ 34170 w 68000"/>
                <a:gd name="connsiteY29" fmla="*/ 57113 h 83797"/>
                <a:gd name="connsiteX30" fmla="*/ 61439 w 68000"/>
                <a:gd name="connsiteY30" fmla="*/ 63918 h 83797"/>
                <a:gd name="connsiteX31" fmla="*/ 62168 w 68000"/>
                <a:gd name="connsiteY31" fmla="*/ 64064 h 83797"/>
                <a:gd name="connsiteX32" fmla="*/ 63140 w 68000"/>
                <a:gd name="connsiteY32" fmla="*/ 64210 h 83797"/>
                <a:gd name="connsiteX33" fmla="*/ 64161 w 68000"/>
                <a:gd name="connsiteY33" fmla="*/ 63820 h 83797"/>
                <a:gd name="connsiteX34" fmla="*/ 64744 w 68000"/>
                <a:gd name="connsiteY34" fmla="*/ 62314 h 83797"/>
                <a:gd name="connsiteX35" fmla="*/ 64938 w 68000"/>
                <a:gd name="connsiteY35" fmla="*/ 60418 h 83797"/>
                <a:gd name="connsiteX36" fmla="*/ 64938 w 68000"/>
                <a:gd name="connsiteY36" fmla="*/ 57745 h 83797"/>
                <a:gd name="connsiteX37" fmla="*/ 65327 w 68000"/>
                <a:gd name="connsiteY37" fmla="*/ 55120 h 83797"/>
                <a:gd name="connsiteX38" fmla="*/ 66008 w 68000"/>
                <a:gd name="connsiteY38" fmla="*/ 54926 h 83797"/>
                <a:gd name="connsiteX39" fmla="*/ 67174 w 68000"/>
                <a:gd name="connsiteY39" fmla="*/ 55120 h 83797"/>
                <a:gd name="connsiteX40" fmla="*/ 67757 w 68000"/>
                <a:gd name="connsiteY40" fmla="*/ 55655 h 83797"/>
                <a:gd name="connsiteX41" fmla="*/ 67952 w 68000"/>
                <a:gd name="connsiteY41" fmla="*/ 56238 h 83797"/>
                <a:gd name="connsiteX42" fmla="*/ 68000 w 68000"/>
                <a:gd name="connsiteY42" fmla="*/ 56919 h 83797"/>
                <a:gd name="connsiteX43" fmla="*/ 67903 w 68000"/>
                <a:gd name="connsiteY43" fmla="*/ 60127 h 83797"/>
                <a:gd name="connsiteX44" fmla="*/ 67806 w 68000"/>
                <a:gd name="connsiteY44" fmla="*/ 63383 h 83797"/>
                <a:gd name="connsiteX45" fmla="*/ 67709 w 68000"/>
                <a:gd name="connsiteY45" fmla="*/ 69751 h 83797"/>
                <a:gd name="connsiteX46" fmla="*/ 68000 w 68000"/>
                <a:gd name="connsiteY46" fmla="*/ 82389 h 83797"/>
                <a:gd name="connsiteX47" fmla="*/ 66883 w 68000"/>
                <a:gd name="connsiteY47" fmla="*/ 83798 h 83797"/>
                <a:gd name="connsiteX48" fmla="*/ 65522 w 68000"/>
                <a:gd name="connsiteY48" fmla="*/ 83458 h 83797"/>
                <a:gd name="connsiteX49" fmla="*/ 65035 w 68000"/>
                <a:gd name="connsiteY49" fmla="*/ 82680 h 83797"/>
                <a:gd name="connsiteX50" fmla="*/ 64938 w 68000"/>
                <a:gd name="connsiteY50" fmla="*/ 81125 h 83797"/>
                <a:gd name="connsiteX51" fmla="*/ 64792 w 68000"/>
                <a:gd name="connsiteY51" fmla="*/ 77236 h 83797"/>
                <a:gd name="connsiteX52" fmla="*/ 64452 w 68000"/>
                <a:gd name="connsiteY52" fmla="*/ 74854 h 83797"/>
                <a:gd name="connsiteX53" fmla="*/ 63529 w 68000"/>
                <a:gd name="connsiteY53" fmla="*/ 73396 h 83797"/>
                <a:gd name="connsiteX54" fmla="*/ 62265 w 68000"/>
                <a:gd name="connsiteY54" fmla="*/ 72618 h 83797"/>
                <a:gd name="connsiteX55" fmla="*/ 60223 w 68000"/>
                <a:gd name="connsiteY55" fmla="*/ 72036 h 83797"/>
                <a:gd name="connsiteX56" fmla="*/ 6756 w 68000"/>
                <a:gd name="connsiteY56" fmla="*/ 58717 h 83797"/>
                <a:gd name="connsiteX57" fmla="*/ 4909 w 68000"/>
                <a:gd name="connsiteY57" fmla="*/ 58328 h 83797"/>
                <a:gd name="connsiteX58" fmla="*/ 3743 w 68000"/>
                <a:gd name="connsiteY58" fmla="*/ 58911 h 83797"/>
                <a:gd name="connsiteX59" fmla="*/ 3305 w 68000"/>
                <a:gd name="connsiteY59" fmla="*/ 61002 h 83797"/>
                <a:gd name="connsiteX60" fmla="*/ 3111 w 68000"/>
                <a:gd name="connsiteY60" fmla="*/ 64793 h 83797"/>
                <a:gd name="connsiteX61" fmla="*/ 3062 w 68000"/>
                <a:gd name="connsiteY61" fmla="*/ 66445 h 83797"/>
                <a:gd name="connsiteX62" fmla="*/ 2771 w 68000"/>
                <a:gd name="connsiteY62" fmla="*/ 67223 h 83797"/>
                <a:gd name="connsiteX63" fmla="*/ 1993 w 68000"/>
                <a:gd name="connsiteY63" fmla="*/ 67563 h 83797"/>
                <a:gd name="connsiteX64" fmla="*/ 875 w 68000"/>
                <a:gd name="connsiteY64" fmla="*/ 67417 h 83797"/>
                <a:gd name="connsiteX65" fmla="*/ 243 w 68000"/>
                <a:gd name="connsiteY65" fmla="*/ 66883 h 83797"/>
                <a:gd name="connsiteX66" fmla="*/ 49 w 68000"/>
                <a:gd name="connsiteY66" fmla="*/ 66300 h 83797"/>
                <a:gd name="connsiteX67" fmla="*/ 0 w 68000"/>
                <a:gd name="connsiteY67" fmla="*/ 65668 h 83797"/>
                <a:gd name="connsiteX68" fmla="*/ 292 w 68000"/>
                <a:gd name="connsiteY68" fmla="*/ 52836 h 83797"/>
                <a:gd name="connsiteX69" fmla="*/ 0 w 68000"/>
                <a:gd name="connsiteY69" fmla="*/ 40100 h 83797"/>
                <a:gd name="connsiteX70" fmla="*/ 1118 w 68000"/>
                <a:gd name="connsiteY70" fmla="*/ 38691 h 83797"/>
                <a:gd name="connsiteX71" fmla="*/ 2819 w 68000"/>
                <a:gd name="connsiteY71" fmla="*/ 39323 h 83797"/>
                <a:gd name="connsiteX72" fmla="*/ 3111 w 68000"/>
                <a:gd name="connsiteY72" fmla="*/ 42094 h 83797"/>
                <a:gd name="connsiteX73" fmla="*/ 3597 w 68000"/>
                <a:gd name="connsiteY73" fmla="*/ 47294 h 83797"/>
                <a:gd name="connsiteX74" fmla="*/ 4812 w 68000"/>
                <a:gd name="connsiteY74" fmla="*/ 49482 h 83797"/>
                <a:gd name="connsiteX75" fmla="*/ 7680 w 68000"/>
                <a:gd name="connsiteY75" fmla="*/ 50454 h 83797"/>
                <a:gd name="connsiteX76" fmla="*/ 31060 w 68000"/>
                <a:gd name="connsiteY76" fmla="*/ 56335 h 83797"/>
                <a:gd name="connsiteX77" fmla="*/ 31060 w 68000"/>
                <a:gd name="connsiteY77" fmla="*/ 25957 h 83797"/>
                <a:gd name="connsiteX78" fmla="*/ 6756 w 68000"/>
                <a:gd name="connsiteY78" fmla="*/ 19977 h 83797"/>
                <a:gd name="connsiteX79" fmla="*/ 4909 w 68000"/>
                <a:gd name="connsiteY79" fmla="*/ 19589 h 83797"/>
                <a:gd name="connsiteX80" fmla="*/ 3743 w 68000"/>
                <a:gd name="connsiteY80" fmla="*/ 20172 h 83797"/>
                <a:gd name="connsiteX81" fmla="*/ 3305 w 68000"/>
                <a:gd name="connsiteY81" fmla="*/ 22262 h 83797"/>
                <a:gd name="connsiteX82" fmla="*/ 3111 w 68000"/>
                <a:gd name="connsiteY82" fmla="*/ 26054 h 83797"/>
                <a:gd name="connsiteX83" fmla="*/ 3062 w 68000"/>
                <a:gd name="connsiteY83" fmla="*/ 27706 h 83797"/>
                <a:gd name="connsiteX84" fmla="*/ 2771 w 68000"/>
                <a:gd name="connsiteY84" fmla="*/ 28533 h 83797"/>
                <a:gd name="connsiteX85" fmla="*/ 1993 w 68000"/>
                <a:gd name="connsiteY85" fmla="*/ 28873 h 83797"/>
                <a:gd name="connsiteX86" fmla="*/ 875 w 68000"/>
                <a:gd name="connsiteY86" fmla="*/ 28726 h 83797"/>
                <a:gd name="connsiteX87" fmla="*/ 243 w 68000"/>
                <a:gd name="connsiteY87" fmla="*/ 28192 h 83797"/>
                <a:gd name="connsiteX88" fmla="*/ 49 w 68000"/>
                <a:gd name="connsiteY88" fmla="*/ 27609 h 83797"/>
                <a:gd name="connsiteX89" fmla="*/ 0 w 68000"/>
                <a:gd name="connsiteY89" fmla="*/ 26977 h 83797"/>
                <a:gd name="connsiteX90" fmla="*/ 292 w 68000"/>
                <a:gd name="connsiteY90" fmla="*/ 14145 h 83797"/>
                <a:gd name="connsiteX91" fmla="*/ 0 w 68000"/>
                <a:gd name="connsiteY91" fmla="*/ 1361 h 83797"/>
                <a:gd name="connsiteX92" fmla="*/ 1118 w 68000"/>
                <a:gd name="connsiteY92" fmla="*/ 0 h 83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8000" h="83797">
                  <a:moveTo>
                    <a:pt x="1118" y="0"/>
                  </a:moveTo>
                  <a:cubicBezTo>
                    <a:pt x="2058" y="0"/>
                    <a:pt x="2625" y="211"/>
                    <a:pt x="2819" y="633"/>
                  </a:cubicBezTo>
                  <a:cubicBezTo>
                    <a:pt x="3014" y="1021"/>
                    <a:pt x="3111" y="1929"/>
                    <a:pt x="3111" y="3354"/>
                  </a:cubicBezTo>
                  <a:cubicBezTo>
                    <a:pt x="3111" y="5785"/>
                    <a:pt x="3273" y="7550"/>
                    <a:pt x="3597" y="8652"/>
                  </a:cubicBezTo>
                  <a:cubicBezTo>
                    <a:pt x="3889" y="9721"/>
                    <a:pt x="4294" y="10418"/>
                    <a:pt x="4812" y="10742"/>
                  </a:cubicBezTo>
                  <a:cubicBezTo>
                    <a:pt x="5298" y="11035"/>
                    <a:pt x="6254" y="11358"/>
                    <a:pt x="7680" y="11714"/>
                  </a:cubicBezTo>
                  <a:lnTo>
                    <a:pt x="61439" y="25178"/>
                  </a:lnTo>
                  <a:cubicBezTo>
                    <a:pt x="61471" y="25178"/>
                    <a:pt x="61714" y="25227"/>
                    <a:pt x="62168" y="25324"/>
                  </a:cubicBezTo>
                  <a:cubicBezTo>
                    <a:pt x="62589" y="25422"/>
                    <a:pt x="62913" y="25471"/>
                    <a:pt x="63140" y="25471"/>
                  </a:cubicBezTo>
                  <a:cubicBezTo>
                    <a:pt x="63561" y="25471"/>
                    <a:pt x="63901" y="25341"/>
                    <a:pt x="64161" y="25081"/>
                  </a:cubicBezTo>
                  <a:cubicBezTo>
                    <a:pt x="64420" y="24790"/>
                    <a:pt x="64614" y="24287"/>
                    <a:pt x="64744" y="23574"/>
                  </a:cubicBezTo>
                  <a:cubicBezTo>
                    <a:pt x="64841" y="22861"/>
                    <a:pt x="64906" y="22230"/>
                    <a:pt x="64938" y="21679"/>
                  </a:cubicBezTo>
                  <a:cubicBezTo>
                    <a:pt x="64938" y="21095"/>
                    <a:pt x="64938" y="20204"/>
                    <a:pt x="64938" y="19005"/>
                  </a:cubicBezTo>
                  <a:cubicBezTo>
                    <a:pt x="64938" y="17515"/>
                    <a:pt x="65068" y="16656"/>
                    <a:pt x="65327" y="16429"/>
                  </a:cubicBezTo>
                  <a:cubicBezTo>
                    <a:pt x="65489" y="16299"/>
                    <a:pt x="65716" y="16235"/>
                    <a:pt x="66008" y="16235"/>
                  </a:cubicBezTo>
                  <a:cubicBezTo>
                    <a:pt x="66623" y="16235"/>
                    <a:pt x="67093" y="16365"/>
                    <a:pt x="67417" y="16624"/>
                  </a:cubicBezTo>
                  <a:cubicBezTo>
                    <a:pt x="67709" y="16851"/>
                    <a:pt x="67887" y="17078"/>
                    <a:pt x="67952" y="17304"/>
                  </a:cubicBezTo>
                  <a:cubicBezTo>
                    <a:pt x="67984" y="17499"/>
                    <a:pt x="68000" y="17791"/>
                    <a:pt x="68000" y="18179"/>
                  </a:cubicBezTo>
                  <a:cubicBezTo>
                    <a:pt x="68000" y="18859"/>
                    <a:pt x="67968" y="19929"/>
                    <a:pt x="67903" y="21388"/>
                  </a:cubicBezTo>
                  <a:cubicBezTo>
                    <a:pt x="67838" y="22846"/>
                    <a:pt x="67806" y="23947"/>
                    <a:pt x="67806" y="24692"/>
                  </a:cubicBezTo>
                  <a:lnTo>
                    <a:pt x="67709" y="31060"/>
                  </a:lnTo>
                  <a:lnTo>
                    <a:pt x="68000" y="43697"/>
                  </a:lnTo>
                  <a:cubicBezTo>
                    <a:pt x="68000" y="44605"/>
                    <a:pt x="67628" y="45059"/>
                    <a:pt x="66883" y="45059"/>
                  </a:cubicBezTo>
                  <a:cubicBezTo>
                    <a:pt x="66234" y="45059"/>
                    <a:pt x="65765" y="44945"/>
                    <a:pt x="65473" y="44718"/>
                  </a:cubicBezTo>
                  <a:cubicBezTo>
                    <a:pt x="65181" y="44492"/>
                    <a:pt x="65019" y="44265"/>
                    <a:pt x="64987" y="44038"/>
                  </a:cubicBezTo>
                  <a:cubicBezTo>
                    <a:pt x="64955" y="43779"/>
                    <a:pt x="64938" y="43326"/>
                    <a:pt x="64938" y="42677"/>
                  </a:cubicBezTo>
                  <a:cubicBezTo>
                    <a:pt x="64938" y="39339"/>
                    <a:pt x="64776" y="37119"/>
                    <a:pt x="64452" y="36018"/>
                  </a:cubicBezTo>
                  <a:cubicBezTo>
                    <a:pt x="64096" y="34884"/>
                    <a:pt x="63156" y="34090"/>
                    <a:pt x="61633" y="33636"/>
                  </a:cubicBezTo>
                  <a:lnTo>
                    <a:pt x="34170" y="26782"/>
                  </a:lnTo>
                  <a:lnTo>
                    <a:pt x="34170" y="57113"/>
                  </a:lnTo>
                  <a:lnTo>
                    <a:pt x="61439" y="63918"/>
                  </a:lnTo>
                  <a:cubicBezTo>
                    <a:pt x="61471" y="63918"/>
                    <a:pt x="61714" y="63967"/>
                    <a:pt x="62168" y="64064"/>
                  </a:cubicBezTo>
                  <a:cubicBezTo>
                    <a:pt x="62589" y="64161"/>
                    <a:pt x="62913" y="64210"/>
                    <a:pt x="63140" y="64210"/>
                  </a:cubicBezTo>
                  <a:cubicBezTo>
                    <a:pt x="63561" y="64210"/>
                    <a:pt x="63901" y="64080"/>
                    <a:pt x="64161" y="63820"/>
                  </a:cubicBezTo>
                  <a:cubicBezTo>
                    <a:pt x="64420" y="63529"/>
                    <a:pt x="64614" y="63027"/>
                    <a:pt x="64744" y="62314"/>
                  </a:cubicBezTo>
                  <a:cubicBezTo>
                    <a:pt x="64841" y="61601"/>
                    <a:pt x="64906" y="60969"/>
                    <a:pt x="64938" y="60418"/>
                  </a:cubicBezTo>
                  <a:cubicBezTo>
                    <a:pt x="64938" y="59835"/>
                    <a:pt x="64938" y="58944"/>
                    <a:pt x="64938" y="57745"/>
                  </a:cubicBezTo>
                  <a:cubicBezTo>
                    <a:pt x="64938" y="56254"/>
                    <a:pt x="65068" y="55379"/>
                    <a:pt x="65327" y="55120"/>
                  </a:cubicBezTo>
                  <a:cubicBezTo>
                    <a:pt x="65489" y="54990"/>
                    <a:pt x="65716" y="54926"/>
                    <a:pt x="66008" y="54926"/>
                  </a:cubicBezTo>
                  <a:cubicBezTo>
                    <a:pt x="66461" y="54926"/>
                    <a:pt x="66850" y="54990"/>
                    <a:pt x="67174" y="55120"/>
                  </a:cubicBezTo>
                  <a:cubicBezTo>
                    <a:pt x="67466" y="55217"/>
                    <a:pt x="67660" y="55396"/>
                    <a:pt x="67757" y="55655"/>
                  </a:cubicBezTo>
                  <a:cubicBezTo>
                    <a:pt x="67855" y="55881"/>
                    <a:pt x="67919" y="56076"/>
                    <a:pt x="67952" y="56238"/>
                  </a:cubicBezTo>
                  <a:cubicBezTo>
                    <a:pt x="67984" y="56400"/>
                    <a:pt x="68000" y="56626"/>
                    <a:pt x="68000" y="56919"/>
                  </a:cubicBezTo>
                  <a:cubicBezTo>
                    <a:pt x="68000" y="57599"/>
                    <a:pt x="67968" y="58668"/>
                    <a:pt x="67903" y="60127"/>
                  </a:cubicBezTo>
                  <a:cubicBezTo>
                    <a:pt x="67838" y="61553"/>
                    <a:pt x="67806" y="62638"/>
                    <a:pt x="67806" y="63383"/>
                  </a:cubicBezTo>
                  <a:lnTo>
                    <a:pt x="67709" y="69751"/>
                  </a:lnTo>
                  <a:lnTo>
                    <a:pt x="68000" y="82389"/>
                  </a:lnTo>
                  <a:cubicBezTo>
                    <a:pt x="68000" y="83328"/>
                    <a:pt x="67628" y="83798"/>
                    <a:pt x="66883" y="83798"/>
                  </a:cubicBezTo>
                  <a:cubicBezTo>
                    <a:pt x="66234" y="83798"/>
                    <a:pt x="65781" y="83684"/>
                    <a:pt x="65522" y="83458"/>
                  </a:cubicBezTo>
                  <a:cubicBezTo>
                    <a:pt x="65230" y="83231"/>
                    <a:pt x="65068" y="82971"/>
                    <a:pt x="65035" y="82680"/>
                  </a:cubicBezTo>
                  <a:cubicBezTo>
                    <a:pt x="64971" y="82389"/>
                    <a:pt x="64938" y="81870"/>
                    <a:pt x="64938" y="81125"/>
                  </a:cubicBezTo>
                  <a:cubicBezTo>
                    <a:pt x="64938" y="79504"/>
                    <a:pt x="64890" y="78209"/>
                    <a:pt x="64792" y="77236"/>
                  </a:cubicBezTo>
                  <a:cubicBezTo>
                    <a:pt x="64695" y="76264"/>
                    <a:pt x="64582" y="75470"/>
                    <a:pt x="64452" y="74854"/>
                  </a:cubicBezTo>
                  <a:cubicBezTo>
                    <a:pt x="64290" y="74206"/>
                    <a:pt x="63982" y="73720"/>
                    <a:pt x="63529" y="73396"/>
                  </a:cubicBezTo>
                  <a:cubicBezTo>
                    <a:pt x="63075" y="73040"/>
                    <a:pt x="62654" y="72781"/>
                    <a:pt x="62265" y="72618"/>
                  </a:cubicBezTo>
                  <a:cubicBezTo>
                    <a:pt x="61844" y="72457"/>
                    <a:pt x="61163" y="72262"/>
                    <a:pt x="60223" y="72036"/>
                  </a:cubicBezTo>
                  <a:lnTo>
                    <a:pt x="6756" y="58717"/>
                  </a:lnTo>
                  <a:cubicBezTo>
                    <a:pt x="5687" y="58458"/>
                    <a:pt x="5071" y="58328"/>
                    <a:pt x="4909" y="58328"/>
                  </a:cubicBezTo>
                  <a:cubicBezTo>
                    <a:pt x="4294" y="58328"/>
                    <a:pt x="3905" y="58523"/>
                    <a:pt x="3743" y="58911"/>
                  </a:cubicBezTo>
                  <a:cubicBezTo>
                    <a:pt x="3548" y="59268"/>
                    <a:pt x="3403" y="59964"/>
                    <a:pt x="3305" y="61002"/>
                  </a:cubicBezTo>
                  <a:lnTo>
                    <a:pt x="3111" y="64793"/>
                  </a:lnTo>
                  <a:cubicBezTo>
                    <a:pt x="3111" y="65570"/>
                    <a:pt x="3095" y="66122"/>
                    <a:pt x="3062" y="66445"/>
                  </a:cubicBezTo>
                  <a:cubicBezTo>
                    <a:pt x="3030" y="66737"/>
                    <a:pt x="2933" y="66996"/>
                    <a:pt x="2771" y="67223"/>
                  </a:cubicBezTo>
                  <a:cubicBezTo>
                    <a:pt x="2608" y="67450"/>
                    <a:pt x="2349" y="67563"/>
                    <a:pt x="1993" y="67563"/>
                  </a:cubicBezTo>
                  <a:cubicBezTo>
                    <a:pt x="1539" y="67563"/>
                    <a:pt x="1167" y="67514"/>
                    <a:pt x="875" y="67417"/>
                  </a:cubicBezTo>
                  <a:cubicBezTo>
                    <a:pt x="551" y="67287"/>
                    <a:pt x="340" y="67109"/>
                    <a:pt x="243" y="66883"/>
                  </a:cubicBezTo>
                  <a:cubicBezTo>
                    <a:pt x="146" y="66656"/>
                    <a:pt x="81" y="66461"/>
                    <a:pt x="49" y="66300"/>
                  </a:cubicBezTo>
                  <a:cubicBezTo>
                    <a:pt x="16" y="66137"/>
                    <a:pt x="0" y="65927"/>
                    <a:pt x="0" y="65668"/>
                  </a:cubicBezTo>
                  <a:lnTo>
                    <a:pt x="292" y="52836"/>
                  </a:lnTo>
                  <a:lnTo>
                    <a:pt x="0" y="40100"/>
                  </a:lnTo>
                  <a:cubicBezTo>
                    <a:pt x="0" y="39161"/>
                    <a:pt x="373" y="38691"/>
                    <a:pt x="1118" y="38691"/>
                  </a:cubicBezTo>
                  <a:cubicBezTo>
                    <a:pt x="2058" y="38691"/>
                    <a:pt x="2625" y="38901"/>
                    <a:pt x="2819" y="39323"/>
                  </a:cubicBezTo>
                  <a:cubicBezTo>
                    <a:pt x="3014" y="39744"/>
                    <a:pt x="3111" y="40668"/>
                    <a:pt x="3111" y="42094"/>
                  </a:cubicBezTo>
                  <a:cubicBezTo>
                    <a:pt x="3111" y="44459"/>
                    <a:pt x="3273" y="46192"/>
                    <a:pt x="3597" y="47294"/>
                  </a:cubicBezTo>
                  <a:cubicBezTo>
                    <a:pt x="3889" y="48397"/>
                    <a:pt x="4294" y="49125"/>
                    <a:pt x="4812" y="49482"/>
                  </a:cubicBezTo>
                  <a:cubicBezTo>
                    <a:pt x="5331" y="49806"/>
                    <a:pt x="6287" y="50131"/>
                    <a:pt x="7680" y="50454"/>
                  </a:cubicBezTo>
                  <a:lnTo>
                    <a:pt x="31060" y="56335"/>
                  </a:lnTo>
                  <a:lnTo>
                    <a:pt x="31060" y="25957"/>
                  </a:lnTo>
                  <a:lnTo>
                    <a:pt x="6756" y="19977"/>
                  </a:lnTo>
                  <a:cubicBezTo>
                    <a:pt x="5590" y="19718"/>
                    <a:pt x="4974" y="19589"/>
                    <a:pt x="4909" y="19589"/>
                  </a:cubicBezTo>
                  <a:cubicBezTo>
                    <a:pt x="4294" y="19589"/>
                    <a:pt x="3905" y="19784"/>
                    <a:pt x="3743" y="20172"/>
                  </a:cubicBezTo>
                  <a:cubicBezTo>
                    <a:pt x="3548" y="20529"/>
                    <a:pt x="3403" y="21225"/>
                    <a:pt x="3305" y="22262"/>
                  </a:cubicBezTo>
                  <a:lnTo>
                    <a:pt x="3111" y="26054"/>
                  </a:lnTo>
                  <a:cubicBezTo>
                    <a:pt x="3111" y="26831"/>
                    <a:pt x="3095" y="27383"/>
                    <a:pt x="3062" y="27706"/>
                  </a:cubicBezTo>
                  <a:cubicBezTo>
                    <a:pt x="3030" y="27998"/>
                    <a:pt x="2933" y="28274"/>
                    <a:pt x="2771" y="28533"/>
                  </a:cubicBezTo>
                  <a:cubicBezTo>
                    <a:pt x="2608" y="28760"/>
                    <a:pt x="2349" y="28873"/>
                    <a:pt x="1993" y="28873"/>
                  </a:cubicBezTo>
                  <a:cubicBezTo>
                    <a:pt x="1539" y="28873"/>
                    <a:pt x="1167" y="28824"/>
                    <a:pt x="875" y="28726"/>
                  </a:cubicBezTo>
                  <a:cubicBezTo>
                    <a:pt x="551" y="28597"/>
                    <a:pt x="340" y="28419"/>
                    <a:pt x="243" y="28192"/>
                  </a:cubicBezTo>
                  <a:cubicBezTo>
                    <a:pt x="146" y="27965"/>
                    <a:pt x="81" y="27771"/>
                    <a:pt x="49" y="27609"/>
                  </a:cubicBezTo>
                  <a:cubicBezTo>
                    <a:pt x="16" y="27447"/>
                    <a:pt x="0" y="27236"/>
                    <a:pt x="0" y="26977"/>
                  </a:cubicBezTo>
                  <a:lnTo>
                    <a:pt x="292" y="14145"/>
                  </a:lnTo>
                  <a:lnTo>
                    <a:pt x="0" y="1361"/>
                  </a:lnTo>
                  <a:cubicBezTo>
                    <a:pt x="0" y="454"/>
                    <a:pt x="373" y="0"/>
                    <a:pt x="1118" y="0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6FB1731B-6C2E-AA09-E1CF-ADD41A1EF5CD}"/>
                </a:ext>
              </a:extLst>
            </p:cNvPr>
            <p:cNvSpPr/>
            <p:nvPr/>
          </p:nvSpPr>
          <p:spPr>
            <a:xfrm>
              <a:off x="6801393" y="4191717"/>
              <a:ext cx="31575" cy="26776"/>
            </a:xfrm>
            <a:custGeom>
              <a:avLst/>
              <a:gdLst>
                <a:gd name="connsiteX0" fmla="*/ 22728 w 31575"/>
                <a:gd name="connsiteY0" fmla="*/ 272 h 26776"/>
                <a:gd name="connsiteX1" fmla="*/ 23341 w 31575"/>
                <a:gd name="connsiteY1" fmla="*/ 0 h 26776"/>
                <a:gd name="connsiteX2" fmla="*/ 24531 w 31575"/>
                <a:gd name="connsiteY2" fmla="*/ 681 h 26776"/>
                <a:gd name="connsiteX3" fmla="*/ 26607 w 31575"/>
                <a:gd name="connsiteY3" fmla="*/ 2722 h 26776"/>
                <a:gd name="connsiteX4" fmla="*/ 28921 w 31575"/>
                <a:gd name="connsiteY4" fmla="*/ 5920 h 26776"/>
                <a:gd name="connsiteX5" fmla="*/ 30792 w 31575"/>
                <a:gd name="connsiteY5" fmla="*/ 10377 h 26776"/>
                <a:gd name="connsiteX6" fmla="*/ 31575 w 31575"/>
                <a:gd name="connsiteY6" fmla="*/ 15821 h 26776"/>
                <a:gd name="connsiteX7" fmla="*/ 28002 w 31575"/>
                <a:gd name="connsiteY7" fmla="*/ 23817 h 26776"/>
                <a:gd name="connsiteX8" fmla="*/ 18952 w 31575"/>
                <a:gd name="connsiteY8" fmla="*/ 26777 h 26776"/>
                <a:gd name="connsiteX9" fmla="*/ 12351 w 31575"/>
                <a:gd name="connsiteY9" fmla="*/ 25620 h 26776"/>
                <a:gd name="connsiteX10" fmla="*/ 7009 w 31575"/>
                <a:gd name="connsiteY10" fmla="*/ 22592 h 26776"/>
                <a:gd name="connsiteX11" fmla="*/ 3198 w 31575"/>
                <a:gd name="connsiteY11" fmla="*/ 18305 h 26776"/>
                <a:gd name="connsiteX12" fmla="*/ 783 w 31575"/>
                <a:gd name="connsiteY12" fmla="*/ 13372 h 26776"/>
                <a:gd name="connsiteX13" fmla="*/ 0 w 31575"/>
                <a:gd name="connsiteY13" fmla="*/ 8506 h 26776"/>
                <a:gd name="connsiteX14" fmla="*/ 1735 w 31575"/>
                <a:gd name="connsiteY14" fmla="*/ 3062 h 26776"/>
                <a:gd name="connsiteX15" fmla="*/ 5920 w 31575"/>
                <a:gd name="connsiteY15" fmla="*/ 1054 h 26776"/>
                <a:gd name="connsiteX16" fmla="*/ 7213 w 31575"/>
                <a:gd name="connsiteY16" fmla="*/ 1225 h 26776"/>
                <a:gd name="connsiteX17" fmla="*/ 9050 w 31575"/>
                <a:gd name="connsiteY17" fmla="*/ 1837 h 26776"/>
                <a:gd name="connsiteX18" fmla="*/ 11296 w 31575"/>
                <a:gd name="connsiteY18" fmla="*/ 3437 h 26776"/>
                <a:gd name="connsiteX19" fmla="*/ 13099 w 31575"/>
                <a:gd name="connsiteY19" fmla="*/ 6294 h 26776"/>
                <a:gd name="connsiteX20" fmla="*/ 14699 w 31575"/>
                <a:gd name="connsiteY20" fmla="*/ 16944 h 26776"/>
                <a:gd name="connsiteX21" fmla="*/ 14699 w 31575"/>
                <a:gd name="connsiteY21" fmla="*/ 20653 h 26776"/>
                <a:gd name="connsiteX22" fmla="*/ 21946 w 31575"/>
                <a:gd name="connsiteY22" fmla="*/ 21742 h 26776"/>
                <a:gd name="connsiteX23" fmla="*/ 24225 w 31575"/>
                <a:gd name="connsiteY23" fmla="*/ 21537 h 26776"/>
                <a:gd name="connsiteX24" fmla="*/ 26777 w 31575"/>
                <a:gd name="connsiteY24" fmla="*/ 20789 h 26776"/>
                <a:gd name="connsiteX25" fmla="*/ 29125 w 31575"/>
                <a:gd name="connsiteY25" fmla="*/ 18918 h 26776"/>
                <a:gd name="connsiteX26" fmla="*/ 30010 w 31575"/>
                <a:gd name="connsiteY26" fmla="*/ 15685 h 26776"/>
                <a:gd name="connsiteX27" fmla="*/ 29976 w 31575"/>
                <a:gd name="connsiteY27" fmla="*/ 14426 h 26776"/>
                <a:gd name="connsiteX28" fmla="*/ 29567 w 31575"/>
                <a:gd name="connsiteY28" fmla="*/ 12045 h 26776"/>
                <a:gd name="connsiteX29" fmla="*/ 28546 w 31575"/>
                <a:gd name="connsiteY29" fmla="*/ 8778 h 26776"/>
                <a:gd name="connsiteX30" fmla="*/ 26505 w 31575"/>
                <a:gd name="connsiteY30" fmla="*/ 5308 h 26776"/>
                <a:gd name="connsiteX31" fmla="*/ 23137 w 31575"/>
                <a:gd name="connsiteY31" fmla="*/ 1769 h 26776"/>
                <a:gd name="connsiteX32" fmla="*/ 22422 w 31575"/>
                <a:gd name="connsiteY32" fmla="*/ 850 h 26776"/>
                <a:gd name="connsiteX33" fmla="*/ 22728 w 31575"/>
                <a:gd name="connsiteY33" fmla="*/ 272 h 26776"/>
                <a:gd name="connsiteX34" fmla="*/ 5920 w 31575"/>
                <a:gd name="connsiteY34" fmla="*/ 3368 h 26776"/>
                <a:gd name="connsiteX35" fmla="*/ 2790 w 31575"/>
                <a:gd name="connsiteY35" fmla="*/ 4763 h 26776"/>
                <a:gd name="connsiteX36" fmla="*/ 1531 w 31575"/>
                <a:gd name="connsiteY36" fmla="*/ 8506 h 26776"/>
                <a:gd name="connsiteX37" fmla="*/ 1701 w 31575"/>
                <a:gd name="connsiteY37" fmla="*/ 10173 h 26776"/>
                <a:gd name="connsiteX38" fmla="*/ 2586 w 31575"/>
                <a:gd name="connsiteY38" fmla="*/ 12623 h 26776"/>
                <a:gd name="connsiteX39" fmla="*/ 4491 w 31575"/>
                <a:gd name="connsiteY39" fmla="*/ 15447 h 26776"/>
                <a:gd name="connsiteX40" fmla="*/ 7928 w 31575"/>
                <a:gd name="connsiteY40" fmla="*/ 18100 h 26776"/>
                <a:gd name="connsiteX41" fmla="*/ 13168 w 31575"/>
                <a:gd name="connsiteY41" fmla="*/ 20211 h 26776"/>
                <a:gd name="connsiteX42" fmla="*/ 13168 w 31575"/>
                <a:gd name="connsiteY42" fmla="*/ 17352 h 26776"/>
                <a:gd name="connsiteX43" fmla="*/ 13168 w 31575"/>
                <a:gd name="connsiteY43" fmla="*/ 15651 h 26776"/>
                <a:gd name="connsiteX44" fmla="*/ 12997 w 31575"/>
                <a:gd name="connsiteY44" fmla="*/ 13372 h 26776"/>
                <a:gd name="connsiteX45" fmla="*/ 12623 w 31575"/>
                <a:gd name="connsiteY45" fmla="*/ 10615 h 26776"/>
                <a:gd name="connsiteX46" fmla="*/ 11806 w 31575"/>
                <a:gd name="connsiteY46" fmla="*/ 7996 h 26776"/>
                <a:gd name="connsiteX47" fmla="*/ 10548 w 31575"/>
                <a:gd name="connsiteY47" fmla="*/ 5614 h 26776"/>
                <a:gd name="connsiteX48" fmla="*/ 8608 w 31575"/>
                <a:gd name="connsiteY48" fmla="*/ 4015 h 26776"/>
                <a:gd name="connsiteX49" fmla="*/ 5920 w 31575"/>
                <a:gd name="connsiteY49" fmla="*/ 3368 h 2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31575" h="26776">
                  <a:moveTo>
                    <a:pt x="22728" y="272"/>
                  </a:moveTo>
                  <a:cubicBezTo>
                    <a:pt x="22933" y="90"/>
                    <a:pt x="23137" y="0"/>
                    <a:pt x="23341" y="0"/>
                  </a:cubicBezTo>
                  <a:cubicBezTo>
                    <a:pt x="23544" y="0"/>
                    <a:pt x="23942" y="227"/>
                    <a:pt x="24531" y="681"/>
                  </a:cubicBezTo>
                  <a:cubicBezTo>
                    <a:pt x="25121" y="1111"/>
                    <a:pt x="25813" y="1791"/>
                    <a:pt x="26607" y="2722"/>
                  </a:cubicBezTo>
                  <a:cubicBezTo>
                    <a:pt x="27402" y="3651"/>
                    <a:pt x="28173" y="4718"/>
                    <a:pt x="28921" y="5920"/>
                  </a:cubicBezTo>
                  <a:cubicBezTo>
                    <a:pt x="29670" y="7122"/>
                    <a:pt x="30293" y="8608"/>
                    <a:pt x="30792" y="10377"/>
                  </a:cubicBezTo>
                  <a:cubicBezTo>
                    <a:pt x="31314" y="12147"/>
                    <a:pt x="31575" y="13961"/>
                    <a:pt x="31575" y="15821"/>
                  </a:cubicBezTo>
                  <a:cubicBezTo>
                    <a:pt x="31575" y="19156"/>
                    <a:pt x="30384" y="21821"/>
                    <a:pt x="28002" y="23817"/>
                  </a:cubicBezTo>
                  <a:cubicBezTo>
                    <a:pt x="25621" y="25790"/>
                    <a:pt x="22604" y="26777"/>
                    <a:pt x="18952" y="26777"/>
                  </a:cubicBezTo>
                  <a:cubicBezTo>
                    <a:pt x="16615" y="26777"/>
                    <a:pt x="14415" y="26391"/>
                    <a:pt x="12351" y="25620"/>
                  </a:cubicBezTo>
                  <a:cubicBezTo>
                    <a:pt x="10264" y="24849"/>
                    <a:pt x="8483" y="23840"/>
                    <a:pt x="7009" y="22592"/>
                  </a:cubicBezTo>
                  <a:cubicBezTo>
                    <a:pt x="5535" y="21322"/>
                    <a:pt x="4264" y="19892"/>
                    <a:pt x="3198" y="18305"/>
                  </a:cubicBezTo>
                  <a:cubicBezTo>
                    <a:pt x="2110" y="16694"/>
                    <a:pt x="1304" y="15049"/>
                    <a:pt x="783" y="13372"/>
                  </a:cubicBezTo>
                  <a:cubicBezTo>
                    <a:pt x="261" y="11693"/>
                    <a:pt x="0" y="10071"/>
                    <a:pt x="0" y="8506"/>
                  </a:cubicBezTo>
                  <a:cubicBezTo>
                    <a:pt x="0" y="6215"/>
                    <a:pt x="578" y="4400"/>
                    <a:pt x="1735" y="3062"/>
                  </a:cubicBezTo>
                  <a:cubicBezTo>
                    <a:pt x="2892" y="1724"/>
                    <a:pt x="4287" y="1054"/>
                    <a:pt x="5920" y="1054"/>
                  </a:cubicBezTo>
                  <a:cubicBezTo>
                    <a:pt x="6306" y="1054"/>
                    <a:pt x="6737" y="1111"/>
                    <a:pt x="7213" y="1225"/>
                  </a:cubicBezTo>
                  <a:cubicBezTo>
                    <a:pt x="7690" y="1315"/>
                    <a:pt x="8302" y="1519"/>
                    <a:pt x="9050" y="1837"/>
                  </a:cubicBezTo>
                  <a:cubicBezTo>
                    <a:pt x="9799" y="2132"/>
                    <a:pt x="10548" y="2665"/>
                    <a:pt x="11296" y="3437"/>
                  </a:cubicBezTo>
                  <a:cubicBezTo>
                    <a:pt x="12022" y="4208"/>
                    <a:pt x="12623" y="5160"/>
                    <a:pt x="13099" y="6294"/>
                  </a:cubicBezTo>
                  <a:cubicBezTo>
                    <a:pt x="14166" y="8812"/>
                    <a:pt x="14699" y="12362"/>
                    <a:pt x="14699" y="16944"/>
                  </a:cubicBezTo>
                  <a:lnTo>
                    <a:pt x="14699" y="20653"/>
                  </a:lnTo>
                  <a:cubicBezTo>
                    <a:pt x="17625" y="21378"/>
                    <a:pt x="20040" y="21742"/>
                    <a:pt x="21946" y="21742"/>
                  </a:cubicBezTo>
                  <a:cubicBezTo>
                    <a:pt x="22694" y="21742"/>
                    <a:pt x="23454" y="21674"/>
                    <a:pt x="24225" y="21537"/>
                  </a:cubicBezTo>
                  <a:cubicBezTo>
                    <a:pt x="24974" y="21401"/>
                    <a:pt x="25824" y="21151"/>
                    <a:pt x="26777" y="20789"/>
                  </a:cubicBezTo>
                  <a:cubicBezTo>
                    <a:pt x="27730" y="20403"/>
                    <a:pt x="28512" y="19780"/>
                    <a:pt x="29125" y="18918"/>
                  </a:cubicBezTo>
                  <a:cubicBezTo>
                    <a:pt x="29715" y="18033"/>
                    <a:pt x="30010" y="16955"/>
                    <a:pt x="30010" y="15685"/>
                  </a:cubicBezTo>
                  <a:cubicBezTo>
                    <a:pt x="30010" y="15276"/>
                    <a:pt x="29999" y="14857"/>
                    <a:pt x="29976" y="14426"/>
                  </a:cubicBezTo>
                  <a:cubicBezTo>
                    <a:pt x="29953" y="13972"/>
                    <a:pt x="29817" y="13178"/>
                    <a:pt x="29567" y="12045"/>
                  </a:cubicBezTo>
                  <a:cubicBezTo>
                    <a:pt x="29317" y="10887"/>
                    <a:pt x="28977" y="9799"/>
                    <a:pt x="28546" y="8778"/>
                  </a:cubicBezTo>
                  <a:cubicBezTo>
                    <a:pt x="28115" y="7757"/>
                    <a:pt x="27435" y="6600"/>
                    <a:pt x="26505" y="5308"/>
                  </a:cubicBezTo>
                  <a:cubicBezTo>
                    <a:pt x="25552" y="3992"/>
                    <a:pt x="24430" y="2812"/>
                    <a:pt x="23137" y="1769"/>
                  </a:cubicBezTo>
                  <a:cubicBezTo>
                    <a:pt x="22660" y="1407"/>
                    <a:pt x="22422" y="1100"/>
                    <a:pt x="22422" y="850"/>
                  </a:cubicBezTo>
                  <a:cubicBezTo>
                    <a:pt x="22422" y="647"/>
                    <a:pt x="22524" y="454"/>
                    <a:pt x="22728" y="272"/>
                  </a:cubicBezTo>
                  <a:moveTo>
                    <a:pt x="5920" y="3368"/>
                  </a:moveTo>
                  <a:cubicBezTo>
                    <a:pt x="4673" y="3368"/>
                    <a:pt x="3629" y="3833"/>
                    <a:pt x="2790" y="4763"/>
                  </a:cubicBezTo>
                  <a:cubicBezTo>
                    <a:pt x="1951" y="5670"/>
                    <a:pt x="1531" y="6918"/>
                    <a:pt x="1531" y="8506"/>
                  </a:cubicBezTo>
                  <a:cubicBezTo>
                    <a:pt x="1531" y="9005"/>
                    <a:pt x="1588" y="9561"/>
                    <a:pt x="1701" y="10173"/>
                  </a:cubicBezTo>
                  <a:cubicBezTo>
                    <a:pt x="1815" y="10786"/>
                    <a:pt x="2110" y="11602"/>
                    <a:pt x="2586" y="12623"/>
                  </a:cubicBezTo>
                  <a:cubicBezTo>
                    <a:pt x="3062" y="13621"/>
                    <a:pt x="3697" y="14562"/>
                    <a:pt x="4491" y="15447"/>
                  </a:cubicBezTo>
                  <a:cubicBezTo>
                    <a:pt x="5262" y="16331"/>
                    <a:pt x="6408" y="17216"/>
                    <a:pt x="7928" y="18100"/>
                  </a:cubicBezTo>
                  <a:cubicBezTo>
                    <a:pt x="9425" y="18985"/>
                    <a:pt x="11171" y="19689"/>
                    <a:pt x="13168" y="20211"/>
                  </a:cubicBezTo>
                  <a:lnTo>
                    <a:pt x="13168" y="17352"/>
                  </a:lnTo>
                  <a:cubicBezTo>
                    <a:pt x="13168" y="16695"/>
                    <a:pt x="13168" y="16128"/>
                    <a:pt x="13168" y="15651"/>
                  </a:cubicBezTo>
                  <a:cubicBezTo>
                    <a:pt x="13145" y="15175"/>
                    <a:pt x="13088" y="14415"/>
                    <a:pt x="12997" y="13372"/>
                  </a:cubicBezTo>
                  <a:cubicBezTo>
                    <a:pt x="12907" y="12306"/>
                    <a:pt x="12782" y="11387"/>
                    <a:pt x="12623" y="10615"/>
                  </a:cubicBezTo>
                  <a:cubicBezTo>
                    <a:pt x="12442" y="9844"/>
                    <a:pt x="12169" y="8970"/>
                    <a:pt x="11806" y="7996"/>
                  </a:cubicBezTo>
                  <a:cubicBezTo>
                    <a:pt x="11444" y="7021"/>
                    <a:pt x="11024" y="6227"/>
                    <a:pt x="10548" y="5614"/>
                  </a:cubicBezTo>
                  <a:cubicBezTo>
                    <a:pt x="10049" y="4979"/>
                    <a:pt x="9402" y="4446"/>
                    <a:pt x="8608" y="4015"/>
                  </a:cubicBezTo>
                  <a:cubicBezTo>
                    <a:pt x="7814" y="3584"/>
                    <a:pt x="6918" y="3368"/>
                    <a:pt x="5920" y="3368"/>
                  </a:cubicBez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4BE629AE-DBE2-604E-6A98-73D8DF222C1E}"/>
                </a:ext>
              </a:extLst>
            </p:cNvPr>
            <p:cNvSpPr/>
            <p:nvPr/>
          </p:nvSpPr>
          <p:spPr>
            <a:xfrm>
              <a:off x="6739228" y="4166338"/>
              <a:ext cx="99545" cy="15019"/>
            </a:xfrm>
            <a:custGeom>
              <a:avLst/>
              <a:gdLst>
                <a:gd name="connsiteX0" fmla="*/ 99546 w 99545"/>
                <a:gd name="connsiteY0" fmla="*/ 15020 h 15019"/>
                <a:gd name="connsiteX1" fmla="*/ 0 w 99545"/>
                <a:gd name="connsiteY1" fmla="*/ 15020 h 15019"/>
                <a:gd name="connsiteX2" fmla="*/ 0 w 99545"/>
                <a:gd name="connsiteY2" fmla="*/ 0 h 15019"/>
                <a:gd name="connsiteX3" fmla="*/ 2285 w 99545"/>
                <a:gd name="connsiteY3" fmla="*/ 0 h 15019"/>
                <a:gd name="connsiteX4" fmla="*/ 2285 w 99545"/>
                <a:gd name="connsiteY4" fmla="*/ 8361 h 15019"/>
                <a:gd name="connsiteX5" fmla="*/ 97261 w 99545"/>
                <a:gd name="connsiteY5" fmla="*/ 8361 h 15019"/>
                <a:gd name="connsiteX6" fmla="*/ 97261 w 99545"/>
                <a:gd name="connsiteY6" fmla="*/ 0 h 15019"/>
                <a:gd name="connsiteX7" fmla="*/ 99546 w 99545"/>
                <a:gd name="connsiteY7" fmla="*/ 0 h 15019"/>
                <a:gd name="connsiteX8" fmla="*/ 99546 w 99545"/>
                <a:gd name="connsiteY8" fmla="*/ 15020 h 15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545" h="15019">
                  <a:moveTo>
                    <a:pt x="99546" y="15020"/>
                  </a:moveTo>
                  <a:lnTo>
                    <a:pt x="0" y="15020"/>
                  </a:lnTo>
                  <a:lnTo>
                    <a:pt x="0" y="0"/>
                  </a:lnTo>
                  <a:lnTo>
                    <a:pt x="2285" y="0"/>
                  </a:lnTo>
                  <a:lnTo>
                    <a:pt x="2285" y="8361"/>
                  </a:lnTo>
                  <a:lnTo>
                    <a:pt x="97261" y="8361"/>
                  </a:lnTo>
                  <a:lnTo>
                    <a:pt x="97261" y="0"/>
                  </a:lnTo>
                  <a:lnTo>
                    <a:pt x="99546" y="0"/>
                  </a:lnTo>
                  <a:lnTo>
                    <a:pt x="99546" y="1502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A8F0C51B-B326-D11B-5FFD-4A9E703B0B3F}"/>
                </a:ext>
              </a:extLst>
            </p:cNvPr>
            <p:cNvSpPr/>
            <p:nvPr/>
          </p:nvSpPr>
          <p:spPr>
            <a:xfrm>
              <a:off x="6745887" y="4082279"/>
              <a:ext cx="68000" cy="82047"/>
            </a:xfrm>
            <a:custGeom>
              <a:avLst/>
              <a:gdLst>
                <a:gd name="connsiteX0" fmla="*/ 1118 w 68000"/>
                <a:gd name="connsiteY0" fmla="*/ 0 h 82047"/>
                <a:gd name="connsiteX1" fmla="*/ 2479 w 68000"/>
                <a:gd name="connsiteY1" fmla="*/ 339 h 82047"/>
                <a:gd name="connsiteX2" fmla="*/ 3014 w 68000"/>
                <a:gd name="connsiteY2" fmla="*/ 972 h 82047"/>
                <a:gd name="connsiteX3" fmla="*/ 3111 w 68000"/>
                <a:gd name="connsiteY3" fmla="*/ 2187 h 82047"/>
                <a:gd name="connsiteX4" fmla="*/ 8166 w 68000"/>
                <a:gd name="connsiteY4" fmla="*/ 14824 h 82047"/>
                <a:gd name="connsiteX5" fmla="*/ 13172 w 68000"/>
                <a:gd name="connsiteY5" fmla="*/ 19783 h 82047"/>
                <a:gd name="connsiteX6" fmla="*/ 22019 w 68000"/>
                <a:gd name="connsiteY6" fmla="*/ 27948 h 82047"/>
                <a:gd name="connsiteX7" fmla="*/ 29796 w 68000"/>
                <a:gd name="connsiteY7" fmla="*/ 35239 h 82047"/>
                <a:gd name="connsiteX8" fmla="*/ 60515 w 68000"/>
                <a:gd name="connsiteY8" fmla="*/ 22408 h 82047"/>
                <a:gd name="connsiteX9" fmla="*/ 62265 w 68000"/>
                <a:gd name="connsiteY9" fmla="*/ 21678 h 82047"/>
                <a:gd name="connsiteX10" fmla="*/ 63383 w 68000"/>
                <a:gd name="connsiteY10" fmla="*/ 20948 h 82047"/>
                <a:gd name="connsiteX11" fmla="*/ 64209 w 68000"/>
                <a:gd name="connsiteY11" fmla="*/ 20025 h 82047"/>
                <a:gd name="connsiteX12" fmla="*/ 64647 w 68000"/>
                <a:gd name="connsiteY12" fmla="*/ 18665 h 82047"/>
                <a:gd name="connsiteX13" fmla="*/ 64890 w 68000"/>
                <a:gd name="connsiteY13" fmla="*/ 16721 h 82047"/>
                <a:gd name="connsiteX14" fmla="*/ 64938 w 68000"/>
                <a:gd name="connsiteY14" fmla="*/ 13852 h 82047"/>
                <a:gd name="connsiteX15" fmla="*/ 64987 w 68000"/>
                <a:gd name="connsiteY15" fmla="*/ 13026 h 82047"/>
                <a:gd name="connsiteX16" fmla="*/ 65279 w 68000"/>
                <a:gd name="connsiteY16" fmla="*/ 12394 h 82047"/>
                <a:gd name="connsiteX17" fmla="*/ 66105 w 68000"/>
                <a:gd name="connsiteY17" fmla="*/ 12054 h 82047"/>
                <a:gd name="connsiteX18" fmla="*/ 67466 w 68000"/>
                <a:gd name="connsiteY18" fmla="*/ 12443 h 82047"/>
                <a:gd name="connsiteX19" fmla="*/ 67952 w 68000"/>
                <a:gd name="connsiteY19" fmla="*/ 13124 h 82047"/>
                <a:gd name="connsiteX20" fmla="*/ 68000 w 68000"/>
                <a:gd name="connsiteY20" fmla="*/ 13950 h 82047"/>
                <a:gd name="connsiteX21" fmla="*/ 67855 w 68000"/>
                <a:gd name="connsiteY21" fmla="*/ 19490 h 82047"/>
                <a:gd name="connsiteX22" fmla="*/ 67709 w 68000"/>
                <a:gd name="connsiteY22" fmla="*/ 24984 h 82047"/>
                <a:gd name="connsiteX23" fmla="*/ 68000 w 68000"/>
                <a:gd name="connsiteY23" fmla="*/ 37523 h 82047"/>
                <a:gd name="connsiteX24" fmla="*/ 66785 w 68000"/>
                <a:gd name="connsiteY24" fmla="*/ 39031 h 82047"/>
                <a:gd name="connsiteX25" fmla="*/ 65813 w 68000"/>
                <a:gd name="connsiteY25" fmla="*/ 38934 h 82047"/>
                <a:gd name="connsiteX26" fmla="*/ 65279 w 68000"/>
                <a:gd name="connsiteY26" fmla="*/ 38448 h 82047"/>
                <a:gd name="connsiteX27" fmla="*/ 65035 w 68000"/>
                <a:gd name="connsiteY27" fmla="*/ 37864 h 82047"/>
                <a:gd name="connsiteX28" fmla="*/ 64938 w 68000"/>
                <a:gd name="connsiteY28" fmla="*/ 37037 h 82047"/>
                <a:gd name="connsiteX29" fmla="*/ 64209 w 68000"/>
                <a:gd name="connsiteY29" fmla="*/ 33878 h 82047"/>
                <a:gd name="connsiteX30" fmla="*/ 63043 w 68000"/>
                <a:gd name="connsiteY30" fmla="*/ 31885 h 82047"/>
                <a:gd name="connsiteX31" fmla="*/ 62022 w 68000"/>
                <a:gd name="connsiteY31" fmla="*/ 31254 h 82047"/>
                <a:gd name="connsiteX32" fmla="*/ 60612 w 68000"/>
                <a:gd name="connsiteY32" fmla="*/ 31740 h 82047"/>
                <a:gd name="connsiteX33" fmla="*/ 36844 w 68000"/>
                <a:gd name="connsiteY33" fmla="*/ 41801 h 82047"/>
                <a:gd name="connsiteX34" fmla="*/ 46614 w 68000"/>
                <a:gd name="connsiteY34" fmla="*/ 50794 h 82047"/>
                <a:gd name="connsiteX35" fmla="*/ 57356 w 68000"/>
                <a:gd name="connsiteY35" fmla="*/ 60952 h 82047"/>
                <a:gd name="connsiteX36" fmla="*/ 61827 w 68000"/>
                <a:gd name="connsiteY36" fmla="*/ 63626 h 82047"/>
                <a:gd name="connsiteX37" fmla="*/ 64938 w 68000"/>
                <a:gd name="connsiteY37" fmla="*/ 59640 h 82047"/>
                <a:gd name="connsiteX38" fmla="*/ 66008 w 68000"/>
                <a:gd name="connsiteY38" fmla="*/ 58425 h 82047"/>
                <a:gd name="connsiteX39" fmla="*/ 67417 w 68000"/>
                <a:gd name="connsiteY39" fmla="*/ 58813 h 82047"/>
                <a:gd name="connsiteX40" fmla="*/ 67952 w 68000"/>
                <a:gd name="connsiteY40" fmla="*/ 59494 h 82047"/>
                <a:gd name="connsiteX41" fmla="*/ 68000 w 68000"/>
                <a:gd name="connsiteY41" fmla="*/ 60223 h 82047"/>
                <a:gd name="connsiteX42" fmla="*/ 67855 w 68000"/>
                <a:gd name="connsiteY42" fmla="*/ 65813 h 82047"/>
                <a:gd name="connsiteX43" fmla="*/ 67709 w 68000"/>
                <a:gd name="connsiteY43" fmla="*/ 71403 h 82047"/>
                <a:gd name="connsiteX44" fmla="*/ 67855 w 68000"/>
                <a:gd name="connsiteY44" fmla="*/ 76118 h 82047"/>
                <a:gd name="connsiteX45" fmla="*/ 68000 w 68000"/>
                <a:gd name="connsiteY45" fmla="*/ 80735 h 82047"/>
                <a:gd name="connsiteX46" fmla="*/ 67709 w 68000"/>
                <a:gd name="connsiteY46" fmla="*/ 81658 h 82047"/>
                <a:gd name="connsiteX47" fmla="*/ 67126 w 68000"/>
                <a:gd name="connsiteY47" fmla="*/ 81998 h 82047"/>
                <a:gd name="connsiteX48" fmla="*/ 66883 w 68000"/>
                <a:gd name="connsiteY48" fmla="*/ 82047 h 82047"/>
                <a:gd name="connsiteX49" fmla="*/ 65813 w 68000"/>
                <a:gd name="connsiteY49" fmla="*/ 81950 h 82047"/>
                <a:gd name="connsiteX50" fmla="*/ 65230 w 68000"/>
                <a:gd name="connsiteY50" fmla="*/ 81416 h 82047"/>
                <a:gd name="connsiteX51" fmla="*/ 65035 w 68000"/>
                <a:gd name="connsiteY51" fmla="*/ 80784 h 82047"/>
                <a:gd name="connsiteX52" fmla="*/ 64938 w 68000"/>
                <a:gd name="connsiteY52" fmla="*/ 79860 h 82047"/>
                <a:gd name="connsiteX53" fmla="*/ 63091 w 68000"/>
                <a:gd name="connsiteY53" fmla="*/ 72229 h 82047"/>
                <a:gd name="connsiteX54" fmla="*/ 57744 w 68000"/>
                <a:gd name="connsiteY54" fmla="*/ 65230 h 82047"/>
                <a:gd name="connsiteX55" fmla="*/ 57210 w 68000"/>
                <a:gd name="connsiteY55" fmla="*/ 64598 h 82047"/>
                <a:gd name="connsiteX56" fmla="*/ 56675 w 68000"/>
                <a:gd name="connsiteY56" fmla="*/ 63917 h 82047"/>
                <a:gd name="connsiteX57" fmla="*/ 34073 w 68000"/>
                <a:gd name="connsiteY57" fmla="*/ 42919 h 82047"/>
                <a:gd name="connsiteX58" fmla="*/ 6270 w 68000"/>
                <a:gd name="connsiteY58" fmla="*/ 54682 h 82047"/>
                <a:gd name="connsiteX59" fmla="*/ 4472 w 68000"/>
                <a:gd name="connsiteY59" fmla="*/ 55702 h 82047"/>
                <a:gd name="connsiteX60" fmla="*/ 3500 w 68000"/>
                <a:gd name="connsiteY60" fmla="*/ 57695 h 82047"/>
                <a:gd name="connsiteX61" fmla="*/ 3111 w 68000"/>
                <a:gd name="connsiteY61" fmla="*/ 62119 h 82047"/>
                <a:gd name="connsiteX62" fmla="*/ 3062 w 68000"/>
                <a:gd name="connsiteY62" fmla="*/ 63333 h 82047"/>
                <a:gd name="connsiteX63" fmla="*/ 2771 w 68000"/>
                <a:gd name="connsiteY63" fmla="*/ 64063 h 82047"/>
                <a:gd name="connsiteX64" fmla="*/ 1993 w 68000"/>
                <a:gd name="connsiteY64" fmla="*/ 64403 h 82047"/>
                <a:gd name="connsiteX65" fmla="*/ 632 w 68000"/>
                <a:gd name="connsiteY65" fmla="*/ 64063 h 82047"/>
                <a:gd name="connsiteX66" fmla="*/ 97 w 68000"/>
                <a:gd name="connsiteY66" fmla="*/ 63382 h 82047"/>
                <a:gd name="connsiteX67" fmla="*/ 0 w 68000"/>
                <a:gd name="connsiteY67" fmla="*/ 62605 h 82047"/>
                <a:gd name="connsiteX68" fmla="*/ 146 w 68000"/>
                <a:gd name="connsiteY68" fmla="*/ 57064 h 82047"/>
                <a:gd name="connsiteX69" fmla="*/ 292 w 68000"/>
                <a:gd name="connsiteY69" fmla="*/ 51473 h 82047"/>
                <a:gd name="connsiteX70" fmla="*/ 146 w 68000"/>
                <a:gd name="connsiteY70" fmla="*/ 45204 h 82047"/>
                <a:gd name="connsiteX71" fmla="*/ 0 w 68000"/>
                <a:gd name="connsiteY71" fmla="*/ 38934 h 82047"/>
                <a:gd name="connsiteX72" fmla="*/ 1215 w 68000"/>
                <a:gd name="connsiteY72" fmla="*/ 37427 h 82047"/>
                <a:gd name="connsiteX73" fmla="*/ 2430 w 68000"/>
                <a:gd name="connsiteY73" fmla="*/ 37767 h 82047"/>
                <a:gd name="connsiteX74" fmla="*/ 2965 w 68000"/>
                <a:gd name="connsiteY74" fmla="*/ 38448 h 82047"/>
                <a:gd name="connsiteX75" fmla="*/ 3111 w 68000"/>
                <a:gd name="connsiteY75" fmla="*/ 39420 h 82047"/>
                <a:gd name="connsiteX76" fmla="*/ 3937 w 68000"/>
                <a:gd name="connsiteY76" fmla="*/ 42773 h 82047"/>
                <a:gd name="connsiteX77" fmla="*/ 5104 w 68000"/>
                <a:gd name="connsiteY77" fmla="*/ 44766 h 82047"/>
                <a:gd name="connsiteX78" fmla="*/ 5979 w 68000"/>
                <a:gd name="connsiteY78" fmla="*/ 45300 h 82047"/>
                <a:gd name="connsiteX79" fmla="*/ 7291 w 68000"/>
                <a:gd name="connsiteY79" fmla="*/ 44814 h 82047"/>
                <a:gd name="connsiteX80" fmla="*/ 27074 w 68000"/>
                <a:gd name="connsiteY80" fmla="*/ 36454 h 82047"/>
                <a:gd name="connsiteX81" fmla="*/ 9770 w 68000"/>
                <a:gd name="connsiteY81" fmla="*/ 20317 h 82047"/>
                <a:gd name="connsiteX82" fmla="*/ 6173 w 68000"/>
                <a:gd name="connsiteY82" fmla="*/ 18421 h 82047"/>
                <a:gd name="connsiteX83" fmla="*/ 3111 w 68000"/>
                <a:gd name="connsiteY83" fmla="*/ 22408 h 82047"/>
                <a:gd name="connsiteX84" fmla="*/ 1993 w 68000"/>
                <a:gd name="connsiteY84" fmla="*/ 23622 h 82047"/>
                <a:gd name="connsiteX85" fmla="*/ 632 w 68000"/>
                <a:gd name="connsiteY85" fmla="*/ 23233 h 82047"/>
                <a:gd name="connsiteX86" fmla="*/ 97 w 68000"/>
                <a:gd name="connsiteY86" fmla="*/ 22553 h 82047"/>
                <a:gd name="connsiteX87" fmla="*/ 0 w 68000"/>
                <a:gd name="connsiteY87" fmla="*/ 21727 h 82047"/>
                <a:gd name="connsiteX88" fmla="*/ 146 w 68000"/>
                <a:gd name="connsiteY88" fmla="*/ 16235 h 82047"/>
                <a:gd name="connsiteX89" fmla="*/ 292 w 68000"/>
                <a:gd name="connsiteY89" fmla="*/ 10644 h 82047"/>
                <a:gd name="connsiteX90" fmla="*/ 146 w 68000"/>
                <a:gd name="connsiteY90" fmla="*/ 5930 h 82047"/>
                <a:gd name="connsiteX91" fmla="*/ 0 w 68000"/>
                <a:gd name="connsiteY91" fmla="*/ 1312 h 82047"/>
                <a:gd name="connsiteX92" fmla="*/ 292 w 68000"/>
                <a:gd name="connsiteY92" fmla="*/ 388 h 82047"/>
                <a:gd name="connsiteX93" fmla="*/ 826 w 68000"/>
                <a:gd name="connsiteY93" fmla="*/ 48 h 82047"/>
                <a:gd name="connsiteX94" fmla="*/ 1118 w 68000"/>
                <a:gd name="connsiteY94" fmla="*/ 0 h 82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68000" h="82047">
                  <a:moveTo>
                    <a:pt x="1118" y="0"/>
                  </a:moveTo>
                  <a:cubicBezTo>
                    <a:pt x="1701" y="0"/>
                    <a:pt x="2155" y="113"/>
                    <a:pt x="2479" y="339"/>
                  </a:cubicBezTo>
                  <a:cubicBezTo>
                    <a:pt x="2771" y="534"/>
                    <a:pt x="2949" y="745"/>
                    <a:pt x="3014" y="972"/>
                  </a:cubicBezTo>
                  <a:cubicBezTo>
                    <a:pt x="3046" y="1198"/>
                    <a:pt x="3079" y="1603"/>
                    <a:pt x="3111" y="2187"/>
                  </a:cubicBezTo>
                  <a:cubicBezTo>
                    <a:pt x="3338" y="6820"/>
                    <a:pt x="5023" y="11033"/>
                    <a:pt x="8166" y="14824"/>
                  </a:cubicBezTo>
                  <a:cubicBezTo>
                    <a:pt x="8976" y="15764"/>
                    <a:pt x="10645" y="17417"/>
                    <a:pt x="13172" y="19783"/>
                  </a:cubicBezTo>
                  <a:cubicBezTo>
                    <a:pt x="15700" y="22115"/>
                    <a:pt x="18649" y="24837"/>
                    <a:pt x="22019" y="27948"/>
                  </a:cubicBezTo>
                  <a:cubicBezTo>
                    <a:pt x="25389" y="31027"/>
                    <a:pt x="27981" y="33457"/>
                    <a:pt x="29796" y="35239"/>
                  </a:cubicBezTo>
                  <a:lnTo>
                    <a:pt x="60515" y="22408"/>
                  </a:lnTo>
                  <a:cubicBezTo>
                    <a:pt x="61325" y="22051"/>
                    <a:pt x="61908" y="21808"/>
                    <a:pt x="62265" y="21678"/>
                  </a:cubicBezTo>
                  <a:cubicBezTo>
                    <a:pt x="62589" y="21516"/>
                    <a:pt x="62962" y="21272"/>
                    <a:pt x="63383" y="20948"/>
                  </a:cubicBezTo>
                  <a:cubicBezTo>
                    <a:pt x="63804" y="20592"/>
                    <a:pt x="64080" y="20284"/>
                    <a:pt x="64209" y="20025"/>
                  </a:cubicBezTo>
                  <a:cubicBezTo>
                    <a:pt x="64339" y="19734"/>
                    <a:pt x="64485" y="19280"/>
                    <a:pt x="64647" y="18665"/>
                  </a:cubicBezTo>
                  <a:cubicBezTo>
                    <a:pt x="64776" y="18016"/>
                    <a:pt x="64857" y="17369"/>
                    <a:pt x="64890" y="16721"/>
                  </a:cubicBezTo>
                  <a:cubicBezTo>
                    <a:pt x="64890" y="16040"/>
                    <a:pt x="64906" y="15084"/>
                    <a:pt x="64938" y="13852"/>
                  </a:cubicBezTo>
                  <a:cubicBezTo>
                    <a:pt x="64938" y="13464"/>
                    <a:pt x="64955" y="13188"/>
                    <a:pt x="64987" y="13026"/>
                  </a:cubicBezTo>
                  <a:cubicBezTo>
                    <a:pt x="64987" y="12831"/>
                    <a:pt x="65084" y="12621"/>
                    <a:pt x="65279" y="12394"/>
                  </a:cubicBezTo>
                  <a:cubicBezTo>
                    <a:pt x="65441" y="12167"/>
                    <a:pt x="65716" y="12054"/>
                    <a:pt x="66105" y="12054"/>
                  </a:cubicBezTo>
                  <a:cubicBezTo>
                    <a:pt x="66688" y="12054"/>
                    <a:pt x="67142" y="12184"/>
                    <a:pt x="67466" y="12443"/>
                  </a:cubicBezTo>
                  <a:cubicBezTo>
                    <a:pt x="67757" y="12670"/>
                    <a:pt x="67919" y="12897"/>
                    <a:pt x="67952" y="13124"/>
                  </a:cubicBezTo>
                  <a:cubicBezTo>
                    <a:pt x="67984" y="13318"/>
                    <a:pt x="68000" y="13593"/>
                    <a:pt x="68000" y="13950"/>
                  </a:cubicBezTo>
                  <a:cubicBezTo>
                    <a:pt x="68000" y="14792"/>
                    <a:pt x="67952" y="16639"/>
                    <a:pt x="67855" y="19490"/>
                  </a:cubicBezTo>
                  <a:cubicBezTo>
                    <a:pt x="67757" y="22342"/>
                    <a:pt x="67709" y="24173"/>
                    <a:pt x="67709" y="24984"/>
                  </a:cubicBezTo>
                  <a:lnTo>
                    <a:pt x="68000" y="37523"/>
                  </a:lnTo>
                  <a:cubicBezTo>
                    <a:pt x="68000" y="38528"/>
                    <a:pt x="67595" y="39031"/>
                    <a:pt x="66785" y="39031"/>
                  </a:cubicBezTo>
                  <a:cubicBezTo>
                    <a:pt x="66364" y="39031"/>
                    <a:pt x="66040" y="38998"/>
                    <a:pt x="65813" y="38934"/>
                  </a:cubicBezTo>
                  <a:cubicBezTo>
                    <a:pt x="65554" y="38837"/>
                    <a:pt x="65376" y="38675"/>
                    <a:pt x="65279" y="38448"/>
                  </a:cubicBezTo>
                  <a:cubicBezTo>
                    <a:pt x="65149" y="38221"/>
                    <a:pt x="65068" y="38026"/>
                    <a:pt x="65035" y="37864"/>
                  </a:cubicBezTo>
                  <a:cubicBezTo>
                    <a:pt x="65003" y="37702"/>
                    <a:pt x="64971" y="37427"/>
                    <a:pt x="64938" y="37037"/>
                  </a:cubicBezTo>
                  <a:cubicBezTo>
                    <a:pt x="64809" y="35838"/>
                    <a:pt x="64566" y="34785"/>
                    <a:pt x="64209" y="33878"/>
                  </a:cubicBezTo>
                  <a:cubicBezTo>
                    <a:pt x="63820" y="32939"/>
                    <a:pt x="63431" y="32275"/>
                    <a:pt x="63043" y="31885"/>
                  </a:cubicBezTo>
                  <a:cubicBezTo>
                    <a:pt x="62654" y="31464"/>
                    <a:pt x="62314" y="31254"/>
                    <a:pt x="62022" y="31254"/>
                  </a:cubicBezTo>
                  <a:lnTo>
                    <a:pt x="60612" y="31740"/>
                  </a:lnTo>
                  <a:lnTo>
                    <a:pt x="36844" y="41801"/>
                  </a:lnTo>
                  <a:lnTo>
                    <a:pt x="46614" y="50794"/>
                  </a:lnTo>
                  <a:lnTo>
                    <a:pt x="57356" y="60952"/>
                  </a:lnTo>
                  <a:cubicBezTo>
                    <a:pt x="59268" y="62735"/>
                    <a:pt x="60758" y="63626"/>
                    <a:pt x="61827" y="63626"/>
                  </a:cubicBezTo>
                  <a:cubicBezTo>
                    <a:pt x="63610" y="63626"/>
                    <a:pt x="64647" y="62297"/>
                    <a:pt x="64938" y="59640"/>
                  </a:cubicBezTo>
                  <a:cubicBezTo>
                    <a:pt x="65003" y="58830"/>
                    <a:pt x="65359" y="58425"/>
                    <a:pt x="66008" y="58425"/>
                  </a:cubicBezTo>
                  <a:cubicBezTo>
                    <a:pt x="66623" y="58425"/>
                    <a:pt x="67093" y="58554"/>
                    <a:pt x="67417" y="58813"/>
                  </a:cubicBezTo>
                  <a:cubicBezTo>
                    <a:pt x="67709" y="59040"/>
                    <a:pt x="67887" y="59267"/>
                    <a:pt x="67952" y="59494"/>
                  </a:cubicBezTo>
                  <a:cubicBezTo>
                    <a:pt x="67984" y="59689"/>
                    <a:pt x="68000" y="59931"/>
                    <a:pt x="68000" y="60223"/>
                  </a:cubicBezTo>
                  <a:cubicBezTo>
                    <a:pt x="68000" y="61422"/>
                    <a:pt x="67952" y="63285"/>
                    <a:pt x="67855" y="65813"/>
                  </a:cubicBezTo>
                  <a:cubicBezTo>
                    <a:pt x="67757" y="68308"/>
                    <a:pt x="67709" y="70172"/>
                    <a:pt x="67709" y="71403"/>
                  </a:cubicBezTo>
                  <a:cubicBezTo>
                    <a:pt x="67709" y="72440"/>
                    <a:pt x="67757" y="74011"/>
                    <a:pt x="67855" y="76118"/>
                  </a:cubicBezTo>
                  <a:cubicBezTo>
                    <a:pt x="67952" y="78223"/>
                    <a:pt x="68000" y="79763"/>
                    <a:pt x="68000" y="80735"/>
                  </a:cubicBezTo>
                  <a:cubicBezTo>
                    <a:pt x="68000" y="81124"/>
                    <a:pt x="67903" y="81432"/>
                    <a:pt x="67709" y="81658"/>
                  </a:cubicBezTo>
                  <a:cubicBezTo>
                    <a:pt x="67514" y="81885"/>
                    <a:pt x="67320" y="81998"/>
                    <a:pt x="67126" y="81998"/>
                  </a:cubicBezTo>
                  <a:lnTo>
                    <a:pt x="66883" y="82047"/>
                  </a:lnTo>
                  <a:cubicBezTo>
                    <a:pt x="66429" y="82047"/>
                    <a:pt x="66072" y="82015"/>
                    <a:pt x="65813" y="81950"/>
                  </a:cubicBezTo>
                  <a:cubicBezTo>
                    <a:pt x="65554" y="81854"/>
                    <a:pt x="65359" y="81675"/>
                    <a:pt x="65230" y="81416"/>
                  </a:cubicBezTo>
                  <a:cubicBezTo>
                    <a:pt x="65100" y="81124"/>
                    <a:pt x="65035" y="80914"/>
                    <a:pt x="65035" y="80784"/>
                  </a:cubicBezTo>
                  <a:cubicBezTo>
                    <a:pt x="65003" y="80654"/>
                    <a:pt x="64971" y="80346"/>
                    <a:pt x="64938" y="79860"/>
                  </a:cubicBezTo>
                  <a:cubicBezTo>
                    <a:pt x="64776" y="77106"/>
                    <a:pt x="64161" y="74562"/>
                    <a:pt x="63091" y="72229"/>
                  </a:cubicBezTo>
                  <a:cubicBezTo>
                    <a:pt x="62022" y="69864"/>
                    <a:pt x="60240" y="67530"/>
                    <a:pt x="57744" y="65230"/>
                  </a:cubicBezTo>
                  <a:cubicBezTo>
                    <a:pt x="57582" y="65035"/>
                    <a:pt x="57404" y="64824"/>
                    <a:pt x="57210" y="64598"/>
                  </a:cubicBezTo>
                  <a:cubicBezTo>
                    <a:pt x="57015" y="64339"/>
                    <a:pt x="56837" y="64112"/>
                    <a:pt x="56675" y="63917"/>
                  </a:cubicBezTo>
                  <a:lnTo>
                    <a:pt x="34073" y="42919"/>
                  </a:lnTo>
                  <a:lnTo>
                    <a:pt x="6270" y="54682"/>
                  </a:lnTo>
                  <a:cubicBezTo>
                    <a:pt x="5428" y="55038"/>
                    <a:pt x="4828" y="55379"/>
                    <a:pt x="4472" y="55702"/>
                  </a:cubicBezTo>
                  <a:cubicBezTo>
                    <a:pt x="4083" y="56026"/>
                    <a:pt x="3759" y="56691"/>
                    <a:pt x="3500" y="57695"/>
                  </a:cubicBezTo>
                  <a:cubicBezTo>
                    <a:pt x="3240" y="58700"/>
                    <a:pt x="3111" y="60175"/>
                    <a:pt x="3111" y="62119"/>
                  </a:cubicBezTo>
                  <a:cubicBezTo>
                    <a:pt x="3111" y="62669"/>
                    <a:pt x="3095" y="63074"/>
                    <a:pt x="3062" y="63333"/>
                  </a:cubicBezTo>
                  <a:cubicBezTo>
                    <a:pt x="3030" y="63593"/>
                    <a:pt x="2933" y="63836"/>
                    <a:pt x="2771" y="64063"/>
                  </a:cubicBezTo>
                  <a:cubicBezTo>
                    <a:pt x="2608" y="64290"/>
                    <a:pt x="2349" y="64403"/>
                    <a:pt x="1993" y="64403"/>
                  </a:cubicBezTo>
                  <a:cubicBezTo>
                    <a:pt x="1377" y="64403"/>
                    <a:pt x="924" y="64290"/>
                    <a:pt x="632" y="64063"/>
                  </a:cubicBezTo>
                  <a:cubicBezTo>
                    <a:pt x="308" y="63804"/>
                    <a:pt x="130" y="63577"/>
                    <a:pt x="97" y="63382"/>
                  </a:cubicBezTo>
                  <a:cubicBezTo>
                    <a:pt x="32" y="63155"/>
                    <a:pt x="0" y="62896"/>
                    <a:pt x="0" y="62605"/>
                  </a:cubicBezTo>
                  <a:cubicBezTo>
                    <a:pt x="0" y="61794"/>
                    <a:pt x="49" y="59948"/>
                    <a:pt x="146" y="57064"/>
                  </a:cubicBezTo>
                  <a:cubicBezTo>
                    <a:pt x="243" y="54180"/>
                    <a:pt x="292" y="52316"/>
                    <a:pt x="292" y="51473"/>
                  </a:cubicBezTo>
                  <a:cubicBezTo>
                    <a:pt x="292" y="50080"/>
                    <a:pt x="243" y="47990"/>
                    <a:pt x="146" y="45204"/>
                  </a:cubicBezTo>
                  <a:cubicBezTo>
                    <a:pt x="49" y="42384"/>
                    <a:pt x="0" y="40294"/>
                    <a:pt x="0" y="38934"/>
                  </a:cubicBezTo>
                  <a:cubicBezTo>
                    <a:pt x="0" y="37929"/>
                    <a:pt x="405" y="37427"/>
                    <a:pt x="1215" y="37427"/>
                  </a:cubicBezTo>
                  <a:cubicBezTo>
                    <a:pt x="1734" y="37427"/>
                    <a:pt x="2139" y="37540"/>
                    <a:pt x="2430" y="37767"/>
                  </a:cubicBezTo>
                  <a:cubicBezTo>
                    <a:pt x="2722" y="37994"/>
                    <a:pt x="2900" y="38221"/>
                    <a:pt x="2965" y="38448"/>
                  </a:cubicBezTo>
                  <a:cubicBezTo>
                    <a:pt x="3030" y="38675"/>
                    <a:pt x="3079" y="38998"/>
                    <a:pt x="3111" y="39420"/>
                  </a:cubicBezTo>
                  <a:cubicBezTo>
                    <a:pt x="3240" y="40683"/>
                    <a:pt x="3516" y="41801"/>
                    <a:pt x="3937" y="42773"/>
                  </a:cubicBezTo>
                  <a:cubicBezTo>
                    <a:pt x="4326" y="43713"/>
                    <a:pt x="4715" y="44377"/>
                    <a:pt x="5104" y="44766"/>
                  </a:cubicBezTo>
                  <a:cubicBezTo>
                    <a:pt x="5460" y="45122"/>
                    <a:pt x="5752" y="45300"/>
                    <a:pt x="5979" y="45300"/>
                  </a:cubicBezTo>
                  <a:lnTo>
                    <a:pt x="7291" y="44814"/>
                  </a:lnTo>
                  <a:lnTo>
                    <a:pt x="27074" y="36454"/>
                  </a:lnTo>
                  <a:lnTo>
                    <a:pt x="9770" y="20317"/>
                  </a:lnTo>
                  <a:cubicBezTo>
                    <a:pt x="8344" y="19053"/>
                    <a:pt x="7145" y="18421"/>
                    <a:pt x="6173" y="18421"/>
                  </a:cubicBezTo>
                  <a:cubicBezTo>
                    <a:pt x="4423" y="18421"/>
                    <a:pt x="3403" y="19750"/>
                    <a:pt x="3111" y="22408"/>
                  </a:cubicBezTo>
                  <a:cubicBezTo>
                    <a:pt x="2981" y="23217"/>
                    <a:pt x="2609" y="23622"/>
                    <a:pt x="1993" y="23622"/>
                  </a:cubicBezTo>
                  <a:cubicBezTo>
                    <a:pt x="1377" y="23622"/>
                    <a:pt x="924" y="23492"/>
                    <a:pt x="632" y="23233"/>
                  </a:cubicBezTo>
                  <a:cubicBezTo>
                    <a:pt x="308" y="22974"/>
                    <a:pt x="130" y="22748"/>
                    <a:pt x="97" y="22553"/>
                  </a:cubicBezTo>
                  <a:cubicBezTo>
                    <a:pt x="32" y="22326"/>
                    <a:pt x="0" y="22051"/>
                    <a:pt x="0" y="21727"/>
                  </a:cubicBezTo>
                  <a:cubicBezTo>
                    <a:pt x="0" y="20528"/>
                    <a:pt x="49" y="18697"/>
                    <a:pt x="146" y="16235"/>
                  </a:cubicBezTo>
                  <a:cubicBezTo>
                    <a:pt x="243" y="13740"/>
                    <a:pt x="292" y="11876"/>
                    <a:pt x="292" y="10644"/>
                  </a:cubicBezTo>
                  <a:cubicBezTo>
                    <a:pt x="292" y="9608"/>
                    <a:pt x="243" y="8036"/>
                    <a:pt x="146" y="5930"/>
                  </a:cubicBezTo>
                  <a:cubicBezTo>
                    <a:pt x="49" y="3824"/>
                    <a:pt x="0" y="2285"/>
                    <a:pt x="0" y="1312"/>
                  </a:cubicBezTo>
                  <a:cubicBezTo>
                    <a:pt x="0" y="923"/>
                    <a:pt x="97" y="615"/>
                    <a:pt x="292" y="388"/>
                  </a:cubicBezTo>
                  <a:cubicBezTo>
                    <a:pt x="454" y="161"/>
                    <a:pt x="632" y="48"/>
                    <a:pt x="826" y="48"/>
                  </a:cubicBezTo>
                  <a:lnTo>
                    <a:pt x="1118" y="0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FB850359-0196-A2E2-9EA0-C61A4EC7325C}"/>
                </a:ext>
              </a:extLst>
            </p:cNvPr>
            <p:cNvSpPr/>
            <p:nvPr/>
          </p:nvSpPr>
          <p:spPr>
            <a:xfrm>
              <a:off x="6739228" y="4061338"/>
              <a:ext cx="99545" cy="15018"/>
            </a:xfrm>
            <a:custGeom>
              <a:avLst/>
              <a:gdLst>
                <a:gd name="connsiteX0" fmla="*/ 97261 w 99545"/>
                <a:gd name="connsiteY0" fmla="*/ 15019 h 15018"/>
                <a:gd name="connsiteX1" fmla="*/ 97261 w 99545"/>
                <a:gd name="connsiteY1" fmla="*/ 6659 h 15018"/>
                <a:gd name="connsiteX2" fmla="*/ 2285 w 99545"/>
                <a:gd name="connsiteY2" fmla="*/ 6659 h 15018"/>
                <a:gd name="connsiteX3" fmla="*/ 2285 w 99545"/>
                <a:gd name="connsiteY3" fmla="*/ 15019 h 15018"/>
                <a:gd name="connsiteX4" fmla="*/ 0 w 99545"/>
                <a:gd name="connsiteY4" fmla="*/ 15019 h 15018"/>
                <a:gd name="connsiteX5" fmla="*/ 0 w 99545"/>
                <a:gd name="connsiteY5" fmla="*/ 0 h 15018"/>
                <a:gd name="connsiteX6" fmla="*/ 99546 w 99545"/>
                <a:gd name="connsiteY6" fmla="*/ 0 h 15018"/>
                <a:gd name="connsiteX7" fmla="*/ 99546 w 99545"/>
                <a:gd name="connsiteY7" fmla="*/ 15019 h 15018"/>
                <a:gd name="connsiteX8" fmla="*/ 97261 w 99545"/>
                <a:gd name="connsiteY8" fmla="*/ 15019 h 15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9545" h="15018">
                  <a:moveTo>
                    <a:pt x="97261" y="15019"/>
                  </a:moveTo>
                  <a:lnTo>
                    <a:pt x="97261" y="6659"/>
                  </a:lnTo>
                  <a:lnTo>
                    <a:pt x="2285" y="6659"/>
                  </a:lnTo>
                  <a:lnTo>
                    <a:pt x="2285" y="15019"/>
                  </a:lnTo>
                  <a:lnTo>
                    <a:pt x="0" y="15019"/>
                  </a:lnTo>
                  <a:lnTo>
                    <a:pt x="0" y="0"/>
                  </a:lnTo>
                  <a:lnTo>
                    <a:pt x="99546" y="0"/>
                  </a:lnTo>
                  <a:lnTo>
                    <a:pt x="99546" y="15019"/>
                  </a:lnTo>
                  <a:lnTo>
                    <a:pt x="97261" y="15019"/>
                  </a:lnTo>
                  <a:close/>
                </a:path>
              </a:pathLst>
            </a:custGeom>
            <a:solidFill>
              <a:srgbClr val="000000"/>
            </a:solidFill>
            <a:ln w="9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FDA9ACCC-B3D4-7071-A221-FEE6B5CC3D18}"/>
              </a:ext>
            </a:extLst>
          </p:cNvPr>
          <p:cNvSpPr/>
          <p:nvPr/>
        </p:nvSpPr>
        <p:spPr>
          <a:xfrm>
            <a:off x="7145283" y="3610117"/>
            <a:ext cx="1705721" cy="1140828"/>
          </a:xfrm>
          <a:custGeom>
            <a:avLst/>
            <a:gdLst>
              <a:gd name="connsiteX0" fmla="*/ 0 w 1705721"/>
              <a:gd name="connsiteY0" fmla="*/ 1140828 h 1140828"/>
              <a:gd name="connsiteX1" fmla="*/ 5705 w 1705721"/>
              <a:gd name="connsiteY1" fmla="*/ 1069976 h 1140828"/>
              <a:gd name="connsiteX2" fmla="*/ 11410 w 1705721"/>
              <a:gd name="connsiteY2" fmla="*/ 1014951 h 1140828"/>
              <a:gd name="connsiteX3" fmla="*/ 17114 w 1705721"/>
              <a:gd name="connsiteY3" fmla="*/ 969951 h 1140828"/>
              <a:gd name="connsiteX4" fmla="*/ 22819 w 1705721"/>
              <a:gd name="connsiteY4" fmla="*/ 931878 h 1140828"/>
              <a:gd name="connsiteX5" fmla="*/ 28524 w 1705721"/>
              <a:gd name="connsiteY5" fmla="*/ 898887 h 1140828"/>
              <a:gd name="connsiteX6" fmla="*/ 34229 w 1705721"/>
              <a:gd name="connsiteY6" fmla="*/ 869778 h 1140828"/>
              <a:gd name="connsiteX7" fmla="*/ 39933 w 1705721"/>
              <a:gd name="connsiteY7" fmla="*/ 843735 h 1140828"/>
              <a:gd name="connsiteX8" fmla="*/ 45638 w 1705721"/>
              <a:gd name="connsiteY8" fmla="*/ 820170 h 1140828"/>
              <a:gd name="connsiteX9" fmla="*/ 51343 w 1705721"/>
              <a:gd name="connsiteY9" fmla="*/ 798652 h 1140828"/>
              <a:gd name="connsiteX10" fmla="*/ 57048 w 1705721"/>
              <a:gd name="connsiteY10" fmla="*/ 778856 h 1140828"/>
              <a:gd name="connsiteX11" fmla="*/ 62752 w 1705721"/>
              <a:gd name="connsiteY11" fmla="*/ 760524 h 1140828"/>
              <a:gd name="connsiteX12" fmla="*/ 68457 w 1705721"/>
              <a:gd name="connsiteY12" fmla="*/ 743456 h 1140828"/>
              <a:gd name="connsiteX13" fmla="*/ 74162 w 1705721"/>
              <a:gd name="connsiteY13" fmla="*/ 727489 h 1140828"/>
              <a:gd name="connsiteX14" fmla="*/ 79867 w 1705721"/>
              <a:gd name="connsiteY14" fmla="*/ 712490 h 1140828"/>
              <a:gd name="connsiteX15" fmla="*/ 85571 w 1705721"/>
              <a:gd name="connsiteY15" fmla="*/ 698346 h 1140828"/>
              <a:gd name="connsiteX16" fmla="*/ 91276 w 1705721"/>
              <a:gd name="connsiteY16" fmla="*/ 684967 h 1140828"/>
              <a:gd name="connsiteX17" fmla="*/ 96981 w 1705721"/>
              <a:gd name="connsiteY17" fmla="*/ 672273 h 1140828"/>
              <a:gd name="connsiteX18" fmla="*/ 102686 w 1705721"/>
              <a:gd name="connsiteY18" fmla="*/ 660198 h 1140828"/>
              <a:gd name="connsiteX19" fmla="*/ 108390 w 1705721"/>
              <a:gd name="connsiteY19" fmla="*/ 648685 h 1140828"/>
              <a:gd name="connsiteX20" fmla="*/ 114095 w 1705721"/>
              <a:gd name="connsiteY20" fmla="*/ 637682 h 1140828"/>
              <a:gd name="connsiteX21" fmla="*/ 119800 w 1705721"/>
              <a:gd name="connsiteY21" fmla="*/ 627149 h 1140828"/>
              <a:gd name="connsiteX22" fmla="*/ 125505 w 1705721"/>
              <a:gd name="connsiteY22" fmla="*/ 617044 h 1140828"/>
              <a:gd name="connsiteX23" fmla="*/ 131209 w 1705721"/>
              <a:gd name="connsiteY23" fmla="*/ 607335 h 1140828"/>
              <a:gd name="connsiteX24" fmla="*/ 136914 w 1705721"/>
              <a:gd name="connsiteY24" fmla="*/ 597993 h 1140828"/>
              <a:gd name="connsiteX25" fmla="*/ 142619 w 1705721"/>
              <a:gd name="connsiteY25" fmla="*/ 588991 h 1140828"/>
              <a:gd name="connsiteX26" fmla="*/ 148324 w 1705721"/>
              <a:gd name="connsiteY26" fmla="*/ 580303 h 1140828"/>
              <a:gd name="connsiteX27" fmla="*/ 154028 w 1705721"/>
              <a:gd name="connsiteY27" fmla="*/ 571911 h 1140828"/>
              <a:gd name="connsiteX28" fmla="*/ 159734 w 1705721"/>
              <a:gd name="connsiteY28" fmla="*/ 563793 h 1140828"/>
              <a:gd name="connsiteX29" fmla="*/ 165438 w 1705721"/>
              <a:gd name="connsiteY29" fmla="*/ 555933 h 1140828"/>
              <a:gd name="connsiteX30" fmla="*/ 171143 w 1705721"/>
              <a:gd name="connsiteY30" fmla="*/ 548316 h 1140828"/>
              <a:gd name="connsiteX31" fmla="*/ 176847 w 1705721"/>
              <a:gd name="connsiteY31" fmla="*/ 540924 h 1140828"/>
              <a:gd name="connsiteX32" fmla="*/ 182553 w 1705721"/>
              <a:gd name="connsiteY32" fmla="*/ 533748 h 1140828"/>
              <a:gd name="connsiteX33" fmla="*/ 188257 w 1705721"/>
              <a:gd name="connsiteY33" fmla="*/ 526772 h 1140828"/>
              <a:gd name="connsiteX34" fmla="*/ 193962 w 1705721"/>
              <a:gd name="connsiteY34" fmla="*/ 519989 h 1140828"/>
              <a:gd name="connsiteX35" fmla="*/ 199666 w 1705721"/>
              <a:gd name="connsiteY35" fmla="*/ 513386 h 1140828"/>
              <a:gd name="connsiteX36" fmla="*/ 205372 w 1705721"/>
              <a:gd name="connsiteY36" fmla="*/ 506954 h 1140828"/>
              <a:gd name="connsiteX37" fmla="*/ 211076 w 1705721"/>
              <a:gd name="connsiteY37" fmla="*/ 500685 h 1140828"/>
              <a:gd name="connsiteX38" fmla="*/ 216781 w 1705721"/>
              <a:gd name="connsiteY38" fmla="*/ 494571 h 1140828"/>
              <a:gd name="connsiteX39" fmla="*/ 222485 w 1705721"/>
              <a:gd name="connsiteY39" fmla="*/ 488605 h 1140828"/>
              <a:gd name="connsiteX40" fmla="*/ 228191 w 1705721"/>
              <a:gd name="connsiteY40" fmla="*/ 482779 h 1140828"/>
              <a:gd name="connsiteX41" fmla="*/ 233895 w 1705721"/>
              <a:gd name="connsiteY41" fmla="*/ 477086 h 1140828"/>
              <a:gd name="connsiteX42" fmla="*/ 239600 w 1705721"/>
              <a:gd name="connsiteY42" fmla="*/ 471522 h 1140828"/>
              <a:gd name="connsiteX43" fmla="*/ 245305 w 1705721"/>
              <a:gd name="connsiteY43" fmla="*/ 466079 h 1140828"/>
              <a:gd name="connsiteX44" fmla="*/ 251010 w 1705721"/>
              <a:gd name="connsiteY44" fmla="*/ 460754 h 1140828"/>
              <a:gd name="connsiteX45" fmla="*/ 256714 w 1705721"/>
              <a:gd name="connsiteY45" fmla="*/ 455541 h 1140828"/>
              <a:gd name="connsiteX46" fmla="*/ 262419 w 1705721"/>
              <a:gd name="connsiteY46" fmla="*/ 450435 h 1140828"/>
              <a:gd name="connsiteX47" fmla="*/ 268124 w 1705721"/>
              <a:gd name="connsiteY47" fmla="*/ 445431 h 1140828"/>
              <a:gd name="connsiteX48" fmla="*/ 273829 w 1705721"/>
              <a:gd name="connsiteY48" fmla="*/ 440528 h 1140828"/>
              <a:gd name="connsiteX49" fmla="*/ 279533 w 1705721"/>
              <a:gd name="connsiteY49" fmla="*/ 435719 h 1140828"/>
              <a:gd name="connsiteX50" fmla="*/ 285238 w 1705721"/>
              <a:gd name="connsiteY50" fmla="*/ 431003 h 1140828"/>
              <a:gd name="connsiteX51" fmla="*/ 290943 w 1705721"/>
              <a:gd name="connsiteY51" fmla="*/ 426374 h 1140828"/>
              <a:gd name="connsiteX52" fmla="*/ 296648 w 1705721"/>
              <a:gd name="connsiteY52" fmla="*/ 421830 h 1140828"/>
              <a:gd name="connsiteX53" fmla="*/ 302352 w 1705721"/>
              <a:gd name="connsiteY53" fmla="*/ 417368 h 1140828"/>
              <a:gd name="connsiteX54" fmla="*/ 308057 w 1705721"/>
              <a:gd name="connsiteY54" fmla="*/ 412984 h 1140828"/>
              <a:gd name="connsiteX55" fmla="*/ 313762 w 1705721"/>
              <a:gd name="connsiteY55" fmla="*/ 408678 h 1140828"/>
              <a:gd name="connsiteX56" fmla="*/ 319467 w 1705721"/>
              <a:gd name="connsiteY56" fmla="*/ 404445 h 1140828"/>
              <a:gd name="connsiteX57" fmla="*/ 325171 w 1705721"/>
              <a:gd name="connsiteY57" fmla="*/ 400282 h 1140828"/>
              <a:gd name="connsiteX58" fmla="*/ 330877 w 1705721"/>
              <a:gd name="connsiteY58" fmla="*/ 396189 h 1140828"/>
              <a:gd name="connsiteX59" fmla="*/ 336581 w 1705721"/>
              <a:gd name="connsiteY59" fmla="*/ 392162 h 1140828"/>
              <a:gd name="connsiteX60" fmla="*/ 342286 w 1705721"/>
              <a:gd name="connsiteY60" fmla="*/ 388200 h 1140828"/>
              <a:gd name="connsiteX61" fmla="*/ 347990 w 1705721"/>
              <a:gd name="connsiteY61" fmla="*/ 384299 h 1140828"/>
              <a:gd name="connsiteX62" fmla="*/ 353696 w 1705721"/>
              <a:gd name="connsiteY62" fmla="*/ 380460 h 1140828"/>
              <a:gd name="connsiteX63" fmla="*/ 359400 w 1705721"/>
              <a:gd name="connsiteY63" fmla="*/ 376679 h 1140828"/>
              <a:gd name="connsiteX64" fmla="*/ 365105 w 1705721"/>
              <a:gd name="connsiteY64" fmla="*/ 372955 h 1140828"/>
              <a:gd name="connsiteX65" fmla="*/ 370809 w 1705721"/>
              <a:gd name="connsiteY65" fmla="*/ 369286 h 1140828"/>
              <a:gd name="connsiteX66" fmla="*/ 376515 w 1705721"/>
              <a:gd name="connsiteY66" fmla="*/ 365671 h 1140828"/>
              <a:gd name="connsiteX67" fmla="*/ 382219 w 1705721"/>
              <a:gd name="connsiteY67" fmla="*/ 362107 h 1140828"/>
              <a:gd name="connsiteX68" fmla="*/ 387924 w 1705721"/>
              <a:gd name="connsiteY68" fmla="*/ 358594 h 1140828"/>
              <a:gd name="connsiteX69" fmla="*/ 393628 w 1705721"/>
              <a:gd name="connsiteY69" fmla="*/ 355130 h 1140828"/>
              <a:gd name="connsiteX70" fmla="*/ 399334 w 1705721"/>
              <a:gd name="connsiteY70" fmla="*/ 351714 h 1140828"/>
              <a:gd name="connsiteX71" fmla="*/ 405038 w 1705721"/>
              <a:gd name="connsiteY71" fmla="*/ 348345 h 1140828"/>
              <a:gd name="connsiteX72" fmla="*/ 410743 w 1705721"/>
              <a:gd name="connsiteY72" fmla="*/ 345020 h 1140828"/>
              <a:gd name="connsiteX73" fmla="*/ 416448 w 1705721"/>
              <a:gd name="connsiteY73" fmla="*/ 341740 h 1140828"/>
              <a:gd name="connsiteX74" fmla="*/ 422153 w 1705721"/>
              <a:gd name="connsiteY74" fmla="*/ 338502 h 1140828"/>
              <a:gd name="connsiteX75" fmla="*/ 427857 w 1705721"/>
              <a:gd name="connsiteY75" fmla="*/ 335307 h 1140828"/>
              <a:gd name="connsiteX76" fmla="*/ 433562 w 1705721"/>
              <a:gd name="connsiteY76" fmla="*/ 332152 h 1140828"/>
              <a:gd name="connsiteX77" fmla="*/ 439267 w 1705721"/>
              <a:gd name="connsiteY77" fmla="*/ 329036 h 1140828"/>
              <a:gd name="connsiteX78" fmla="*/ 444972 w 1705721"/>
              <a:gd name="connsiteY78" fmla="*/ 325959 h 1140828"/>
              <a:gd name="connsiteX79" fmla="*/ 450676 w 1705721"/>
              <a:gd name="connsiteY79" fmla="*/ 322920 h 1140828"/>
              <a:gd name="connsiteX80" fmla="*/ 456381 w 1705721"/>
              <a:gd name="connsiteY80" fmla="*/ 319919 h 1140828"/>
              <a:gd name="connsiteX81" fmla="*/ 462086 w 1705721"/>
              <a:gd name="connsiteY81" fmla="*/ 316953 h 1140828"/>
              <a:gd name="connsiteX82" fmla="*/ 467791 w 1705721"/>
              <a:gd name="connsiteY82" fmla="*/ 314022 h 1140828"/>
              <a:gd name="connsiteX83" fmla="*/ 473495 w 1705721"/>
              <a:gd name="connsiteY83" fmla="*/ 311125 h 1140828"/>
              <a:gd name="connsiteX84" fmla="*/ 479201 w 1705721"/>
              <a:gd name="connsiteY84" fmla="*/ 308261 h 1140828"/>
              <a:gd name="connsiteX85" fmla="*/ 484905 w 1705721"/>
              <a:gd name="connsiteY85" fmla="*/ 305431 h 1140828"/>
              <a:gd name="connsiteX86" fmla="*/ 490610 w 1705721"/>
              <a:gd name="connsiteY86" fmla="*/ 302632 h 1140828"/>
              <a:gd name="connsiteX87" fmla="*/ 496314 w 1705721"/>
              <a:gd name="connsiteY87" fmla="*/ 299865 h 1140828"/>
              <a:gd name="connsiteX88" fmla="*/ 502020 w 1705721"/>
              <a:gd name="connsiteY88" fmla="*/ 297129 h 1140828"/>
              <a:gd name="connsiteX89" fmla="*/ 507724 w 1705721"/>
              <a:gd name="connsiteY89" fmla="*/ 294422 h 1140828"/>
              <a:gd name="connsiteX90" fmla="*/ 513426 w 1705721"/>
              <a:gd name="connsiteY90" fmla="*/ 291744 h 1140828"/>
              <a:gd name="connsiteX91" fmla="*/ 519135 w 1705721"/>
              <a:gd name="connsiteY91" fmla="*/ 289095 h 1140828"/>
              <a:gd name="connsiteX92" fmla="*/ 524835 w 1705721"/>
              <a:gd name="connsiteY92" fmla="*/ 286474 h 1140828"/>
              <a:gd name="connsiteX93" fmla="*/ 530544 w 1705721"/>
              <a:gd name="connsiteY93" fmla="*/ 283881 h 1140828"/>
              <a:gd name="connsiteX94" fmla="*/ 536244 w 1705721"/>
              <a:gd name="connsiteY94" fmla="*/ 281314 h 1140828"/>
              <a:gd name="connsiteX95" fmla="*/ 541953 w 1705721"/>
              <a:gd name="connsiteY95" fmla="*/ 278774 h 1140828"/>
              <a:gd name="connsiteX96" fmla="*/ 547653 w 1705721"/>
              <a:gd name="connsiteY96" fmla="*/ 276259 h 1140828"/>
              <a:gd name="connsiteX97" fmla="*/ 553362 w 1705721"/>
              <a:gd name="connsiteY97" fmla="*/ 273770 h 1140828"/>
              <a:gd name="connsiteX98" fmla="*/ 559071 w 1705721"/>
              <a:gd name="connsiteY98" fmla="*/ 271306 h 1140828"/>
              <a:gd name="connsiteX99" fmla="*/ 564771 w 1705721"/>
              <a:gd name="connsiteY99" fmla="*/ 268865 h 1140828"/>
              <a:gd name="connsiteX100" fmla="*/ 570480 w 1705721"/>
              <a:gd name="connsiteY100" fmla="*/ 266449 h 1140828"/>
              <a:gd name="connsiteX101" fmla="*/ 576180 w 1705721"/>
              <a:gd name="connsiteY101" fmla="*/ 264055 h 1140828"/>
              <a:gd name="connsiteX102" fmla="*/ 581890 w 1705721"/>
              <a:gd name="connsiteY102" fmla="*/ 261685 h 1140828"/>
              <a:gd name="connsiteX103" fmla="*/ 587589 w 1705721"/>
              <a:gd name="connsiteY103" fmla="*/ 259338 h 1140828"/>
              <a:gd name="connsiteX104" fmla="*/ 593299 w 1705721"/>
              <a:gd name="connsiteY104" fmla="*/ 257012 h 1140828"/>
              <a:gd name="connsiteX105" fmla="*/ 598998 w 1705721"/>
              <a:gd name="connsiteY105" fmla="*/ 254708 h 1140828"/>
              <a:gd name="connsiteX106" fmla="*/ 604708 w 1705721"/>
              <a:gd name="connsiteY106" fmla="*/ 252425 h 1140828"/>
              <a:gd name="connsiteX107" fmla="*/ 610407 w 1705721"/>
              <a:gd name="connsiteY107" fmla="*/ 250163 h 1140828"/>
              <a:gd name="connsiteX108" fmla="*/ 616117 w 1705721"/>
              <a:gd name="connsiteY108" fmla="*/ 247922 h 1140828"/>
              <a:gd name="connsiteX109" fmla="*/ 621816 w 1705721"/>
              <a:gd name="connsiteY109" fmla="*/ 245700 h 1140828"/>
              <a:gd name="connsiteX110" fmla="*/ 627526 w 1705721"/>
              <a:gd name="connsiteY110" fmla="*/ 243499 h 1140828"/>
              <a:gd name="connsiteX111" fmla="*/ 633225 w 1705721"/>
              <a:gd name="connsiteY111" fmla="*/ 241317 h 1140828"/>
              <a:gd name="connsiteX112" fmla="*/ 638935 w 1705721"/>
              <a:gd name="connsiteY112" fmla="*/ 239154 h 1140828"/>
              <a:gd name="connsiteX113" fmla="*/ 644635 w 1705721"/>
              <a:gd name="connsiteY113" fmla="*/ 237008 h 1140828"/>
              <a:gd name="connsiteX114" fmla="*/ 650344 w 1705721"/>
              <a:gd name="connsiteY114" fmla="*/ 234883 h 1140828"/>
              <a:gd name="connsiteX115" fmla="*/ 656044 w 1705721"/>
              <a:gd name="connsiteY115" fmla="*/ 232775 h 1140828"/>
              <a:gd name="connsiteX116" fmla="*/ 661753 w 1705721"/>
              <a:gd name="connsiteY116" fmla="*/ 230685 h 1140828"/>
              <a:gd name="connsiteX117" fmla="*/ 667462 w 1705721"/>
              <a:gd name="connsiteY117" fmla="*/ 228612 h 1140828"/>
              <a:gd name="connsiteX118" fmla="*/ 673162 w 1705721"/>
              <a:gd name="connsiteY118" fmla="*/ 226557 h 1140828"/>
              <a:gd name="connsiteX119" fmla="*/ 678871 w 1705721"/>
              <a:gd name="connsiteY119" fmla="*/ 224518 h 1140828"/>
              <a:gd name="connsiteX120" fmla="*/ 684571 w 1705721"/>
              <a:gd name="connsiteY120" fmla="*/ 222496 h 1140828"/>
              <a:gd name="connsiteX121" fmla="*/ 690280 w 1705721"/>
              <a:gd name="connsiteY121" fmla="*/ 220491 h 1140828"/>
              <a:gd name="connsiteX122" fmla="*/ 695980 w 1705721"/>
              <a:gd name="connsiteY122" fmla="*/ 218500 h 1140828"/>
              <a:gd name="connsiteX123" fmla="*/ 701689 w 1705721"/>
              <a:gd name="connsiteY123" fmla="*/ 216528 h 1140828"/>
              <a:gd name="connsiteX124" fmla="*/ 707389 w 1705721"/>
              <a:gd name="connsiteY124" fmla="*/ 214569 h 1140828"/>
              <a:gd name="connsiteX125" fmla="*/ 713098 w 1705721"/>
              <a:gd name="connsiteY125" fmla="*/ 212626 h 1140828"/>
              <a:gd name="connsiteX126" fmla="*/ 718798 w 1705721"/>
              <a:gd name="connsiteY126" fmla="*/ 210699 h 1140828"/>
              <a:gd name="connsiteX127" fmla="*/ 724507 w 1705721"/>
              <a:gd name="connsiteY127" fmla="*/ 208787 h 1140828"/>
              <a:gd name="connsiteX128" fmla="*/ 730207 w 1705721"/>
              <a:gd name="connsiteY128" fmla="*/ 206888 h 1140828"/>
              <a:gd name="connsiteX129" fmla="*/ 735916 w 1705721"/>
              <a:gd name="connsiteY129" fmla="*/ 205005 h 1140828"/>
              <a:gd name="connsiteX130" fmla="*/ 741616 w 1705721"/>
              <a:gd name="connsiteY130" fmla="*/ 203136 h 1140828"/>
              <a:gd name="connsiteX131" fmla="*/ 747325 w 1705721"/>
              <a:gd name="connsiteY131" fmla="*/ 201280 h 1140828"/>
              <a:gd name="connsiteX132" fmla="*/ 753025 w 1705721"/>
              <a:gd name="connsiteY132" fmla="*/ 199438 h 1140828"/>
              <a:gd name="connsiteX133" fmla="*/ 758734 w 1705721"/>
              <a:gd name="connsiteY133" fmla="*/ 197610 h 1140828"/>
              <a:gd name="connsiteX134" fmla="*/ 764434 w 1705721"/>
              <a:gd name="connsiteY134" fmla="*/ 195796 h 1140828"/>
              <a:gd name="connsiteX135" fmla="*/ 770143 w 1705721"/>
              <a:gd name="connsiteY135" fmla="*/ 193994 h 1140828"/>
              <a:gd name="connsiteX136" fmla="*/ 775852 w 1705721"/>
              <a:gd name="connsiteY136" fmla="*/ 192206 h 1140828"/>
              <a:gd name="connsiteX137" fmla="*/ 781552 w 1705721"/>
              <a:gd name="connsiteY137" fmla="*/ 190431 h 1140828"/>
              <a:gd name="connsiteX138" fmla="*/ 787261 w 1705721"/>
              <a:gd name="connsiteY138" fmla="*/ 188667 h 1140828"/>
              <a:gd name="connsiteX139" fmla="*/ 792961 w 1705721"/>
              <a:gd name="connsiteY139" fmla="*/ 186917 h 1140828"/>
              <a:gd name="connsiteX140" fmla="*/ 798670 w 1705721"/>
              <a:gd name="connsiteY140" fmla="*/ 185179 h 1140828"/>
              <a:gd name="connsiteX141" fmla="*/ 804370 w 1705721"/>
              <a:gd name="connsiteY141" fmla="*/ 183452 h 1140828"/>
              <a:gd name="connsiteX142" fmla="*/ 810079 w 1705721"/>
              <a:gd name="connsiteY142" fmla="*/ 181739 h 1140828"/>
              <a:gd name="connsiteX143" fmla="*/ 815779 w 1705721"/>
              <a:gd name="connsiteY143" fmla="*/ 180036 h 1140828"/>
              <a:gd name="connsiteX144" fmla="*/ 821489 w 1705721"/>
              <a:gd name="connsiteY144" fmla="*/ 178346 h 1140828"/>
              <a:gd name="connsiteX145" fmla="*/ 827188 w 1705721"/>
              <a:gd name="connsiteY145" fmla="*/ 176666 h 1140828"/>
              <a:gd name="connsiteX146" fmla="*/ 832898 w 1705721"/>
              <a:gd name="connsiteY146" fmla="*/ 174998 h 1140828"/>
              <a:gd name="connsiteX147" fmla="*/ 838597 w 1705721"/>
              <a:gd name="connsiteY147" fmla="*/ 173341 h 1140828"/>
              <a:gd name="connsiteX148" fmla="*/ 844307 w 1705721"/>
              <a:gd name="connsiteY148" fmla="*/ 171696 h 1140828"/>
              <a:gd name="connsiteX149" fmla="*/ 850006 w 1705721"/>
              <a:gd name="connsiteY149" fmla="*/ 170060 h 1140828"/>
              <a:gd name="connsiteX150" fmla="*/ 855716 w 1705721"/>
              <a:gd name="connsiteY150" fmla="*/ 168436 h 1140828"/>
              <a:gd name="connsiteX151" fmla="*/ 861415 w 1705721"/>
              <a:gd name="connsiteY151" fmla="*/ 166823 h 1140828"/>
              <a:gd name="connsiteX152" fmla="*/ 867125 w 1705721"/>
              <a:gd name="connsiteY152" fmla="*/ 165219 h 1140828"/>
              <a:gd name="connsiteX153" fmla="*/ 872825 w 1705721"/>
              <a:gd name="connsiteY153" fmla="*/ 163626 h 1140828"/>
              <a:gd name="connsiteX154" fmla="*/ 878534 w 1705721"/>
              <a:gd name="connsiteY154" fmla="*/ 162044 h 1140828"/>
              <a:gd name="connsiteX155" fmla="*/ 884243 w 1705721"/>
              <a:gd name="connsiteY155" fmla="*/ 160471 h 1140828"/>
              <a:gd name="connsiteX156" fmla="*/ 889943 w 1705721"/>
              <a:gd name="connsiteY156" fmla="*/ 158909 h 1140828"/>
              <a:gd name="connsiteX157" fmla="*/ 895652 w 1705721"/>
              <a:gd name="connsiteY157" fmla="*/ 157356 h 1140828"/>
              <a:gd name="connsiteX158" fmla="*/ 901352 w 1705721"/>
              <a:gd name="connsiteY158" fmla="*/ 155812 h 1140828"/>
              <a:gd name="connsiteX159" fmla="*/ 907061 w 1705721"/>
              <a:gd name="connsiteY159" fmla="*/ 154279 h 1140828"/>
              <a:gd name="connsiteX160" fmla="*/ 912761 w 1705721"/>
              <a:gd name="connsiteY160" fmla="*/ 152754 h 1140828"/>
              <a:gd name="connsiteX161" fmla="*/ 918470 w 1705721"/>
              <a:gd name="connsiteY161" fmla="*/ 151239 h 1140828"/>
              <a:gd name="connsiteX162" fmla="*/ 924170 w 1705721"/>
              <a:gd name="connsiteY162" fmla="*/ 149734 h 1140828"/>
              <a:gd name="connsiteX163" fmla="*/ 929879 w 1705721"/>
              <a:gd name="connsiteY163" fmla="*/ 148237 h 1140828"/>
              <a:gd name="connsiteX164" fmla="*/ 935579 w 1705721"/>
              <a:gd name="connsiteY164" fmla="*/ 146749 h 1140828"/>
              <a:gd name="connsiteX165" fmla="*/ 941288 w 1705721"/>
              <a:gd name="connsiteY165" fmla="*/ 145270 h 1140828"/>
              <a:gd name="connsiteX166" fmla="*/ 946988 w 1705721"/>
              <a:gd name="connsiteY166" fmla="*/ 143800 h 1140828"/>
              <a:gd name="connsiteX167" fmla="*/ 952697 w 1705721"/>
              <a:gd name="connsiteY167" fmla="*/ 142338 h 1140828"/>
              <a:gd name="connsiteX168" fmla="*/ 958397 w 1705721"/>
              <a:gd name="connsiteY168" fmla="*/ 140886 h 1140828"/>
              <a:gd name="connsiteX169" fmla="*/ 964106 w 1705721"/>
              <a:gd name="connsiteY169" fmla="*/ 139441 h 1140828"/>
              <a:gd name="connsiteX170" fmla="*/ 969806 w 1705721"/>
              <a:gd name="connsiteY170" fmla="*/ 138005 h 1140828"/>
              <a:gd name="connsiteX171" fmla="*/ 975515 w 1705721"/>
              <a:gd name="connsiteY171" fmla="*/ 136579 h 1140828"/>
              <a:gd name="connsiteX172" fmla="*/ 981224 w 1705721"/>
              <a:gd name="connsiteY172" fmla="*/ 135159 h 1140828"/>
              <a:gd name="connsiteX173" fmla="*/ 986924 w 1705721"/>
              <a:gd name="connsiteY173" fmla="*/ 133747 h 1140828"/>
              <a:gd name="connsiteX174" fmla="*/ 992633 w 1705721"/>
              <a:gd name="connsiteY174" fmla="*/ 132344 h 1140828"/>
              <a:gd name="connsiteX175" fmla="*/ 998333 w 1705721"/>
              <a:gd name="connsiteY175" fmla="*/ 130949 h 1140828"/>
              <a:gd name="connsiteX176" fmla="*/ 1004042 w 1705721"/>
              <a:gd name="connsiteY176" fmla="*/ 129561 h 1140828"/>
              <a:gd name="connsiteX177" fmla="*/ 1009742 w 1705721"/>
              <a:gd name="connsiteY177" fmla="*/ 128181 h 1140828"/>
              <a:gd name="connsiteX178" fmla="*/ 1015451 w 1705721"/>
              <a:gd name="connsiteY178" fmla="*/ 126808 h 1140828"/>
              <a:gd name="connsiteX179" fmla="*/ 1021151 w 1705721"/>
              <a:gd name="connsiteY179" fmla="*/ 125443 h 1140828"/>
              <a:gd name="connsiteX180" fmla="*/ 1026860 w 1705721"/>
              <a:gd name="connsiteY180" fmla="*/ 124087 h 1140828"/>
              <a:gd name="connsiteX181" fmla="*/ 1032560 w 1705721"/>
              <a:gd name="connsiteY181" fmla="*/ 122736 h 1140828"/>
              <a:gd name="connsiteX182" fmla="*/ 1038269 w 1705721"/>
              <a:gd name="connsiteY182" fmla="*/ 121394 h 1140828"/>
              <a:gd name="connsiteX183" fmla="*/ 1043969 w 1705721"/>
              <a:gd name="connsiteY183" fmla="*/ 120059 h 1140828"/>
              <a:gd name="connsiteX184" fmla="*/ 1049678 w 1705721"/>
              <a:gd name="connsiteY184" fmla="*/ 118731 h 1140828"/>
              <a:gd name="connsiteX185" fmla="*/ 1055378 w 1705721"/>
              <a:gd name="connsiteY185" fmla="*/ 117409 h 1140828"/>
              <a:gd name="connsiteX186" fmla="*/ 1061087 w 1705721"/>
              <a:gd name="connsiteY186" fmla="*/ 116096 h 1140828"/>
              <a:gd name="connsiteX187" fmla="*/ 1066787 w 1705721"/>
              <a:gd name="connsiteY187" fmla="*/ 114788 h 1140828"/>
              <a:gd name="connsiteX188" fmla="*/ 1072497 w 1705721"/>
              <a:gd name="connsiteY188" fmla="*/ 113488 h 1140828"/>
              <a:gd name="connsiteX189" fmla="*/ 1078196 w 1705721"/>
              <a:gd name="connsiteY189" fmla="*/ 112194 h 1140828"/>
              <a:gd name="connsiteX190" fmla="*/ 1083906 w 1705721"/>
              <a:gd name="connsiteY190" fmla="*/ 110908 h 1140828"/>
              <a:gd name="connsiteX191" fmla="*/ 1089615 w 1705721"/>
              <a:gd name="connsiteY191" fmla="*/ 109628 h 1140828"/>
              <a:gd name="connsiteX192" fmla="*/ 1095315 w 1705721"/>
              <a:gd name="connsiteY192" fmla="*/ 108354 h 1140828"/>
              <a:gd name="connsiteX193" fmla="*/ 1101024 w 1705721"/>
              <a:gd name="connsiteY193" fmla="*/ 107087 h 1140828"/>
              <a:gd name="connsiteX194" fmla="*/ 1106724 w 1705721"/>
              <a:gd name="connsiteY194" fmla="*/ 105827 h 1140828"/>
              <a:gd name="connsiteX195" fmla="*/ 1112433 w 1705721"/>
              <a:gd name="connsiteY195" fmla="*/ 104572 h 1140828"/>
              <a:gd name="connsiteX196" fmla="*/ 1118133 w 1705721"/>
              <a:gd name="connsiteY196" fmla="*/ 103324 h 1140828"/>
              <a:gd name="connsiteX197" fmla="*/ 1123842 w 1705721"/>
              <a:gd name="connsiteY197" fmla="*/ 102083 h 1140828"/>
              <a:gd name="connsiteX198" fmla="*/ 1129542 w 1705721"/>
              <a:gd name="connsiteY198" fmla="*/ 100847 h 1140828"/>
              <a:gd name="connsiteX199" fmla="*/ 1135251 w 1705721"/>
              <a:gd name="connsiteY199" fmla="*/ 99618 h 1140828"/>
              <a:gd name="connsiteX200" fmla="*/ 1140951 w 1705721"/>
              <a:gd name="connsiteY200" fmla="*/ 98395 h 1140828"/>
              <a:gd name="connsiteX201" fmla="*/ 1146660 w 1705721"/>
              <a:gd name="connsiteY201" fmla="*/ 97177 h 1140828"/>
              <a:gd name="connsiteX202" fmla="*/ 1152360 w 1705721"/>
              <a:gd name="connsiteY202" fmla="*/ 95966 h 1140828"/>
              <a:gd name="connsiteX203" fmla="*/ 1158069 w 1705721"/>
              <a:gd name="connsiteY203" fmla="*/ 94761 h 1140828"/>
              <a:gd name="connsiteX204" fmla="*/ 1163769 w 1705721"/>
              <a:gd name="connsiteY204" fmla="*/ 93562 h 1140828"/>
              <a:gd name="connsiteX205" fmla="*/ 1169478 w 1705721"/>
              <a:gd name="connsiteY205" fmla="*/ 92367 h 1140828"/>
              <a:gd name="connsiteX206" fmla="*/ 1175178 w 1705721"/>
              <a:gd name="connsiteY206" fmla="*/ 91179 h 1140828"/>
              <a:gd name="connsiteX207" fmla="*/ 1180887 w 1705721"/>
              <a:gd name="connsiteY207" fmla="*/ 89997 h 1140828"/>
              <a:gd name="connsiteX208" fmla="*/ 1186587 w 1705721"/>
              <a:gd name="connsiteY208" fmla="*/ 88820 h 1140828"/>
              <a:gd name="connsiteX209" fmla="*/ 1192296 w 1705721"/>
              <a:gd name="connsiteY209" fmla="*/ 87650 h 1140828"/>
              <a:gd name="connsiteX210" fmla="*/ 1198005 w 1705721"/>
              <a:gd name="connsiteY210" fmla="*/ 86484 h 1140828"/>
              <a:gd name="connsiteX211" fmla="*/ 1203705 w 1705721"/>
              <a:gd name="connsiteY211" fmla="*/ 85324 h 1140828"/>
              <a:gd name="connsiteX212" fmla="*/ 1209414 w 1705721"/>
              <a:gd name="connsiteY212" fmla="*/ 84169 h 1140828"/>
              <a:gd name="connsiteX213" fmla="*/ 1215114 w 1705721"/>
              <a:gd name="connsiteY213" fmla="*/ 83019 h 1140828"/>
              <a:gd name="connsiteX214" fmla="*/ 1220823 w 1705721"/>
              <a:gd name="connsiteY214" fmla="*/ 81875 h 1140828"/>
              <a:gd name="connsiteX215" fmla="*/ 1226523 w 1705721"/>
              <a:gd name="connsiteY215" fmla="*/ 80736 h 1140828"/>
              <a:gd name="connsiteX216" fmla="*/ 1232232 w 1705721"/>
              <a:gd name="connsiteY216" fmla="*/ 79603 h 1140828"/>
              <a:gd name="connsiteX217" fmla="*/ 1237932 w 1705721"/>
              <a:gd name="connsiteY217" fmla="*/ 78474 h 1140828"/>
              <a:gd name="connsiteX218" fmla="*/ 1243641 w 1705721"/>
              <a:gd name="connsiteY218" fmla="*/ 77350 h 1140828"/>
              <a:gd name="connsiteX219" fmla="*/ 1249341 w 1705721"/>
              <a:gd name="connsiteY219" fmla="*/ 76232 h 1140828"/>
              <a:gd name="connsiteX220" fmla="*/ 1255050 w 1705721"/>
              <a:gd name="connsiteY220" fmla="*/ 75119 h 1140828"/>
              <a:gd name="connsiteX221" fmla="*/ 1260750 w 1705721"/>
              <a:gd name="connsiteY221" fmla="*/ 74011 h 1140828"/>
              <a:gd name="connsiteX222" fmla="*/ 1266459 w 1705721"/>
              <a:gd name="connsiteY222" fmla="*/ 72907 h 1140828"/>
              <a:gd name="connsiteX223" fmla="*/ 1272159 w 1705721"/>
              <a:gd name="connsiteY223" fmla="*/ 71809 h 1140828"/>
              <a:gd name="connsiteX224" fmla="*/ 1277868 w 1705721"/>
              <a:gd name="connsiteY224" fmla="*/ 70715 h 1140828"/>
              <a:gd name="connsiteX225" fmla="*/ 1283568 w 1705721"/>
              <a:gd name="connsiteY225" fmla="*/ 69627 h 1140828"/>
              <a:gd name="connsiteX226" fmla="*/ 1289277 w 1705721"/>
              <a:gd name="connsiteY226" fmla="*/ 68542 h 1140828"/>
              <a:gd name="connsiteX227" fmla="*/ 1294977 w 1705721"/>
              <a:gd name="connsiteY227" fmla="*/ 67463 h 1140828"/>
              <a:gd name="connsiteX228" fmla="*/ 1300686 w 1705721"/>
              <a:gd name="connsiteY228" fmla="*/ 66389 h 1140828"/>
              <a:gd name="connsiteX229" fmla="*/ 1306396 w 1705721"/>
              <a:gd name="connsiteY229" fmla="*/ 65319 h 1140828"/>
              <a:gd name="connsiteX230" fmla="*/ 1312096 w 1705721"/>
              <a:gd name="connsiteY230" fmla="*/ 64253 h 1140828"/>
              <a:gd name="connsiteX231" fmla="*/ 1317805 w 1705721"/>
              <a:gd name="connsiteY231" fmla="*/ 63192 h 1140828"/>
              <a:gd name="connsiteX232" fmla="*/ 1323505 w 1705721"/>
              <a:gd name="connsiteY232" fmla="*/ 62136 h 1140828"/>
              <a:gd name="connsiteX233" fmla="*/ 1329214 w 1705721"/>
              <a:gd name="connsiteY233" fmla="*/ 61084 h 1140828"/>
              <a:gd name="connsiteX234" fmla="*/ 1334914 w 1705721"/>
              <a:gd name="connsiteY234" fmla="*/ 60037 h 1140828"/>
              <a:gd name="connsiteX235" fmla="*/ 1340623 w 1705721"/>
              <a:gd name="connsiteY235" fmla="*/ 58993 h 1140828"/>
              <a:gd name="connsiteX236" fmla="*/ 1346323 w 1705721"/>
              <a:gd name="connsiteY236" fmla="*/ 57955 h 1140828"/>
              <a:gd name="connsiteX237" fmla="*/ 1352032 w 1705721"/>
              <a:gd name="connsiteY237" fmla="*/ 56921 h 1140828"/>
              <a:gd name="connsiteX238" fmla="*/ 1357732 w 1705721"/>
              <a:gd name="connsiteY238" fmla="*/ 55891 h 1140828"/>
              <a:gd name="connsiteX239" fmla="*/ 1363441 w 1705721"/>
              <a:gd name="connsiteY239" fmla="*/ 54865 h 1140828"/>
              <a:gd name="connsiteX240" fmla="*/ 1369141 w 1705721"/>
              <a:gd name="connsiteY240" fmla="*/ 53843 h 1140828"/>
              <a:gd name="connsiteX241" fmla="*/ 1374850 w 1705721"/>
              <a:gd name="connsiteY241" fmla="*/ 52826 h 1140828"/>
              <a:gd name="connsiteX242" fmla="*/ 1380550 w 1705721"/>
              <a:gd name="connsiteY242" fmla="*/ 51813 h 1140828"/>
              <a:gd name="connsiteX243" fmla="*/ 1386259 w 1705721"/>
              <a:gd name="connsiteY243" fmla="*/ 50804 h 1140828"/>
              <a:gd name="connsiteX244" fmla="*/ 1391959 w 1705721"/>
              <a:gd name="connsiteY244" fmla="*/ 49799 h 1140828"/>
              <a:gd name="connsiteX245" fmla="*/ 1397668 w 1705721"/>
              <a:gd name="connsiteY245" fmla="*/ 48798 h 1140828"/>
              <a:gd name="connsiteX246" fmla="*/ 1403368 w 1705721"/>
              <a:gd name="connsiteY246" fmla="*/ 47802 h 1140828"/>
              <a:gd name="connsiteX247" fmla="*/ 1409077 w 1705721"/>
              <a:gd name="connsiteY247" fmla="*/ 46809 h 1140828"/>
              <a:gd name="connsiteX248" fmla="*/ 1414786 w 1705721"/>
              <a:gd name="connsiteY248" fmla="*/ 45820 h 1140828"/>
              <a:gd name="connsiteX249" fmla="*/ 1420486 w 1705721"/>
              <a:gd name="connsiteY249" fmla="*/ 44835 h 1140828"/>
              <a:gd name="connsiteX250" fmla="*/ 1426195 w 1705721"/>
              <a:gd name="connsiteY250" fmla="*/ 43854 h 1140828"/>
              <a:gd name="connsiteX251" fmla="*/ 1431895 w 1705721"/>
              <a:gd name="connsiteY251" fmla="*/ 42877 h 1140828"/>
              <a:gd name="connsiteX252" fmla="*/ 1437604 w 1705721"/>
              <a:gd name="connsiteY252" fmla="*/ 41904 h 1140828"/>
              <a:gd name="connsiteX253" fmla="*/ 1443304 w 1705721"/>
              <a:gd name="connsiteY253" fmla="*/ 40934 h 1140828"/>
              <a:gd name="connsiteX254" fmla="*/ 1449013 w 1705721"/>
              <a:gd name="connsiteY254" fmla="*/ 39968 h 1140828"/>
              <a:gd name="connsiteX255" fmla="*/ 1454713 w 1705721"/>
              <a:gd name="connsiteY255" fmla="*/ 39006 h 1140828"/>
              <a:gd name="connsiteX256" fmla="*/ 1460422 w 1705721"/>
              <a:gd name="connsiteY256" fmla="*/ 38048 h 1140828"/>
              <a:gd name="connsiteX257" fmla="*/ 1466122 w 1705721"/>
              <a:gd name="connsiteY257" fmla="*/ 37094 h 1140828"/>
              <a:gd name="connsiteX258" fmla="*/ 1471831 w 1705721"/>
              <a:gd name="connsiteY258" fmla="*/ 36143 h 1140828"/>
              <a:gd name="connsiteX259" fmla="*/ 1477531 w 1705721"/>
              <a:gd name="connsiteY259" fmla="*/ 35195 h 1140828"/>
              <a:gd name="connsiteX260" fmla="*/ 1483240 w 1705721"/>
              <a:gd name="connsiteY260" fmla="*/ 34251 h 1140828"/>
              <a:gd name="connsiteX261" fmla="*/ 1488940 w 1705721"/>
              <a:gd name="connsiteY261" fmla="*/ 33312 h 1140828"/>
              <a:gd name="connsiteX262" fmla="*/ 1494649 w 1705721"/>
              <a:gd name="connsiteY262" fmla="*/ 32375 h 1140828"/>
              <a:gd name="connsiteX263" fmla="*/ 1500349 w 1705721"/>
              <a:gd name="connsiteY263" fmla="*/ 31442 h 1140828"/>
              <a:gd name="connsiteX264" fmla="*/ 1506058 w 1705721"/>
              <a:gd name="connsiteY264" fmla="*/ 30512 h 1140828"/>
              <a:gd name="connsiteX265" fmla="*/ 1511758 w 1705721"/>
              <a:gd name="connsiteY265" fmla="*/ 29586 h 1140828"/>
              <a:gd name="connsiteX266" fmla="*/ 1517467 w 1705721"/>
              <a:gd name="connsiteY266" fmla="*/ 28664 h 1140828"/>
              <a:gd name="connsiteX267" fmla="*/ 1523177 w 1705721"/>
              <a:gd name="connsiteY267" fmla="*/ 27744 h 1140828"/>
              <a:gd name="connsiteX268" fmla="*/ 1528876 w 1705721"/>
              <a:gd name="connsiteY268" fmla="*/ 26830 h 1140828"/>
              <a:gd name="connsiteX269" fmla="*/ 1534586 w 1705721"/>
              <a:gd name="connsiteY269" fmla="*/ 25916 h 1140828"/>
              <a:gd name="connsiteX270" fmla="*/ 1540285 w 1705721"/>
              <a:gd name="connsiteY270" fmla="*/ 25008 h 1140828"/>
              <a:gd name="connsiteX271" fmla="*/ 1545995 w 1705721"/>
              <a:gd name="connsiteY271" fmla="*/ 24102 h 1140828"/>
              <a:gd name="connsiteX272" fmla="*/ 1551695 w 1705721"/>
              <a:gd name="connsiteY272" fmla="*/ 23199 h 1140828"/>
              <a:gd name="connsiteX273" fmla="*/ 1557404 w 1705721"/>
              <a:gd name="connsiteY273" fmla="*/ 22300 h 1140828"/>
              <a:gd name="connsiteX274" fmla="*/ 1563103 w 1705721"/>
              <a:gd name="connsiteY274" fmla="*/ 21404 h 1140828"/>
              <a:gd name="connsiteX275" fmla="*/ 1568813 w 1705721"/>
              <a:gd name="connsiteY275" fmla="*/ 20512 h 1140828"/>
              <a:gd name="connsiteX276" fmla="*/ 1574513 w 1705721"/>
              <a:gd name="connsiteY276" fmla="*/ 19623 h 1140828"/>
              <a:gd name="connsiteX277" fmla="*/ 1580222 w 1705721"/>
              <a:gd name="connsiteY277" fmla="*/ 18736 h 1140828"/>
              <a:gd name="connsiteX278" fmla="*/ 1585922 w 1705721"/>
              <a:gd name="connsiteY278" fmla="*/ 17854 h 1140828"/>
              <a:gd name="connsiteX279" fmla="*/ 1591631 w 1705721"/>
              <a:gd name="connsiteY279" fmla="*/ 16973 h 1140828"/>
              <a:gd name="connsiteX280" fmla="*/ 1597331 w 1705721"/>
              <a:gd name="connsiteY280" fmla="*/ 16097 h 1140828"/>
              <a:gd name="connsiteX281" fmla="*/ 1603040 w 1705721"/>
              <a:gd name="connsiteY281" fmla="*/ 15222 h 1140828"/>
              <a:gd name="connsiteX282" fmla="*/ 1608740 w 1705721"/>
              <a:gd name="connsiteY282" fmla="*/ 14352 h 1140828"/>
              <a:gd name="connsiteX283" fmla="*/ 1614449 w 1705721"/>
              <a:gd name="connsiteY283" fmla="*/ 13484 h 1140828"/>
              <a:gd name="connsiteX284" fmla="*/ 1620158 w 1705721"/>
              <a:gd name="connsiteY284" fmla="*/ 12620 h 1140828"/>
              <a:gd name="connsiteX285" fmla="*/ 1625858 w 1705721"/>
              <a:gd name="connsiteY285" fmla="*/ 11758 h 1140828"/>
              <a:gd name="connsiteX286" fmla="*/ 1631567 w 1705721"/>
              <a:gd name="connsiteY286" fmla="*/ 10899 h 1140828"/>
              <a:gd name="connsiteX287" fmla="*/ 1637267 w 1705721"/>
              <a:gd name="connsiteY287" fmla="*/ 10044 h 1140828"/>
              <a:gd name="connsiteX288" fmla="*/ 1642976 w 1705721"/>
              <a:gd name="connsiteY288" fmla="*/ 9191 h 1140828"/>
              <a:gd name="connsiteX289" fmla="*/ 1648676 w 1705721"/>
              <a:gd name="connsiteY289" fmla="*/ 8341 h 1140828"/>
              <a:gd name="connsiteX290" fmla="*/ 1654385 w 1705721"/>
              <a:gd name="connsiteY290" fmla="*/ 7494 h 1140828"/>
              <a:gd name="connsiteX291" fmla="*/ 1660085 w 1705721"/>
              <a:gd name="connsiteY291" fmla="*/ 6650 h 1140828"/>
              <a:gd name="connsiteX292" fmla="*/ 1665794 w 1705721"/>
              <a:gd name="connsiteY292" fmla="*/ 5809 h 1140828"/>
              <a:gd name="connsiteX293" fmla="*/ 1671494 w 1705721"/>
              <a:gd name="connsiteY293" fmla="*/ 4971 h 1140828"/>
              <a:gd name="connsiteX294" fmla="*/ 1677203 w 1705721"/>
              <a:gd name="connsiteY294" fmla="*/ 4135 h 1140828"/>
              <a:gd name="connsiteX295" fmla="*/ 1682903 w 1705721"/>
              <a:gd name="connsiteY295" fmla="*/ 3303 h 1140828"/>
              <a:gd name="connsiteX296" fmla="*/ 1688612 w 1705721"/>
              <a:gd name="connsiteY296" fmla="*/ 2473 h 1140828"/>
              <a:gd name="connsiteX297" fmla="*/ 1694312 w 1705721"/>
              <a:gd name="connsiteY297" fmla="*/ 1646 h 1140828"/>
              <a:gd name="connsiteX298" fmla="*/ 1700021 w 1705721"/>
              <a:gd name="connsiteY298" fmla="*/ 822 h 1140828"/>
              <a:gd name="connsiteX299" fmla="*/ 1705721 w 1705721"/>
              <a:gd name="connsiteY299" fmla="*/ 0 h 1140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</a:cxnLst>
            <a:rect l="l" t="t" r="r" b="b"/>
            <a:pathLst>
              <a:path w="1705721" h="1140828">
                <a:moveTo>
                  <a:pt x="0" y="1140828"/>
                </a:moveTo>
                <a:lnTo>
                  <a:pt x="5705" y="1069976"/>
                </a:lnTo>
                <a:lnTo>
                  <a:pt x="11410" y="1014951"/>
                </a:lnTo>
                <a:lnTo>
                  <a:pt x="17114" y="969951"/>
                </a:lnTo>
                <a:lnTo>
                  <a:pt x="22819" y="931878"/>
                </a:lnTo>
                <a:lnTo>
                  <a:pt x="28524" y="898887"/>
                </a:lnTo>
                <a:lnTo>
                  <a:pt x="34229" y="869778"/>
                </a:lnTo>
                <a:lnTo>
                  <a:pt x="39933" y="843735"/>
                </a:lnTo>
                <a:lnTo>
                  <a:pt x="45638" y="820170"/>
                </a:lnTo>
                <a:lnTo>
                  <a:pt x="51343" y="798652"/>
                </a:lnTo>
                <a:lnTo>
                  <a:pt x="57048" y="778856"/>
                </a:lnTo>
                <a:lnTo>
                  <a:pt x="62752" y="760524"/>
                </a:lnTo>
                <a:lnTo>
                  <a:pt x="68457" y="743456"/>
                </a:lnTo>
                <a:lnTo>
                  <a:pt x="74162" y="727489"/>
                </a:lnTo>
                <a:lnTo>
                  <a:pt x="79867" y="712490"/>
                </a:lnTo>
                <a:lnTo>
                  <a:pt x="85571" y="698346"/>
                </a:lnTo>
                <a:lnTo>
                  <a:pt x="91276" y="684967"/>
                </a:lnTo>
                <a:lnTo>
                  <a:pt x="96981" y="672273"/>
                </a:lnTo>
                <a:lnTo>
                  <a:pt x="102686" y="660198"/>
                </a:lnTo>
                <a:lnTo>
                  <a:pt x="108390" y="648685"/>
                </a:lnTo>
                <a:lnTo>
                  <a:pt x="114095" y="637682"/>
                </a:lnTo>
                <a:lnTo>
                  <a:pt x="119800" y="627149"/>
                </a:lnTo>
                <a:lnTo>
                  <a:pt x="125505" y="617044"/>
                </a:lnTo>
                <a:lnTo>
                  <a:pt x="131209" y="607335"/>
                </a:lnTo>
                <a:lnTo>
                  <a:pt x="136914" y="597993"/>
                </a:lnTo>
                <a:lnTo>
                  <a:pt x="142619" y="588991"/>
                </a:lnTo>
                <a:lnTo>
                  <a:pt x="148324" y="580303"/>
                </a:lnTo>
                <a:lnTo>
                  <a:pt x="154028" y="571911"/>
                </a:lnTo>
                <a:lnTo>
                  <a:pt x="159734" y="563793"/>
                </a:lnTo>
                <a:lnTo>
                  <a:pt x="165438" y="555933"/>
                </a:lnTo>
                <a:lnTo>
                  <a:pt x="171143" y="548316"/>
                </a:lnTo>
                <a:lnTo>
                  <a:pt x="176847" y="540924"/>
                </a:lnTo>
                <a:lnTo>
                  <a:pt x="182553" y="533748"/>
                </a:lnTo>
                <a:lnTo>
                  <a:pt x="188257" y="526772"/>
                </a:lnTo>
                <a:lnTo>
                  <a:pt x="193962" y="519989"/>
                </a:lnTo>
                <a:lnTo>
                  <a:pt x="199666" y="513386"/>
                </a:lnTo>
                <a:lnTo>
                  <a:pt x="205372" y="506954"/>
                </a:lnTo>
                <a:lnTo>
                  <a:pt x="211076" y="500685"/>
                </a:lnTo>
                <a:lnTo>
                  <a:pt x="216781" y="494571"/>
                </a:lnTo>
                <a:lnTo>
                  <a:pt x="222485" y="488605"/>
                </a:lnTo>
                <a:lnTo>
                  <a:pt x="228191" y="482779"/>
                </a:lnTo>
                <a:lnTo>
                  <a:pt x="233895" y="477086"/>
                </a:lnTo>
                <a:lnTo>
                  <a:pt x="239600" y="471522"/>
                </a:lnTo>
                <a:lnTo>
                  <a:pt x="245305" y="466079"/>
                </a:lnTo>
                <a:lnTo>
                  <a:pt x="251010" y="460754"/>
                </a:lnTo>
                <a:lnTo>
                  <a:pt x="256714" y="455541"/>
                </a:lnTo>
                <a:lnTo>
                  <a:pt x="262419" y="450435"/>
                </a:lnTo>
                <a:lnTo>
                  <a:pt x="268124" y="445431"/>
                </a:lnTo>
                <a:lnTo>
                  <a:pt x="273829" y="440528"/>
                </a:lnTo>
                <a:lnTo>
                  <a:pt x="279533" y="435719"/>
                </a:lnTo>
                <a:lnTo>
                  <a:pt x="285238" y="431003"/>
                </a:lnTo>
                <a:lnTo>
                  <a:pt x="290943" y="426374"/>
                </a:lnTo>
                <a:lnTo>
                  <a:pt x="296648" y="421830"/>
                </a:lnTo>
                <a:lnTo>
                  <a:pt x="302352" y="417368"/>
                </a:lnTo>
                <a:lnTo>
                  <a:pt x="308057" y="412984"/>
                </a:lnTo>
                <a:lnTo>
                  <a:pt x="313762" y="408678"/>
                </a:lnTo>
                <a:lnTo>
                  <a:pt x="319467" y="404445"/>
                </a:lnTo>
                <a:lnTo>
                  <a:pt x="325171" y="400282"/>
                </a:lnTo>
                <a:lnTo>
                  <a:pt x="330877" y="396189"/>
                </a:lnTo>
                <a:lnTo>
                  <a:pt x="336581" y="392162"/>
                </a:lnTo>
                <a:lnTo>
                  <a:pt x="342286" y="388200"/>
                </a:lnTo>
                <a:lnTo>
                  <a:pt x="347990" y="384299"/>
                </a:lnTo>
                <a:lnTo>
                  <a:pt x="353696" y="380460"/>
                </a:lnTo>
                <a:lnTo>
                  <a:pt x="359400" y="376679"/>
                </a:lnTo>
                <a:lnTo>
                  <a:pt x="365105" y="372955"/>
                </a:lnTo>
                <a:lnTo>
                  <a:pt x="370809" y="369286"/>
                </a:lnTo>
                <a:lnTo>
                  <a:pt x="376515" y="365671"/>
                </a:lnTo>
                <a:lnTo>
                  <a:pt x="382219" y="362107"/>
                </a:lnTo>
                <a:lnTo>
                  <a:pt x="387924" y="358594"/>
                </a:lnTo>
                <a:lnTo>
                  <a:pt x="393628" y="355130"/>
                </a:lnTo>
                <a:lnTo>
                  <a:pt x="399334" y="351714"/>
                </a:lnTo>
                <a:lnTo>
                  <a:pt x="405038" y="348345"/>
                </a:lnTo>
                <a:lnTo>
                  <a:pt x="410743" y="345020"/>
                </a:lnTo>
                <a:lnTo>
                  <a:pt x="416448" y="341740"/>
                </a:lnTo>
                <a:lnTo>
                  <a:pt x="422153" y="338502"/>
                </a:lnTo>
                <a:lnTo>
                  <a:pt x="427857" y="335307"/>
                </a:lnTo>
                <a:lnTo>
                  <a:pt x="433562" y="332152"/>
                </a:lnTo>
                <a:lnTo>
                  <a:pt x="439267" y="329036"/>
                </a:lnTo>
                <a:lnTo>
                  <a:pt x="444972" y="325959"/>
                </a:lnTo>
                <a:lnTo>
                  <a:pt x="450676" y="322920"/>
                </a:lnTo>
                <a:lnTo>
                  <a:pt x="456381" y="319919"/>
                </a:lnTo>
                <a:lnTo>
                  <a:pt x="462086" y="316953"/>
                </a:lnTo>
                <a:lnTo>
                  <a:pt x="467791" y="314022"/>
                </a:lnTo>
                <a:lnTo>
                  <a:pt x="473495" y="311125"/>
                </a:lnTo>
                <a:lnTo>
                  <a:pt x="479201" y="308261"/>
                </a:lnTo>
                <a:lnTo>
                  <a:pt x="484905" y="305431"/>
                </a:lnTo>
                <a:lnTo>
                  <a:pt x="490610" y="302632"/>
                </a:lnTo>
                <a:lnTo>
                  <a:pt x="496314" y="299865"/>
                </a:lnTo>
                <a:lnTo>
                  <a:pt x="502020" y="297129"/>
                </a:lnTo>
                <a:lnTo>
                  <a:pt x="507724" y="294422"/>
                </a:lnTo>
                <a:lnTo>
                  <a:pt x="513426" y="291744"/>
                </a:lnTo>
                <a:lnTo>
                  <a:pt x="519135" y="289095"/>
                </a:lnTo>
                <a:lnTo>
                  <a:pt x="524835" y="286474"/>
                </a:lnTo>
                <a:lnTo>
                  <a:pt x="530544" y="283881"/>
                </a:lnTo>
                <a:lnTo>
                  <a:pt x="536244" y="281314"/>
                </a:lnTo>
                <a:lnTo>
                  <a:pt x="541953" y="278774"/>
                </a:lnTo>
                <a:lnTo>
                  <a:pt x="547653" y="276259"/>
                </a:lnTo>
                <a:lnTo>
                  <a:pt x="553362" y="273770"/>
                </a:lnTo>
                <a:lnTo>
                  <a:pt x="559071" y="271306"/>
                </a:lnTo>
                <a:lnTo>
                  <a:pt x="564771" y="268865"/>
                </a:lnTo>
                <a:lnTo>
                  <a:pt x="570480" y="266449"/>
                </a:lnTo>
                <a:lnTo>
                  <a:pt x="576180" y="264055"/>
                </a:lnTo>
                <a:lnTo>
                  <a:pt x="581890" y="261685"/>
                </a:lnTo>
                <a:lnTo>
                  <a:pt x="587589" y="259338"/>
                </a:lnTo>
                <a:lnTo>
                  <a:pt x="593299" y="257012"/>
                </a:lnTo>
                <a:lnTo>
                  <a:pt x="598998" y="254708"/>
                </a:lnTo>
                <a:lnTo>
                  <a:pt x="604708" y="252425"/>
                </a:lnTo>
                <a:lnTo>
                  <a:pt x="610407" y="250163"/>
                </a:lnTo>
                <a:lnTo>
                  <a:pt x="616117" y="247922"/>
                </a:lnTo>
                <a:lnTo>
                  <a:pt x="621816" y="245700"/>
                </a:lnTo>
                <a:lnTo>
                  <a:pt x="627526" y="243499"/>
                </a:lnTo>
                <a:lnTo>
                  <a:pt x="633225" y="241317"/>
                </a:lnTo>
                <a:lnTo>
                  <a:pt x="638935" y="239154"/>
                </a:lnTo>
                <a:lnTo>
                  <a:pt x="644635" y="237008"/>
                </a:lnTo>
                <a:lnTo>
                  <a:pt x="650344" y="234883"/>
                </a:lnTo>
                <a:lnTo>
                  <a:pt x="656044" y="232775"/>
                </a:lnTo>
                <a:lnTo>
                  <a:pt x="661753" y="230685"/>
                </a:lnTo>
                <a:lnTo>
                  <a:pt x="667462" y="228612"/>
                </a:lnTo>
                <a:lnTo>
                  <a:pt x="673162" y="226557"/>
                </a:lnTo>
                <a:lnTo>
                  <a:pt x="678871" y="224518"/>
                </a:lnTo>
                <a:lnTo>
                  <a:pt x="684571" y="222496"/>
                </a:lnTo>
                <a:lnTo>
                  <a:pt x="690280" y="220491"/>
                </a:lnTo>
                <a:lnTo>
                  <a:pt x="695980" y="218500"/>
                </a:lnTo>
                <a:lnTo>
                  <a:pt x="701689" y="216528"/>
                </a:lnTo>
                <a:lnTo>
                  <a:pt x="707389" y="214569"/>
                </a:lnTo>
                <a:lnTo>
                  <a:pt x="713098" y="212626"/>
                </a:lnTo>
                <a:lnTo>
                  <a:pt x="718798" y="210699"/>
                </a:lnTo>
                <a:lnTo>
                  <a:pt x="724507" y="208787"/>
                </a:lnTo>
                <a:lnTo>
                  <a:pt x="730207" y="206888"/>
                </a:lnTo>
                <a:lnTo>
                  <a:pt x="735916" y="205005"/>
                </a:lnTo>
                <a:lnTo>
                  <a:pt x="741616" y="203136"/>
                </a:lnTo>
                <a:lnTo>
                  <a:pt x="747325" y="201280"/>
                </a:lnTo>
                <a:lnTo>
                  <a:pt x="753025" y="199438"/>
                </a:lnTo>
                <a:lnTo>
                  <a:pt x="758734" y="197610"/>
                </a:lnTo>
                <a:lnTo>
                  <a:pt x="764434" y="195796"/>
                </a:lnTo>
                <a:lnTo>
                  <a:pt x="770143" y="193994"/>
                </a:lnTo>
                <a:lnTo>
                  <a:pt x="775852" y="192206"/>
                </a:lnTo>
                <a:lnTo>
                  <a:pt x="781552" y="190431"/>
                </a:lnTo>
                <a:lnTo>
                  <a:pt x="787261" y="188667"/>
                </a:lnTo>
                <a:lnTo>
                  <a:pt x="792961" y="186917"/>
                </a:lnTo>
                <a:lnTo>
                  <a:pt x="798670" y="185179"/>
                </a:lnTo>
                <a:lnTo>
                  <a:pt x="804370" y="183452"/>
                </a:lnTo>
                <a:lnTo>
                  <a:pt x="810079" y="181739"/>
                </a:lnTo>
                <a:lnTo>
                  <a:pt x="815779" y="180036"/>
                </a:lnTo>
                <a:lnTo>
                  <a:pt x="821489" y="178346"/>
                </a:lnTo>
                <a:lnTo>
                  <a:pt x="827188" y="176666"/>
                </a:lnTo>
                <a:lnTo>
                  <a:pt x="832898" y="174998"/>
                </a:lnTo>
                <a:lnTo>
                  <a:pt x="838597" y="173341"/>
                </a:lnTo>
                <a:lnTo>
                  <a:pt x="844307" y="171696"/>
                </a:lnTo>
                <a:lnTo>
                  <a:pt x="850006" y="170060"/>
                </a:lnTo>
                <a:lnTo>
                  <a:pt x="855716" y="168436"/>
                </a:lnTo>
                <a:lnTo>
                  <a:pt x="861415" y="166823"/>
                </a:lnTo>
                <a:lnTo>
                  <a:pt x="867125" y="165219"/>
                </a:lnTo>
                <a:lnTo>
                  <a:pt x="872825" y="163626"/>
                </a:lnTo>
                <a:lnTo>
                  <a:pt x="878534" y="162044"/>
                </a:lnTo>
                <a:lnTo>
                  <a:pt x="884243" y="160471"/>
                </a:lnTo>
                <a:lnTo>
                  <a:pt x="889943" y="158909"/>
                </a:lnTo>
                <a:lnTo>
                  <a:pt x="895652" y="157356"/>
                </a:lnTo>
                <a:lnTo>
                  <a:pt x="901352" y="155812"/>
                </a:lnTo>
                <a:lnTo>
                  <a:pt x="907061" y="154279"/>
                </a:lnTo>
                <a:lnTo>
                  <a:pt x="912761" y="152754"/>
                </a:lnTo>
                <a:lnTo>
                  <a:pt x="918470" y="151239"/>
                </a:lnTo>
                <a:lnTo>
                  <a:pt x="924170" y="149734"/>
                </a:lnTo>
                <a:lnTo>
                  <a:pt x="929879" y="148237"/>
                </a:lnTo>
                <a:lnTo>
                  <a:pt x="935579" y="146749"/>
                </a:lnTo>
                <a:lnTo>
                  <a:pt x="941288" y="145270"/>
                </a:lnTo>
                <a:lnTo>
                  <a:pt x="946988" y="143800"/>
                </a:lnTo>
                <a:lnTo>
                  <a:pt x="952697" y="142338"/>
                </a:lnTo>
                <a:lnTo>
                  <a:pt x="958397" y="140886"/>
                </a:lnTo>
                <a:lnTo>
                  <a:pt x="964106" y="139441"/>
                </a:lnTo>
                <a:lnTo>
                  <a:pt x="969806" y="138005"/>
                </a:lnTo>
                <a:lnTo>
                  <a:pt x="975515" y="136579"/>
                </a:lnTo>
                <a:lnTo>
                  <a:pt x="981224" y="135159"/>
                </a:lnTo>
                <a:lnTo>
                  <a:pt x="986924" y="133747"/>
                </a:lnTo>
                <a:lnTo>
                  <a:pt x="992633" y="132344"/>
                </a:lnTo>
                <a:lnTo>
                  <a:pt x="998333" y="130949"/>
                </a:lnTo>
                <a:lnTo>
                  <a:pt x="1004042" y="129561"/>
                </a:lnTo>
                <a:lnTo>
                  <a:pt x="1009742" y="128181"/>
                </a:lnTo>
                <a:lnTo>
                  <a:pt x="1015451" y="126808"/>
                </a:lnTo>
                <a:lnTo>
                  <a:pt x="1021151" y="125443"/>
                </a:lnTo>
                <a:lnTo>
                  <a:pt x="1026860" y="124087"/>
                </a:lnTo>
                <a:lnTo>
                  <a:pt x="1032560" y="122736"/>
                </a:lnTo>
                <a:lnTo>
                  <a:pt x="1038269" y="121394"/>
                </a:lnTo>
                <a:lnTo>
                  <a:pt x="1043969" y="120059"/>
                </a:lnTo>
                <a:lnTo>
                  <a:pt x="1049678" y="118731"/>
                </a:lnTo>
                <a:lnTo>
                  <a:pt x="1055378" y="117409"/>
                </a:lnTo>
                <a:lnTo>
                  <a:pt x="1061087" y="116096"/>
                </a:lnTo>
                <a:lnTo>
                  <a:pt x="1066787" y="114788"/>
                </a:lnTo>
                <a:lnTo>
                  <a:pt x="1072497" y="113488"/>
                </a:lnTo>
                <a:lnTo>
                  <a:pt x="1078196" y="112194"/>
                </a:lnTo>
                <a:lnTo>
                  <a:pt x="1083906" y="110908"/>
                </a:lnTo>
                <a:lnTo>
                  <a:pt x="1089615" y="109628"/>
                </a:lnTo>
                <a:lnTo>
                  <a:pt x="1095315" y="108354"/>
                </a:lnTo>
                <a:lnTo>
                  <a:pt x="1101024" y="107087"/>
                </a:lnTo>
                <a:lnTo>
                  <a:pt x="1106724" y="105827"/>
                </a:lnTo>
                <a:lnTo>
                  <a:pt x="1112433" y="104572"/>
                </a:lnTo>
                <a:lnTo>
                  <a:pt x="1118133" y="103324"/>
                </a:lnTo>
                <a:lnTo>
                  <a:pt x="1123842" y="102083"/>
                </a:lnTo>
                <a:lnTo>
                  <a:pt x="1129542" y="100847"/>
                </a:lnTo>
                <a:lnTo>
                  <a:pt x="1135251" y="99618"/>
                </a:lnTo>
                <a:lnTo>
                  <a:pt x="1140951" y="98395"/>
                </a:lnTo>
                <a:lnTo>
                  <a:pt x="1146660" y="97177"/>
                </a:lnTo>
                <a:lnTo>
                  <a:pt x="1152360" y="95966"/>
                </a:lnTo>
                <a:lnTo>
                  <a:pt x="1158069" y="94761"/>
                </a:lnTo>
                <a:lnTo>
                  <a:pt x="1163769" y="93562"/>
                </a:lnTo>
                <a:lnTo>
                  <a:pt x="1169478" y="92367"/>
                </a:lnTo>
                <a:lnTo>
                  <a:pt x="1175178" y="91179"/>
                </a:lnTo>
                <a:lnTo>
                  <a:pt x="1180887" y="89997"/>
                </a:lnTo>
                <a:lnTo>
                  <a:pt x="1186587" y="88820"/>
                </a:lnTo>
                <a:lnTo>
                  <a:pt x="1192296" y="87650"/>
                </a:lnTo>
                <a:lnTo>
                  <a:pt x="1198005" y="86484"/>
                </a:lnTo>
                <a:lnTo>
                  <a:pt x="1203705" y="85324"/>
                </a:lnTo>
                <a:lnTo>
                  <a:pt x="1209414" y="84169"/>
                </a:lnTo>
                <a:lnTo>
                  <a:pt x="1215114" y="83019"/>
                </a:lnTo>
                <a:lnTo>
                  <a:pt x="1220823" y="81875"/>
                </a:lnTo>
                <a:lnTo>
                  <a:pt x="1226523" y="80736"/>
                </a:lnTo>
                <a:lnTo>
                  <a:pt x="1232232" y="79603"/>
                </a:lnTo>
                <a:lnTo>
                  <a:pt x="1237932" y="78474"/>
                </a:lnTo>
                <a:lnTo>
                  <a:pt x="1243641" y="77350"/>
                </a:lnTo>
                <a:lnTo>
                  <a:pt x="1249341" y="76232"/>
                </a:lnTo>
                <a:lnTo>
                  <a:pt x="1255050" y="75119"/>
                </a:lnTo>
                <a:lnTo>
                  <a:pt x="1260750" y="74011"/>
                </a:lnTo>
                <a:lnTo>
                  <a:pt x="1266459" y="72907"/>
                </a:lnTo>
                <a:lnTo>
                  <a:pt x="1272159" y="71809"/>
                </a:lnTo>
                <a:lnTo>
                  <a:pt x="1277868" y="70715"/>
                </a:lnTo>
                <a:lnTo>
                  <a:pt x="1283568" y="69627"/>
                </a:lnTo>
                <a:lnTo>
                  <a:pt x="1289277" y="68542"/>
                </a:lnTo>
                <a:lnTo>
                  <a:pt x="1294977" y="67463"/>
                </a:lnTo>
                <a:lnTo>
                  <a:pt x="1300686" y="66389"/>
                </a:lnTo>
                <a:lnTo>
                  <a:pt x="1306396" y="65319"/>
                </a:lnTo>
                <a:lnTo>
                  <a:pt x="1312096" y="64253"/>
                </a:lnTo>
                <a:lnTo>
                  <a:pt x="1317805" y="63192"/>
                </a:lnTo>
                <a:lnTo>
                  <a:pt x="1323505" y="62136"/>
                </a:lnTo>
                <a:lnTo>
                  <a:pt x="1329214" y="61084"/>
                </a:lnTo>
                <a:lnTo>
                  <a:pt x="1334914" y="60037"/>
                </a:lnTo>
                <a:lnTo>
                  <a:pt x="1340623" y="58993"/>
                </a:lnTo>
                <a:lnTo>
                  <a:pt x="1346323" y="57955"/>
                </a:lnTo>
                <a:lnTo>
                  <a:pt x="1352032" y="56921"/>
                </a:lnTo>
                <a:lnTo>
                  <a:pt x="1357732" y="55891"/>
                </a:lnTo>
                <a:lnTo>
                  <a:pt x="1363441" y="54865"/>
                </a:lnTo>
                <a:lnTo>
                  <a:pt x="1369141" y="53843"/>
                </a:lnTo>
                <a:lnTo>
                  <a:pt x="1374850" y="52826"/>
                </a:lnTo>
                <a:lnTo>
                  <a:pt x="1380550" y="51813"/>
                </a:lnTo>
                <a:lnTo>
                  <a:pt x="1386259" y="50804"/>
                </a:lnTo>
                <a:lnTo>
                  <a:pt x="1391959" y="49799"/>
                </a:lnTo>
                <a:lnTo>
                  <a:pt x="1397668" y="48798"/>
                </a:lnTo>
                <a:lnTo>
                  <a:pt x="1403368" y="47802"/>
                </a:lnTo>
                <a:lnTo>
                  <a:pt x="1409077" y="46809"/>
                </a:lnTo>
                <a:lnTo>
                  <a:pt x="1414786" y="45820"/>
                </a:lnTo>
                <a:lnTo>
                  <a:pt x="1420486" y="44835"/>
                </a:lnTo>
                <a:lnTo>
                  <a:pt x="1426195" y="43854"/>
                </a:lnTo>
                <a:lnTo>
                  <a:pt x="1431895" y="42877"/>
                </a:lnTo>
                <a:lnTo>
                  <a:pt x="1437604" y="41904"/>
                </a:lnTo>
                <a:lnTo>
                  <a:pt x="1443304" y="40934"/>
                </a:lnTo>
                <a:lnTo>
                  <a:pt x="1449013" y="39968"/>
                </a:lnTo>
                <a:lnTo>
                  <a:pt x="1454713" y="39006"/>
                </a:lnTo>
                <a:lnTo>
                  <a:pt x="1460422" y="38048"/>
                </a:lnTo>
                <a:lnTo>
                  <a:pt x="1466122" y="37094"/>
                </a:lnTo>
                <a:lnTo>
                  <a:pt x="1471831" y="36143"/>
                </a:lnTo>
                <a:lnTo>
                  <a:pt x="1477531" y="35195"/>
                </a:lnTo>
                <a:lnTo>
                  <a:pt x="1483240" y="34251"/>
                </a:lnTo>
                <a:lnTo>
                  <a:pt x="1488940" y="33312"/>
                </a:lnTo>
                <a:lnTo>
                  <a:pt x="1494649" y="32375"/>
                </a:lnTo>
                <a:lnTo>
                  <a:pt x="1500349" y="31442"/>
                </a:lnTo>
                <a:lnTo>
                  <a:pt x="1506058" y="30512"/>
                </a:lnTo>
                <a:lnTo>
                  <a:pt x="1511758" y="29586"/>
                </a:lnTo>
                <a:lnTo>
                  <a:pt x="1517467" y="28664"/>
                </a:lnTo>
                <a:lnTo>
                  <a:pt x="1523177" y="27744"/>
                </a:lnTo>
                <a:lnTo>
                  <a:pt x="1528876" y="26830"/>
                </a:lnTo>
                <a:lnTo>
                  <a:pt x="1534586" y="25916"/>
                </a:lnTo>
                <a:lnTo>
                  <a:pt x="1540285" y="25008"/>
                </a:lnTo>
                <a:lnTo>
                  <a:pt x="1545995" y="24102"/>
                </a:lnTo>
                <a:lnTo>
                  <a:pt x="1551695" y="23199"/>
                </a:lnTo>
                <a:lnTo>
                  <a:pt x="1557404" y="22300"/>
                </a:lnTo>
                <a:lnTo>
                  <a:pt x="1563103" y="21404"/>
                </a:lnTo>
                <a:lnTo>
                  <a:pt x="1568813" y="20512"/>
                </a:lnTo>
                <a:lnTo>
                  <a:pt x="1574513" y="19623"/>
                </a:lnTo>
                <a:lnTo>
                  <a:pt x="1580222" y="18736"/>
                </a:lnTo>
                <a:lnTo>
                  <a:pt x="1585922" y="17854"/>
                </a:lnTo>
                <a:lnTo>
                  <a:pt x="1591631" y="16973"/>
                </a:lnTo>
                <a:lnTo>
                  <a:pt x="1597331" y="16097"/>
                </a:lnTo>
                <a:lnTo>
                  <a:pt x="1603040" y="15222"/>
                </a:lnTo>
                <a:lnTo>
                  <a:pt x="1608740" y="14352"/>
                </a:lnTo>
                <a:lnTo>
                  <a:pt x="1614449" y="13484"/>
                </a:lnTo>
                <a:lnTo>
                  <a:pt x="1620158" y="12620"/>
                </a:lnTo>
                <a:lnTo>
                  <a:pt x="1625858" y="11758"/>
                </a:lnTo>
                <a:lnTo>
                  <a:pt x="1631567" y="10899"/>
                </a:lnTo>
                <a:lnTo>
                  <a:pt x="1637267" y="10044"/>
                </a:lnTo>
                <a:lnTo>
                  <a:pt x="1642976" y="9191"/>
                </a:lnTo>
                <a:lnTo>
                  <a:pt x="1648676" y="8341"/>
                </a:lnTo>
                <a:lnTo>
                  <a:pt x="1654385" y="7494"/>
                </a:lnTo>
                <a:lnTo>
                  <a:pt x="1660085" y="6650"/>
                </a:lnTo>
                <a:lnTo>
                  <a:pt x="1665794" y="5809"/>
                </a:lnTo>
                <a:lnTo>
                  <a:pt x="1671494" y="4971"/>
                </a:lnTo>
                <a:lnTo>
                  <a:pt x="1677203" y="4135"/>
                </a:lnTo>
                <a:lnTo>
                  <a:pt x="1682903" y="3303"/>
                </a:lnTo>
                <a:lnTo>
                  <a:pt x="1688612" y="2473"/>
                </a:lnTo>
                <a:lnTo>
                  <a:pt x="1694312" y="1646"/>
                </a:lnTo>
                <a:lnTo>
                  <a:pt x="1700021" y="822"/>
                </a:lnTo>
                <a:lnTo>
                  <a:pt x="1705721" y="0"/>
                </a:lnTo>
              </a:path>
            </a:pathLst>
          </a:cu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BB7FF74-F641-C5F9-1CB4-125935A15180}"/>
                  </a:ext>
                </a:extLst>
              </p:cNvPr>
              <p:cNvSpPr txBox="1"/>
              <p:nvPr/>
            </p:nvSpPr>
            <p:spPr bwMode="gray">
              <a:xfrm>
                <a:off x="680833" y="3408704"/>
                <a:ext cx="5480121" cy="6573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KL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400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0BB7FF74-F641-C5F9-1CB4-125935A15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80833" y="3408704"/>
                <a:ext cx="5480121" cy="657359"/>
              </a:xfrm>
              <a:prstGeom prst="rect">
                <a:avLst/>
              </a:prstGeom>
              <a:blipFill>
                <a:blip r:embed="rId7"/>
                <a:stretch>
                  <a:fillRect t="-124528" b="-1754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883F629-A8C2-60E6-07AB-5AA1BB8B8A1A}"/>
                  </a:ext>
                </a:extLst>
              </p:cNvPr>
              <p:cNvSpPr txBox="1"/>
              <p:nvPr/>
            </p:nvSpPr>
            <p:spPr bwMode="gray">
              <a:xfrm>
                <a:off x="31437" y="4460974"/>
                <a:ext cx="4726651" cy="576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b>
                                    <m:sSub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1200" dirty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2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sz="12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200" i="1" dirty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d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F883F629-A8C2-60E6-07AB-5AA1BB8B8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31437" y="4460974"/>
                <a:ext cx="4726651" cy="576696"/>
              </a:xfrm>
              <a:prstGeom prst="rect">
                <a:avLst/>
              </a:prstGeom>
              <a:blipFill>
                <a:blip r:embed="rId8"/>
                <a:stretch>
                  <a:fillRect l="-3217" t="-123913" b="-176087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456A589-82D9-9057-9CA7-B8A37740FF00}"/>
                  </a:ext>
                </a:extLst>
              </p:cNvPr>
              <p:cNvSpPr txBox="1"/>
              <p:nvPr/>
            </p:nvSpPr>
            <p:spPr bwMode="gray">
              <a:xfrm>
                <a:off x="4085854" y="4448855"/>
                <a:ext cx="2288019" cy="6009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≥−</m:t>
                      </m:r>
                      <m:sSub>
                        <m:sSub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200" dirty="0"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US" sz="12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limLoc m:val="undOvr"/>
                              <m:subHide m:val="on"/>
                              <m:supHide m:val="on"/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f>
                                <m:f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200" dirty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456A589-82D9-9057-9CA7-B8A37740F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4085854" y="4448855"/>
                <a:ext cx="2288019" cy="600934"/>
              </a:xfrm>
              <a:prstGeom prst="rect">
                <a:avLst/>
              </a:prstGeom>
              <a:blipFill>
                <a:blip r:embed="rId9"/>
                <a:stretch>
                  <a:fillRect t="-114583" b="-16875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6AA00AD-A844-51F5-720A-C89305AE9B6D}"/>
                  </a:ext>
                </a:extLst>
              </p:cNvPr>
              <p:cNvSpPr txBox="1"/>
              <p:nvPr/>
            </p:nvSpPr>
            <p:spPr bwMode="gray">
              <a:xfrm>
                <a:off x="6022284" y="4610823"/>
                <a:ext cx="5348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46AA00AD-A844-51F5-720A-C89305AE9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6022284" y="4610823"/>
                <a:ext cx="534886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E23C215-FC54-721F-74B7-69835137D2DD}"/>
              </a:ext>
            </a:extLst>
          </p:cNvPr>
          <p:cNvCxnSpPr>
            <a:cxnSpLocks/>
          </p:cNvCxnSpPr>
          <p:nvPr/>
        </p:nvCxnSpPr>
        <p:spPr bwMode="gray">
          <a:xfrm>
            <a:off x="2664372" y="4191717"/>
            <a:ext cx="1666755" cy="287807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1D60208D-D4B8-38B2-CACD-F292435914E2}"/>
              </a:ext>
            </a:extLst>
          </p:cNvPr>
          <p:cNvSpPr/>
          <p:nvPr/>
        </p:nvSpPr>
        <p:spPr bwMode="gray">
          <a:xfrm>
            <a:off x="2419497" y="4479524"/>
            <a:ext cx="3754984" cy="505569"/>
          </a:xfrm>
          <a:prstGeom prst="roundRect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DE" sz="1200" b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60164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/>
      <p:bldP spid="76" grpId="0" animBg="1"/>
      <p:bldP spid="78" grpId="0"/>
      <p:bldP spid="79" grpId="0"/>
      <p:bldP spid="80" grpId="0"/>
      <p:bldP spid="83" grpId="0"/>
      <p:bldP spid="8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sz="quarter" idx="10"/>
              </p:nvPr>
            </p:nvSpPr>
            <p:spPr>
              <a:xfrm>
                <a:off x="358774" y="1239838"/>
                <a:ext cx="7165553" cy="3563938"/>
              </a:xfrm>
              <a:prstGeom prst="rect">
                <a:avLst/>
              </a:prstGeom>
            </p:spPr>
            <p:txBody>
              <a:bodyPr/>
              <a:lstStyle/>
              <a:p>
                <a:pPr marL="342900" indent="-342900"/>
                <a:r>
                  <a:rPr lang="en-US" altLang="en-DE" b="1" dirty="0"/>
                  <a:t>Information Theory</a:t>
                </a:r>
              </a:p>
              <a:p>
                <a:pPr marL="614125" lvl="1" indent="-342900"/>
                <a:r>
                  <a:rPr lang="en-US" altLang="en-DE" sz="1200" dirty="0"/>
                  <a:t>Information theory measures the amount of uncertainty and only depends on probabilities</a:t>
                </a:r>
              </a:p>
              <a:p>
                <a:pPr marL="614125" lvl="1" indent="-342900"/>
                <a:r>
                  <a:rPr lang="en-US" altLang="en-DE" sz="1200" dirty="0"/>
                  <a:t>The information of each outcome of a probability distribution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en-DE" sz="1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en-DE" sz="12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en-DE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en-DE" sz="12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en-DE" sz="1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d>
                          <m:dPr>
                            <m:ctrlPr>
                              <a:rPr lang="en-US" altLang="en-DE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altLang="en-DE" sz="1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en-DE" sz="1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altLang="en-DE" sz="1200" dirty="0"/>
                  <a:t> bits and entropy is the expected information across all outcomes</a:t>
                </a:r>
              </a:p>
              <a:p>
                <a:pPr marL="614125" lvl="1" indent="-342900"/>
                <a:r>
                  <a:rPr lang="en-US" altLang="en-DE" sz="1200" dirty="0"/>
                  <a:t>Entropy is the smallest size a file can be compressed to without loss (coding theory!)</a:t>
                </a:r>
              </a:p>
              <a:p>
                <a:pPr marL="614125" lvl="1" indent="-342900"/>
                <a:endParaRPr lang="en-US" altLang="en-DE" sz="1200" dirty="0"/>
              </a:p>
              <a:p>
                <a:pPr marL="342900" indent="-342900"/>
                <a:r>
                  <a:rPr lang="en-US" altLang="en-DE" b="1" dirty="0"/>
                  <a:t>Arithmetic Coding</a:t>
                </a:r>
              </a:p>
              <a:p>
                <a:pPr marL="614125" lvl="1" indent="-342900"/>
                <a:r>
                  <a:rPr lang="en-US" altLang="en-DE" sz="1200" dirty="0"/>
                  <a:t>Compression algorithm that maps each sequence of tokens to its probability under a given probabilistic model</a:t>
                </a:r>
              </a:p>
              <a:p>
                <a:pPr marL="614125" lvl="1" indent="-342900"/>
                <a:r>
                  <a:rPr lang="en-US" altLang="en-DE" sz="1200" dirty="0"/>
                  <a:t>Using fixed point arithmetic for arbitrary-precision numbers is key</a:t>
                </a:r>
              </a:p>
              <a:p>
                <a:pPr marL="614125" lvl="1" indent="-342900"/>
                <a:r>
                  <a:rPr lang="en-US" altLang="en-DE" sz="1200" dirty="0"/>
                  <a:t>Achieves a near-optimal encoding/compression length (up to one bit!)</a:t>
                </a:r>
              </a:p>
              <a:p>
                <a:pPr marL="614125" lvl="1" indent="-342900"/>
                <a:endParaRPr lang="en-US" altLang="en-DE" sz="1200" dirty="0"/>
              </a:p>
              <a:p>
                <a:pPr marL="342900" indent="-342900"/>
                <a:r>
                  <a:rPr lang="en-US" altLang="en-DE" b="1" dirty="0" err="1"/>
                  <a:t>Kullback-Leibler</a:t>
                </a:r>
                <a:r>
                  <a:rPr lang="en-US" altLang="en-DE" b="1" dirty="0"/>
                  <a:t> Divergence</a:t>
                </a:r>
              </a:p>
              <a:p>
                <a:pPr marL="614125" lvl="1" indent="-342900"/>
                <a:r>
                  <a:rPr lang="en-US" altLang="en-DE" sz="1200" dirty="0"/>
                  <a:t>Measures the average loss in compression when the data comes from a distribution </a:t>
                </a:r>
                <a14:m>
                  <m:oMath xmlns:m="http://schemas.openxmlformats.org/officeDocument/2006/math">
                    <m:r>
                      <a:rPr lang="en-US" altLang="en-DE" sz="12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altLang="en-DE" sz="1200" dirty="0"/>
                  <a:t> but we use the distribution </a:t>
                </a:r>
                <a14:m>
                  <m:oMath xmlns:m="http://schemas.openxmlformats.org/officeDocument/2006/math">
                    <m:r>
                      <a:rPr lang="en-US" altLang="en-DE" sz="12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altLang="en-DE" sz="1200" dirty="0"/>
                  <a:t> for compression (with arithmetic coding)</a:t>
                </a: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xfrm>
                <a:off x="358774" y="1239838"/>
                <a:ext cx="7165553" cy="3563938"/>
              </a:xfrm>
              <a:prstGeom prst="rect">
                <a:avLst/>
              </a:prstGeom>
              <a:blipFill>
                <a:blip r:embed="rId3"/>
                <a:stretch>
                  <a:fillRect l="-1770" t="-355" b="-8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577818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5A78-AF1F-9919-6BD3-B514AC01C6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See you next week!</a:t>
            </a:r>
          </a:p>
        </p:txBody>
      </p:sp>
    </p:spTree>
    <p:extLst>
      <p:ext uri="{BB962C8B-B14F-4D97-AF65-F5344CB8AC3E}">
        <p14:creationId xmlns:p14="http://schemas.microsoft.com/office/powerpoint/2010/main" val="2254199682"/>
      </p:ext>
    </p:extLst>
  </p:cSld>
  <p:clrMapOvr>
    <a:masterClrMapping/>
  </p:clrMapOvr>
  <p:transition spd="slow">
    <p:wipe dir="d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97527d9a80d1c254cf63ecdbcf5c3445e7cf98d"/>
  <p:tag name="ISPRING_RESOURCE_PATHS_HASH_PRESENTER" val="4e1bfdeb97ccc69d6713ba8104020d1f1a3d866"/>
</p:tagLst>
</file>

<file path=ppt/theme/theme1.xml><?xml version="1.0" encoding="utf-8"?>
<a:theme xmlns:a="http://schemas.openxmlformats.org/drawingml/2006/main" name="TEMPLATE DEF Faculty v2022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Test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300"/>
          </a:spcBef>
          <a:spcAft>
            <a:spcPts val="3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FB9D42F-8EB8-CB48-9592-79FD87A1DA1C}" vid="{A31A4D81-7FD5-5F41-984E-52906FC1C983}"/>
    </a:ext>
  </a:extLst>
</a:theme>
</file>

<file path=ppt/theme/theme2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HPI">
      <a:dk1>
        <a:srgbClr val="323232"/>
      </a:dk1>
      <a:lt1>
        <a:sysClr val="window" lastClr="FFFFFF"/>
      </a:lt1>
      <a:dk2>
        <a:srgbClr val="969696"/>
      </a:dk2>
      <a:lt2>
        <a:srgbClr val="5A6166"/>
      </a:lt2>
      <a:accent1>
        <a:srgbClr val="B1063A"/>
      </a:accent1>
      <a:accent2>
        <a:srgbClr val="DD640C"/>
      </a:accent2>
      <a:accent3>
        <a:srgbClr val="F6A800"/>
      </a:accent3>
      <a:accent4>
        <a:srgbClr val="007A9E"/>
      </a:accent4>
      <a:accent5>
        <a:srgbClr val="B4B4B4"/>
      </a:accent5>
      <a:accent6>
        <a:srgbClr val="DCDCDC"/>
      </a:accent6>
      <a:hlink>
        <a:srgbClr val="B1063A"/>
      </a:hlink>
      <a:folHlink>
        <a:srgbClr val="B1063A"/>
      </a:folHlink>
    </a:clrScheme>
    <a:fontScheme name="HPI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200" b="1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182563" indent="-182563">
          <a:spcBef>
            <a:spcPts val="200"/>
          </a:spcBef>
          <a:spcAft>
            <a:spcPts val="200"/>
          </a:spcAft>
          <a:buClr>
            <a:schemeClr val="accent1"/>
          </a:buClr>
          <a:buSzPct val="90000"/>
          <a:buFont typeface="Arial" panose="020B0604020202020204" pitchFamily="34" charset="0"/>
          <a:buChar char="■"/>
          <a:defRPr sz="1050" dirty="0" smtClean="0"/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 DEF Faculty v2022</Template>
  <TotalTime>36432</TotalTime>
  <Words>2403</Words>
  <Application>Microsoft Macintosh PowerPoint</Application>
  <PresentationFormat>On-screen Show (16:9)</PresentationFormat>
  <Paragraphs>462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Cambria Math</vt:lpstr>
      <vt:lpstr>Open Sans</vt:lpstr>
      <vt:lpstr>Verdana</vt:lpstr>
      <vt:lpstr>TEMPLATE DEF Faculty v2022</vt:lpstr>
      <vt:lpstr>Introduction to Probabilistic Machine Learning</vt:lpstr>
      <vt:lpstr>Overview</vt:lpstr>
      <vt:lpstr>Overview</vt:lpstr>
      <vt:lpstr>What is Information?</vt:lpstr>
      <vt:lpstr>Motivating Example: Information and Coin Tosses</vt:lpstr>
      <vt:lpstr>Measure of Information: Entropy</vt:lpstr>
      <vt:lpstr>Entropy: An Axiomatic Introduction</vt:lpstr>
      <vt:lpstr>Example: Binary Entropy</vt:lpstr>
      <vt:lpstr>Overview</vt:lpstr>
      <vt:lpstr>Entropy and the Noiseless Coding Theorem</vt:lpstr>
      <vt:lpstr>Noiseless Coding Theorem: Example</vt:lpstr>
      <vt:lpstr>Optimal Codes: Arithmetic Coding</vt:lpstr>
      <vt:lpstr>Arithmetic Coding: Fixed Probability Model</vt:lpstr>
      <vt:lpstr>Arithmetic Coding: Practical Considerations</vt:lpstr>
      <vt:lpstr>Arithmetic Coding: Algorithm</vt:lpstr>
      <vt:lpstr>Arithmetic Coding: Fixed Point Arithmetic</vt:lpstr>
      <vt:lpstr>Arithmetic Coding: Optimal Code Length</vt:lpstr>
      <vt:lpstr>Overview</vt:lpstr>
      <vt:lpstr>Coding with Imperfect Information</vt:lpstr>
      <vt:lpstr>(Relative) Entropy of Continuous Random Variables</vt:lpstr>
      <vt:lpstr>Summary</vt:lpstr>
      <vt:lpstr>See you next week!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Programmiertechnik I</dc:title>
  <dc:creator>Ralf Herbrich</dc:creator>
  <cp:lastModifiedBy>Herbrich, Ralf</cp:lastModifiedBy>
  <cp:revision>238</cp:revision>
  <cp:lastPrinted>2014-05-07T12:19:03Z</cp:lastPrinted>
  <dcterms:created xsi:type="dcterms:W3CDTF">2022-08-10T08:10:37Z</dcterms:created>
  <dcterms:modified xsi:type="dcterms:W3CDTF">2025-10-30T15:53:53Z</dcterms:modified>
</cp:coreProperties>
</file>